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4"/>
    <p:sldMasterId id="2147483656" r:id="rId5"/>
  </p:sldMasterIdLst>
  <p:notesMasterIdLst>
    <p:notesMasterId r:id="rId24"/>
  </p:notesMasterIdLst>
  <p:handoutMasterIdLst>
    <p:handoutMasterId r:id="rId25"/>
  </p:handoutMasterIdLst>
  <p:sldIdLst>
    <p:sldId id="276" r:id="rId6"/>
    <p:sldId id="260" r:id="rId7"/>
    <p:sldId id="412" r:id="rId8"/>
    <p:sldId id="414" r:id="rId9"/>
    <p:sldId id="415" r:id="rId10"/>
    <p:sldId id="416" r:id="rId11"/>
    <p:sldId id="417" r:id="rId12"/>
    <p:sldId id="418" r:id="rId13"/>
    <p:sldId id="425" r:id="rId14"/>
    <p:sldId id="421" r:id="rId15"/>
    <p:sldId id="419" r:id="rId16"/>
    <p:sldId id="424" r:id="rId17"/>
    <p:sldId id="427" r:id="rId18"/>
    <p:sldId id="420" r:id="rId19"/>
    <p:sldId id="422" r:id="rId20"/>
    <p:sldId id="423" r:id="rId21"/>
    <p:sldId id="426" r:id="rId22"/>
    <p:sldId id="259" r:id="rId2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hankova Radana" initials="KR" lastIdx="2" clrIdx="0">
    <p:extLst>
      <p:ext uri="{19B8F6BF-5375-455C-9EA6-DF929625EA0E}">
        <p15:presenceInfo xmlns:p15="http://schemas.microsoft.com/office/powerpoint/2012/main" userId="S::kah0017@vsb.cz::27a42188-1dc2-4d75-893d-9196cb22c84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499"/>
    <a:srgbClr val="1FCCE9"/>
    <a:srgbClr val="ED7D31"/>
    <a:srgbClr val="BB3E46"/>
    <a:srgbClr val="000000"/>
    <a:srgbClr val="FF944B"/>
    <a:srgbClr val="FF0000"/>
    <a:srgbClr val="C00000"/>
    <a:srgbClr val="FF6600"/>
    <a:srgbClr val="BDBD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53F2CC-EA7C-4377-8FB1-44E4560E2CCE}" v="9" dt="2026-03-30T12:00:51.165"/>
  </p1510:revLst>
</p1510:revInfo>
</file>

<file path=ppt/tableStyles.xml><?xml version="1.0" encoding="utf-8"?>
<a:tblStyleLst xmlns:a="http://schemas.openxmlformats.org/drawingml/2006/main" def="{5C22544A-7EE6-4342-B048-85BDC9FD1C3A}">
  <a:tblStyle styleId="{F2DE63D5-997A-4646-A377-4702673A728D}" styleName="Světlý styl 2 – zvýraznění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93"/>
  </p:normalViewPr>
  <p:slideViewPr>
    <p:cSldViewPr snapToGrid="0" snapToObjects="1" showGuides="1">
      <p:cViewPr varScale="1">
        <p:scale>
          <a:sx n="79" d="100"/>
          <a:sy n="79" d="100"/>
        </p:scale>
        <p:origin x="821" y="72"/>
      </p:cViewPr>
      <p:guideLst>
        <p:guide orient="horz" pos="213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ek, Vojtech" userId="fad96f9e-f70a-4f88-83ee-977fb340ad6e" providerId="ADAL" clId="{700A9DA4-1B0F-4341-A903-B6D73D7B7A36}"/>
    <pc:docChg chg="undo custSel addSld modSld">
      <pc:chgData name="Micek, Vojtech" userId="fad96f9e-f70a-4f88-83ee-977fb340ad6e" providerId="ADAL" clId="{700A9DA4-1B0F-4341-A903-B6D73D7B7A36}" dt="2026-03-30T12:04:49.784" v="910" actId="1076"/>
      <pc:docMkLst>
        <pc:docMk/>
      </pc:docMkLst>
      <pc:sldChg chg="delSp modSp add mod">
        <pc:chgData name="Micek, Vojtech" userId="fad96f9e-f70a-4f88-83ee-977fb340ad6e" providerId="ADAL" clId="{700A9DA4-1B0F-4341-A903-B6D73D7B7A36}" dt="2026-03-30T12:04:49.784" v="910" actId="1076"/>
        <pc:sldMkLst>
          <pc:docMk/>
          <pc:sldMk cId="226417236" sldId="259"/>
        </pc:sldMkLst>
        <pc:spChg chg="mod">
          <ac:chgData name="Micek, Vojtech" userId="fad96f9e-f70a-4f88-83ee-977fb340ad6e" providerId="ADAL" clId="{700A9DA4-1B0F-4341-A903-B6D73D7B7A36}" dt="2026-03-30T11:57:17.029" v="775"/>
          <ac:spMkLst>
            <pc:docMk/>
            <pc:sldMk cId="226417236" sldId="259"/>
            <ac:spMk id="2" creationId="{49EA5466-EA04-5F40-8B3D-430DA20B8501}"/>
          </ac:spMkLst>
        </pc:spChg>
        <pc:spChg chg="mod">
          <ac:chgData name="Micek, Vojtech" userId="fad96f9e-f70a-4f88-83ee-977fb340ad6e" providerId="ADAL" clId="{700A9DA4-1B0F-4341-A903-B6D73D7B7A36}" dt="2026-03-30T12:04:49.784" v="910" actId="1076"/>
          <ac:spMkLst>
            <pc:docMk/>
            <pc:sldMk cId="226417236" sldId="259"/>
            <ac:spMk id="5" creationId="{EDDB3C1C-78A3-FD45-9288-66B6297FA8A9}"/>
          </ac:spMkLst>
        </pc:spChg>
        <pc:spChg chg="del mod">
          <ac:chgData name="Micek, Vojtech" userId="fad96f9e-f70a-4f88-83ee-977fb340ad6e" providerId="ADAL" clId="{700A9DA4-1B0F-4341-A903-B6D73D7B7A36}" dt="2026-03-30T11:57:10.262" v="773" actId="478"/>
          <ac:spMkLst>
            <pc:docMk/>
            <pc:sldMk cId="226417236" sldId="259"/>
            <ac:spMk id="6" creationId="{8408D255-5881-3A44-BC2B-29C775205970}"/>
          </ac:spMkLst>
        </pc:spChg>
        <pc:spChg chg="del">
          <ac:chgData name="Micek, Vojtech" userId="fad96f9e-f70a-4f88-83ee-977fb340ad6e" providerId="ADAL" clId="{700A9DA4-1B0F-4341-A903-B6D73D7B7A36}" dt="2026-03-30T11:57:11.761" v="774" actId="478"/>
          <ac:spMkLst>
            <pc:docMk/>
            <pc:sldMk cId="226417236" sldId="259"/>
            <ac:spMk id="7" creationId="{DE7F8F67-1B0E-454C-B97D-8D3558E52E65}"/>
          </ac:spMkLst>
        </pc:spChg>
      </pc:sldChg>
      <pc:sldChg chg="addSp modSp mod">
        <pc:chgData name="Micek, Vojtech" userId="fad96f9e-f70a-4f88-83ee-977fb340ad6e" providerId="ADAL" clId="{700A9DA4-1B0F-4341-A903-B6D73D7B7A36}" dt="2026-03-30T11:13:27.121" v="534" actId="27636"/>
        <pc:sldMkLst>
          <pc:docMk/>
          <pc:sldMk cId="4132582503" sldId="416"/>
        </pc:sldMkLst>
        <pc:spChg chg="mod">
          <ac:chgData name="Micek, Vojtech" userId="fad96f9e-f70a-4f88-83ee-977fb340ad6e" providerId="ADAL" clId="{700A9DA4-1B0F-4341-A903-B6D73D7B7A36}" dt="2026-03-30T11:13:27.121" v="534" actId="27636"/>
          <ac:spMkLst>
            <pc:docMk/>
            <pc:sldMk cId="4132582503" sldId="416"/>
            <ac:spMk id="5" creationId="{904DE33E-A2CC-937E-A073-83967C2D75ED}"/>
          </ac:spMkLst>
        </pc:spChg>
        <pc:picChg chg="add mod">
          <ac:chgData name="Micek, Vojtech" userId="fad96f9e-f70a-4f88-83ee-977fb340ad6e" providerId="ADAL" clId="{700A9DA4-1B0F-4341-A903-B6D73D7B7A36}" dt="2026-03-30T11:12:14.390" v="523" actId="1076"/>
          <ac:picMkLst>
            <pc:docMk/>
            <pc:sldMk cId="4132582503" sldId="416"/>
            <ac:picMk id="9" creationId="{9D007CD9-47B3-7CC9-B6E0-9FB8D9C3031F}"/>
          </ac:picMkLst>
        </pc:picChg>
      </pc:sldChg>
      <pc:sldChg chg="addSp delSp modSp add mod">
        <pc:chgData name="Micek, Vojtech" userId="fad96f9e-f70a-4f88-83ee-977fb340ad6e" providerId="ADAL" clId="{700A9DA4-1B0F-4341-A903-B6D73D7B7A36}" dt="2026-03-30T11:48:52.804" v="664" actId="1076"/>
        <pc:sldMkLst>
          <pc:docMk/>
          <pc:sldMk cId="4195621453" sldId="417"/>
        </pc:sldMkLst>
        <pc:spChg chg="mod">
          <ac:chgData name="Micek, Vojtech" userId="fad96f9e-f70a-4f88-83ee-977fb340ad6e" providerId="ADAL" clId="{700A9DA4-1B0F-4341-A903-B6D73D7B7A36}" dt="2026-03-30T11:47:02.216" v="627" actId="20577"/>
          <ac:spMkLst>
            <pc:docMk/>
            <pc:sldMk cId="4195621453" sldId="417"/>
            <ac:spMk id="2" creationId="{679FB90B-6CCA-C700-21D2-11243239533A}"/>
          </ac:spMkLst>
        </pc:spChg>
        <pc:spChg chg="del">
          <ac:chgData name="Micek, Vojtech" userId="fad96f9e-f70a-4f88-83ee-977fb340ad6e" providerId="ADAL" clId="{700A9DA4-1B0F-4341-A903-B6D73D7B7A36}" dt="2026-03-30T11:35:56.790" v="537" actId="478"/>
          <ac:spMkLst>
            <pc:docMk/>
            <pc:sldMk cId="4195621453" sldId="417"/>
            <ac:spMk id="5" creationId="{5338AAE7-2DE1-0D1D-8783-31FB3E1197F2}"/>
          </ac:spMkLst>
        </pc:spChg>
        <pc:spChg chg="add del mod">
          <ac:chgData name="Micek, Vojtech" userId="fad96f9e-f70a-4f88-83ee-977fb340ad6e" providerId="ADAL" clId="{700A9DA4-1B0F-4341-A903-B6D73D7B7A36}" dt="2026-03-30T11:37:52.664" v="568" actId="478"/>
          <ac:spMkLst>
            <pc:docMk/>
            <pc:sldMk cId="4195621453" sldId="417"/>
            <ac:spMk id="7" creationId="{81C4DE07-0DF4-E9B7-4101-008DB29E24B5}"/>
          </ac:spMkLst>
        </pc:spChg>
        <pc:spChg chg="add mod">
          <ac:chgData name="Micek, Vojtech" userId="fad96f9e-f70a-4f88-83ee-977fb340ad6e" providerId="ADAL" clId="{700A9DA4-1B0F-4341-A903-B6D73D7B7A36}" dt="2026-03-30T11:46:15.684" v="597" actId="1076"/>
          <ac:spMkLst>
            <pc:docMk/>
            <pc:sldMk cId="4195621453" sldId="417"/>
            <ac:spMk id="15" creationId="{13A2554B-8748-71A6-8FDF-8960469BCD97}"/>
          </ac:spMkLst>
        </pc:spChg>
        <pc:spChg chg="add mod">
          <ac:chgData name="Micek, Vojtech" userId="fad96f9e-f70a-4f88-83ee-977fb340ad6e" providerId="ADAL" clId="{700A9DA4-1B0F-4341-A903-B6D73D7B7A36}" dt="2026-03-30T11:46:39.653" v="612" actId="1076"/>
          <ac:spMkLst>
            <pc:docMk/>
            <pc:sldMk cId="4195621453" sldId="417"/>
            <ac:spMk id="16" creationId="{5A4A72E2-4C05-EEBB-3599-6960242DDF7A}"/>
          </ac:spMkLst>
        </pc:spChg>
        <pc:spChg chg="add mod">
          <ac:chgData name="Micek, Vojtech" userId="fad96f9e-f70a-4f88-83ee-977fb340ad6e" providerId="ADAL" clId="{700A9DA4-1B0F-4341-A903-B6D73D7B7A36}" dt="2026-03-30T11:46:55.693" v="624" actId="1076"/>
          <ac:spMkLst>
            <pc:docMk/>
            <pc:sldMk cId="4195621453" sldId="417"/>
            <ac:spMk id="17" creationId="{7529F8C1-47B4-DFF0-EE42-3EA730DD451D}"/>
          </ac:spMkLst>
        </pc:spChg>
        <pc:spChg chg="add mod">
          <ac:chgData name="Micek, Vojtech" userId="fad96f9e-f70a-4f88-83ee-977fb340ad6e" providerId="ADAL" clId="{700A9DA4-1B0F-4341-A903-B6D73D7B7A36}" dt="2026-03-30T11:48:37.348" v="652" actId="1076"/>
          <ac:spMkLst>
            <pc:docMk/>
            <pc:sldMk cId="4195621453" sldId="417"/>
            <ac:spMk id="18" creationId="{4C5A7CD0-77E8-933A-6DAC-68720A2307C2}"/>
          </ac:spMkLst>
        </pc:spChg>
        <pc:spChg chg="add mod">
          <ac:chgData name="Micek, Vojtech" userId="fad96f9e-f70a-4f88-83ee-977fb340ad6e" providerId="ADAL" clId="{700A9DA4-1B0F-4341-A903-B6D73D7B7A36}" dt="2026-03-30T11:48:52.804" v="664" actId="1076"/>
          <ac:spMkLst>
            <pc:docMk/>
            <pc:sldMk cId="4195621453" sldId="417"/>
            <ac:spMk id="19" creationId="{159D8B7F-3101-E1A5-EC6A-8430E3249873}"/>
          </ac:spMkLst>
        </pc:spChg>
        <pc:picChg chg="del">
          <ac:chgData name="Micek, Vojtech" userId="fad96f9e-f70a-4f88-83ee-977fb340ad6e" providerId="ADAL" clId="{700A9DA4-1B0F-4341-A903-B6D73D7B7A36}" dt="2026-03-30T11:35:55.145" v="536" actId="478"/>
          <ac:picMkLst>
            <pc:docMk/>
            <pc:sldMk cId="4195621453" sldId="417"/>
            <ac:picMk id="9" creationId="{18C466BF-A727-0E30-1667-670D3BCB7093}"/>
          </ac:picMkLst>
        </pc:picChg>
        <pc:picChg chg="add del mod">
          <ac:chgData name="Micek, Vojtech" userId="fad96f9e-f70a-4f88-83ee-977fb340ad6e" providerId="ADAL" clId="{700A9DA4-1B0F-4341-A903-B6D73D7B7A36}" dt="2026-03-30T11:37:40.965" v="564" actId="478"/>
          <ac:picMkLst>
            <pc:docMk/>
            <pc:sldMk cId="4195621453" sldId="417"/>
            <ac:picMk id="10" creationId="{8C464EAE-F42B-F435-44AF-89F753E38C99}"/>
          </ac:picMkLst>
        </pc:picChg>
        <pc:picChg chg="add del mod">
          <ac:chgData name="Micek, Vojtech" userId="fad96f9e-f70a-4f88-83ee-977fb340ad6e" providerId="ADAL" clId="{700A9DA4-1B0F-4341-A903-B6D73D7B7A36}" dt="2026-03-30T11:44:42.561" v="573" actId="478"/>
          <ac:picMkLst>
            <pc:docMk/>
            <pc:sldMk cId="4195621453" sldId="417"/>
            <ac:picMk id="12" creationId="{37A462C1-2D2B-7F77-D9F8-F7C4AA446241}"/>
          </ac:picMkLst>
        </pc:picChg>
        <pc:picChg chg="add mod">
          <ac:chgData name="Micek, Vojtech" userId="fad96f9e-f70a-4f88-83ee-977fb340ad6e" providerId="ADAL" clId="{700A9DA4-1B0F-4341-A903-B6D73D7B7A36}" dt="2026-03-30T11:44:47.236" v="575" actId="1076"/>
          <ac:picMkLst>
            <pc:docMk/>
            <pc:sldMk cId="4195621453" sldId="417"/>
            <ac:picMk id="14" creationId="{469C4F44-80B2-CEB9-A4CD-E8E611700049}"/>
          </ac:picMkLst>
        </pc:picChg>
      </pc:sldChg>
      <pc:sldChg chg="delSp modSp add mod">
        <pc:chgData name="Micek, Vojtech" userId="fad96f9e-f70a-4f88-83ee-977fb340ad6e" providerId="ADAL" clId="{700A9DA4-1B0F-4341-A903-B6D73D7B7A36}" dt="2026-03-30T11:49:46.973" v="692" actId="20577"/>
        <pc:sldMkLst>
          <pc:docMk/>
          <pc:sldMk cId="576671790" sldId="418"/>
        </pc:sldMkLst>
        <pc:spChg chg="mod">
          <ac:chgData name="Micek, Vojtech" userId="fad96f9e-f70a-4f88-83ee-977fb340ad6e" providerId="ADAL" clId="{700A9DA4-1B0F-4341-A903-B6D73D7B7A36}" dt="2026-03-30T11:49:46.973" v="692" actId="20577"/>
          <ac:spMkLst>
            <pc:docMk/>
            <pc:sldMk cId="576671790" sldId="418"/>
            <ac:spMk id="2" creationId="{164FE82C-DC46-9F22-B74A-074C7DC3359F}"/>
          </ac:spMkLst>
        </pc:spChg>
        <pc:spChg chg="del">
          <ac:chgData name="Micek, Vojtech" userId="fad96f9e-f70a-4f88-83ee-977fb340ad6e" providerId="ADAL" clId="{700A9DA4-1B0F-4341-A903-B6D73D7B7A36}" dt="2026-03-30T11:49:29.150" v="671" actId="478"/>
          <ac:spMkLst>
            <pc:docMk/>
            <pc:sldMk cId="576671790" sldId="418"/>
            <ac:spMk id="15" creationId="{E251CE1C-B8AB-3FEA-EFC8-E18F9D1EA4BF}"/>
          </ac:spMkLst>
        </pc:spChg>
        <pc:spChg chg="del">
          <ac:chgData name="Micek, Vojtech" userId="fad96f9e-f70a-4f88-83ee-977fb340ad6e" providerId="ADAL" clId="{700A9DA4-1B0F-4341-A903-B6D73D7B7A36}" dt="2026-03-30T11:49:27.697" v="670" actId="478"/>
          <ac:spMkLst>
            <pc:docMk/>
            <pc:sldMk cId="576671790" sldId="418"/>
            <ac:spMk id="16" creationId="{12F60239-A5BC-86B3-B918-16752BAABC28}"/>
          </ac:spMkLst>
        </pc:spChg>
        <pc:spChg chg="del">
          <ac:chgData name="Micek, Vojtech" userId="fad96f9e-f70a-4f88-83ee-977fb340ad6e" providerId="ADAL" clId="{700A9DA4-1B0F-4341-A903-B6D73D7B7A36}" dt="2026-03-30T11:49:26.427" v="669" actId="478"/>
          <ac:spMkLst>
            <pc:docMk/>
            <pc:sldMk cId="576671790" sldId="418"/>
            <ac:spMk id="17" creationId="{7BFE15A8-89E1-DA8A-DB59-90A8EFFED000}"/>
          </ac:spMkLst>
        </pc:spChg>
        <pc:spChg chg="del">
          <ac:chgData name="Micek, Vojtech" userId="fad96f9e-f70a-4f88-83ee-977fb340ad6e" providerId="ADAL" clId="{700A9DA4-1B0F-4341-A903-B6D73D7B7A36}" dt="2026-03-30T11:49:25.410" v="668" actId="478"/>
          <ac:spMkLst>
            <pc:docMk/>
            <pc:sldMk cId="576671790" sldId="418"/>
            <ac:spMk id="18" creationId="{4595656E-ED50-DB35-783B-12FE8B07EB9B}"/>
          </ac:spMkLst>
        </pc:spChg>
        <pc:spChg chg="del">
          <ac:chgData name="Micek, Vojtech" userId="fad96f9e-f70a-4f88-83ee-977fb340ad6e" providerId="ADAL" clId="{700A9DA4-1B0F-4341-A903-B6D73D7B7A36}" dt="2026-03-30T11:49:24.307" v="667" actId="478"/>
          <ac:spMkLst>
            <pc:docMk/>
            <pc:sldMk cId="576671790" sldId="418"/>
            <ac:spMk id="19" creationId="{E13E6060-410C-5998-A05E-FD426A037674}"/>
          </ac:spMkLst>
        </pc:spChg>
        <pc:picChg chg="del">
          <ac:chgData name="Micek, Vojtech" userId="fad96f9e-f70a-4f88-83ee-977fb340ad6e" providerId="ADAL" clId="{700A9DA4-1B0F-4341-A903-B6D73D7B7A36}" dt="2026-03-30T11:49:21.010" v="666" actId="478"/>
          <ac:picMkLst>
            <pc:docMk/>
            <pc:sldMk cId="576671790" sldId="418"/>
            <ac:picMk id="14" creationId="{A3E542B9-3089-166B-5A52-701B5BE70E21}"/>
          </ac:picMkLst>
        </pc:picChg>
      </pc:sldChg>
      <pc:sldChg chg="modSp add mod">
        <pc:chgData name="Micek, Vojtech" userId="fad96f9e-f70a-4f88-83ee-977fb340ad6e" providerId="ADAL" clId="{700A9DA4-1B0F-4341-A903-B6D73D7B7A36}" dt="2026-03-30T11:49:51.725" v="694" actId="20577"/>
        <pc:sldMkLst>
          <pc:docMk/>
          <pc:sldMk cId="2420549553" sldId="419"/>
        </pc:sldMkLst>
        <pc:spChg chg="mod">
          <ac:chgData name="Micek, Vojtech" userId="fad96f9e-f70a-4f88-83ee-977fb340ad6e" providerId="ADAL" clId="{700A9DA4-1B0F-4341-A903-B6D73D7B7A36}" dt="2026-03-30T11:49:51.725" v="694" actId="20577"/>
          <ac:spMkLst>
            <pc:docMk/>
            <pc:sldMk cId="2420549553" sldId="419"/>
            <ac:spMk id="2" creationId="{06010292-CA02-0200-C853-98A2F9AEC005}"/>
          </ac:spMkLst>
        </pc:spChg>
      </pc:sldChg>
      <pc:sldChg chg="addSp delSp modSp add mod">
        <pc:chgData name="Micek, Vojtech" userId="fad96f9e-f70a-4f88-83ee-977fb340ad6e" providerId="ADAL" clId="{700A9DA4-1B0F-4341-A903-B6D73D7B7A36}" dt="2026-03-30T12:01:26.940" v="843" actId="20577"/>
        <pc:sldMkLst>
          <pc:docMk/>
          <pc:sldMk cId="3848005578" sldId="420"/>
        </pc:sldMkLst>
        <pc:spChg chg="mod">
          <ac:chgData name="Micek, Vojtech" userId="fad96f9e-f70a-4f88-83ee-977fb340ad6e" providerId="ADAL" clId="{700A9DA4-1B0F-4341-A903-B6D73D7B7A36}" dt="2026-03-30T12:01:26.940" v="843" actId="20577"/>
          <ac:spMkLst>
            <pc:docMk/>
            <pc:sldMk cId="3848005578" sldId="420"/>
            <ac:spMk id="2" creationId="{B48635F8-93ED-FC7F-11B5-F01F3754023A}"/>
          </ac:spMkLst>
        </pc:spChg>
        <pc:picChg chg="add del mod">
          <ac:chgData name="Micek, Vojtech" userId="fad96f9e-f70a-4f88-83ee-977fb340ad6e" providerId="ADAL" clId="{700A9DA4-1B0F-4341-A903-B6D73D7B7A36}" dt="2026-03-30T11:57:44.199" v="778" actId="478"/>
          <ac:picMkLst>
            <pc:docMk/>
            <pc:sldMk cId="3848005578" sldId="420"/>
            <ac:picMk id="5" creationId="{1AEDCB2E-FD51-1ABA-81CE-60B5742063FF}"/>
          </ac:picMkLst>
        </pc:picChg>
        <pc:picChg chg="add mod modCrop">
          <ac:chgData name="Micek, Vojtech" userId="fad96f9e-f70a-4f88-83ee-977fb340ad6e" providerId="ADAL" clId="{700A9DA4-1B0F-4341-A903-B6D73D7B7A36}" dt="2026-03-30T11:58:24.410" v="788" actId="1076"/>
          <ac:picMkLst>
            <pc:docMk/>
            <pc:sldMk cId="3848005578" sldId="420"/>
            <ac:picMk id="8" creationId="{33ADE8B4-D3EC-3116-8185-ABCD9E045F8E}"/>
          </ac:picMkLst>
        </pc:picChg>
      </pc:sldChg>
      <pc:sldChg chg="addSp delSp modSp add mod">
        <pc:chgData name="Micek, Vojtech" userId="fad96f9e-f70a-4f88-83ee-977fb340ad6e" providerId="ADAL" clId="{700A9DA4-1B0F-4341-A903-B6D73D7B7A36}" dt="2026-03-30T11:53:28.250" v="766" actId="1076"/>
        <pc:sldMkLst>
          <pc:docMk/>
          <pc:sldMk cId="1573034828" sldId="421"/>
        </pc:sldMkLst>
        <pc:spChg chg="mod">
          <ac:chgData name="Micek, Vojtech" userId="fad96f9e-f70a-4f88-83ee-977fb340ad6e" providerId="ADAL" clId="{700A9DA4-1B0F-4341-A903-B6D73D7B7A36}" dt="2026-03-30T11:50:55.034" v="738" actId="20577"/>
          <ac:spMkLst>
            <pc:docMk/>
            <pc:sldMk cId="1573034828" sldId="421"/>
            <ac:spMk id="2" creationId="{5CCFFBDF-8F7E-938C-6F85-44EA6C373EFE}"/>
          </ac:spMkLst>
        </pc:spChg>
        <pc:picChg chg="add del mod modCrop">
          <ac:chgData name="Micek, Vojtech" userId="fad96f9e-f70a-4f88-83ee-977fb340ad6e" providerId="ADAL" clId="{700A9DA4-1B0F-4341-A903-B6D73D7B7A36}" dt="2026-03-30T11:53:25.962" v="765" actId="1076"/>
          <ac:picMkLst>
            <pc:docMk/>
            <pc:sldMk cId="1573034828" sldId="421"/>
            <ac:picMk id="5" creationId="{AD477128-3291-1579-FCCD-D8089165776F}"/>
          </ac:picMkLst>
        </pc:picChg>
        <pc:picChg chg="add mod modCrop">
          <ac:chgData name="Micek, Vojtech" userId="fad96f9e-f70a-4f88-83ee-977fb340ad6e" providerId="ADAL" clId="{700A9DA4-1B0F-4341-A903-B6D73D7B7A36}" dt="2026-03-30T11:53:28.250" v="766" actId="1076"/>
          <ac:picMkLst>
            <pc:docMk/>
            <pc:sldMk cId="1573034828" sldId="421"/>
            <ac:picMk id="8" creationId="{A81EA309-2443-A8F5-BEFC-0EF2D13BE624}"/>
          </ac:picMkLst>
        </pc:picChg>
      </pc:sldChg>
      <pc:sldChg chg="addSp delSp modSp add mod">
        <pc:chgData name="Micek, Vojtech" userId="fad96f9e-f70a-4f88-83ee-977fb340ad6e" providerId="ADAL" clId="{700A9DA4-1B0F-4341-A903-B6D73D7B7A36}" dt="2026-03-30T12:01:36.979" v="867" actId="20577"/>
        <pc:sldMkLst>
          <pc:docMk/>
          <pc:sldMk cId="3466689286" sldId="422"/>
        </pc:sldMkLst>
        <pc:spChg chg="mod">
          <ac:chgData name="Micek, Vojtech" userId="fad96f9e-f70a-4f88-83ee-977fb340ad6e" providerId="ADAL" clId="{700A9DA4-1B0F-4341-A903-B6D73D7B7A36}" dt="2026-03-30T12:01:36.979" v="867" actId="20577"/>
          <ac:spMkLst>
            <pc:docMk/>
            <pc:sldMk cId="3466689286" sldId="422"/>
            <ac:spMk id="2" creationId="{E0C7B647-1E4D-5FC3-A5F7-7DB7C9A5CF05}"/>
          </ac:spMkLst>
        </pc:spChg>
        <pc:spChg chg="add mod">
          <ac:chgData name="Micek, Vojtech" userId="fad96f9e-f70a-4f88-83ee-977fb340ad6e" providerId="ADAL" clId="{700A9DA4-1B0F-4341-A903-B6D73D7B7A36}" dt="2026-03-30T12:00:18.608" v="807" actId="207"/>
          <ac:spMkLst>
            <pc:docMk/>
            <pc:sldMk cId="3466689286" sldId="422"/>
            <ac:spMk id="3" creationId="{85154CC0-3CAC-58C4-62D1-57D567516651}"/>
          </ac:spMkLst>
        </pc:spChg>
        <pc:spChg chg="add mod">
          <ac:chgData name="Micek, Vojtech" userId="fad96f9e-f70a-4f88-83ee-977fb340ad6e" providerId="ADAL" clId="{700A9DA4-1B0F-4341-A903-B6D73D7B7A36}" dt="2026-03-30T12:00:22.027" v="808" actId="207"/>
          <ac:spMkLst>
            <pc:docMk/>
            <pc:sldMk cId="3466689286" sldId="422"/>
            <ac:spMk id="5" creationId="{CAFBF952-3E24-6144-DACD-5EB23EF295D7}"/>
          </ac:spMkLst>
        </pc:spChg>
        <pc:picChg chg="add mod">
          <ac:chgData name="Micek, Vojtech" userId="fad96f9e-f70a-4f88-83ee-977fb340ad6e" providerId="ADAL" clId="{700A9DA4-1B0F-4341-A903-B6D73D7B7A36}" dt="2026-03-30T12:00:05.728" v="805"/>
          <ac:picMkLst>
            <pc:docMk/>
            <pc:sldMk cId="3466689286" sldId="422"/>
            <ac:picMk id="7" creationId="{6CA27B11-9DFA-04DD-8A8D-C0F37E196560}"/>
          </ac:picMkLst>
        </pc:picChg>
        <pc:picChg chg="del">
          <ac:chgData name="Micek, Vojtech" userId="fad96f9e-f70a-4f88-83ee-977fb340ad6e" providerId="ADAL" clId="{700A9DA4-1B0F-4341-A903-B6D73D7B7A36}" dt="2026-03-30T11:59:35.637" v="804" actId="478"/>
          <ac:picMkLst>
            <pc:docMk/>
            <pc:sldMk cId="3466689286" sldId="422"/>
            <ac:picMk id="8" creationId="{4136A587-0295-C90D-40EE-1C3382502C26}"/>
          </ac:picMkLst>
        </pc:picChg>
        <pc:picChg chg="add mod">
          <ac:chgData name="Micek, Vojtech" userId="fad96f9e-f70a-4f88-83ee-977fb340ad6e" providerId="ADAL" clId="{700A9DA4-1B0F-4341-A903-B6D73D7B7A36}" dt="2026-03-30T12:00:05.728" v="805"/>
          <ac:picMkLst>
            <pc:docMk/>
            <pc:sldMk cId="3466689286" sldId="422"/>
            <ac:picMk id="9" creationId="{A12878A4-9B83-3AE6-1F1F-E3BECE9BDA49}"/>
          </ac:picMkLst>
        </pc:picChg>
        <pc:cxnChg chg="add mod">
          <ac:chgData name="Micek, Vojtech" userId="fad96f9e-f70a-4f88-83ee-977fb340ad6e" providerId="ADAL" clId="{700A9DA4-1B0F-4341-A903-B6D73D7B7A36}" dt="2026-03-30T12:00:05.728" v="805"/>
          <ac:cxnSpMkLst>
            <pc:docMk/>
            <pc:sldMk cId="3466689286" sldId="422"/>
            <ac:cxnSpMk id="10" creationId="{E078BCFF-68EF-FE81-7B51-8BAF812B2819}"/>
          </ac:cxnSpMkLst>
        </pc:cxnChg>
        <pc:cxnChg chg="add mod">
          <ac:chgData name="Micek, Vojtech" userId="fad96f9e-f70a-4f88-83ee-977fb340ad6e" providerId="ADAL" clId="{700A9DA4-1B0F-4341-A903-B6D73D7B7A36}" dt="2026-03-30T12:00:05.728" v="805"/>
          <ac:cxnSpMkLst>
            <pc:docMk/>
            <pc:sldMk cId="3466689286" sldId="422"/>
            <ac:cxnSpMk id="11" creationId="{8F8B78F7-4CCD-3912-B3CB-2722BF4E80B3}"/>
          </ac:cxnSpMkLst>
        </pc:cxnChg>
      </pc:sldChg>
      <pc:sldChg chg="addSp delSp modSp add mod">
        <pc:chgData name="Micek, Vojtech" userId="fad96f9e-f70a-4f88-83ee-977fb340ad6e" providerId="ADAL" clId="{700A9DA4-1B0F-4341-A903-B6D73D7B7A36}" dt="2026-03-30T12:04:16.832" v="909" actId="1076"/>
        <pc:sldMkLst>
          <pc:docMk/>
          <pc:sldMk cId="820980825" sldId="423"/>
        </pc:sldMkLst>
        <pc:spChg chg="mod">
          <ac:chgData name="Micek, Vojtech" userId="fad96f9e-f70a-4f88-83ee-977fb340ad6e" providerId="ADAL" clId="{700A9DA4-1B0F-4341-A903-B6D73D7B7A36}" dt="2026-03-30T12:02:04.354" v="905" actId="20577"/>
          <ac:spMkLst>
            <pc:docMk/>
            <pc:sldMk cId="820980825" sldId="423"/>
            <ac:spMk id="2" creationId="{0D2759A8-CE24-E84A-3979-6C25C4134B42}"/>
          </ac:spMkLst>
        </pc:spChg>
        <pc:spChg chg="del">
          <ac:chgData name="Micek, Vojtech" userId="fad96f9e-f70a-4f88-83ee-977fb340ad6e" providerId="ADAL" clId="{700A9DA4-1B0F-4341-A903-B6D73D7B7A36}" dt="2026-03-30T12:00:38.438" v="816" actId="478"/>
          <ac:spMkLst>
            <pc:docMk/>
            <pc:sldMk cId="820980825" sldId="423"/>
            <ac:spMk id="3" creationId="{090824FD-8369-3D2B-8F70-AB3E93FE0194}"/>
          </ac:spMkLst>
        </pc:spChg>
        <pc:spChg chg="del mod">
          <ac:chgData name="Micek, Vojtech" userId="fad96f9e-f70a-4f88-83ee-977fb340ad6e" providerId="ADAL" clId="{700A9DA4-1B0F-4341-A903-B6D73D7B7A36}" dt="2026-03-30T12:00:35.843" v="813" actId="478"/>
          <ac:spMkLst>
            <pc:docMk/>
            <pc:sldMk cId="820980825" sldId="423"/>
            <ac:spMk id="5" creationId="{1B421A0F-37B9-340A-98BF-292977625112}"/>
          </ac:spMkLst>
        </pc:spChg>
        <pc:picChg chg="del">
          <ac:chgData name="Micek, Vojtech" userId="fad96f9e-f70a-4f88-83ee-977fb340ad6e" providerId="ADAL" clId="{700A9DA4-1B0F-4341-A903-B6D73D7B7A36}" dt="2026-03-30T12:00:34.279" v="811" actId="478"/>
          <ac:picMkLst>
            <pc:docMk/>
            <pc:sldMk cId="820980825" sldId="423"/>
            <ac:picMk id="7" creationId="{FEC9F5E8-3B3F-FEA4-792F-F2B2983F4C0B}"/>
          </ac:picMkLst>
        </pc:picChg>
        <pc:picChg chg="add mod">
          <ac:chgData name="Micek, Vojtech" userId="fad96f9e-f70a-4f88-83ee-977fb340ad6e" providerId="ADAL" clId="{700A9DA4-1B0F-4341-A903-B6D73D7B7A36}" dt="2026-03-30T12:01:11.906" v="824" actId="1076"/>
          <ac:picMkLst>
            <pc:docMk/>
            <pc:sldMk cId="820980825" sldId="423"/>
            <ac:picMk id="8" creationId="{57FEC13E-E208-E49B-DBAF-ABA6C3C7AFB7}"/>
          </ac:picMkLst>
        </pc:picChg>
        <pc:picChg chg="del">
          <ac:chgData name="Micek, Vojtech" userId="fad96f9e-f70a-4f88-83ee-977fb340ad6e" providerId="ADAL" clId="{700A9DA4-1B0F-4341-A903-B6D73D7B7A36}" dt="2026-03-30T12:00:33.751" v="810" actId="478"/>
          <ac:picMkLst>
            <pc:docMk/>
            <pc:sldMk cId="820980825" sldId="423"/>
            <ac:picMk id="9" creationId="{543FD521-782F-68B2-84AA-41A7840A9CC8}"/>
          </ac:picMkLst>
        </pc:picChg>
        <pc:picChg chg="add mod">
          <ac:chgData name="Micek, Vojtech" userId="fad96f9e-f70a-4f88-83ee-977fb340ad6e" providerId="ADAL" clId="{700A9DA4-1B0F-4341-A903-B6D73D7B7A36}" dt="2026-03-30T12:04:16.832" v="909" actId="1076"/>
          <ac:picMkLst>
            <pc:docMk/>
            <pc:sldMk cId="820980825" sldId="423"/>
            <ac:picMk id="15" creationId="{6B2CDED8-0C18-C55A-CE9A-1A8D1D25FE29}"/>
          </ac:picMkLst>
        </pc:picChg>
        <pc:cxnChg chg="del">
          <ac:chgData name="Micek, Vojtech" userId="fad96f9e-f70a-4f88-83ee-977fb340ad6e" providerId="ADAL" clId="{700A9DA4-1B0F-4341-A903-B6D73D7B7A36}" dt="2026-03-30T12:00:37.156" v="815" actId="478"/>
          <ac:cxnSpMkLst>
            <pc:docMk/>
            <pc:sldMk cId="820980825" sldId="423"/>
            <ac:cxnSpMk id="10" creationId="{94A66F3B-3DEB-0889-878C-ECABFDC66D52}"/>
          </ac:cxnSpMkLst>
        </pc:cxnChg>
        <pc:cxnChg chg="del">
          <ac:chgData name="Micek, Vojtech" userId="fad96f9e-f70a-4f88-83ee-977fb340ad6e" providerId="ADAL" clId="{700A9DA4-1B0F-4341-A903-B6D73D7B7A36}" dt="2026-03-30T12:00:36.465" v="814" actId="478"/>
          <ac:cxnSpMkLst>
            <pc:docMk/>
            <pc:sldMk cId="820980825" sldId="423"/>
            <ac:cxnSpMk id="11" creationId="{3ECFE30D-125B-E065-52B4-2A5AC2DE2EB1}"/>
          </ac:cxnSpMkLst>
        </pc:cxnChg>
        <pc:cxnChg chg="add mod">
          <ac:chgData name="Micek, Vojtech" userId="fad96f9e-f70a-4f88-83ee-977fb340ad6e" providerId="ADAL" clId="{700A9DA4-1B0F-4341-A903-B6D73D7B7A36}" dt="2026-03-30T12:01:14.312" v="825" actId="1076"/>
          <ac:cxnSpMkLst>
            <pc:docMk/>
            <pc:sldMk cId="820980825" sldId="423"/>
            <ac:cxnSpMk id="12" creationId="{1D854F26-718C-A0B2-D4C2-A6312C1FEFAA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361679-4A74-4A71-ACC3-87F7BF756F75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25CCE6-E92F-4D1E-B68D-9B921BB64A9C}">
      <dgm:prSet phldrT="[Text]" custT="1"/>
      <dgm:spPr>
        <a:xfrm>
          <a:off x="1371" y="1890758"/>
          <a:ext cx="2246081" cy="898432"/>
        </a:xfrm>
        <a:prstGeom prst="homePlate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 algn="ctr">
            <a:buNone/>
          </a:pPr>
          <a:r>
            <a:rPr lang="cs-CZ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Nastavení způsobu ovládání</a:t>
          </a:r>
          <a:endParaRPr lang="en-US" sz="1600" b="1" dirty="0">
            <a:solidFill>
              <a:srgbClr val="2C2C2C"/>
            </a:solidFill>
            <a:latin typeface="Noto Sans"/>
            <a:ea typeface="+mn-ea"/>
            <a:cs typeface="+mn-cs"/>
          </a:endParaRPr>
        </a:p>
      </dgm:t>
    </dgm:pt>
    <dgm:pt modelId="{02949644-8CB0-4E38-A8A7-8048533299F1}" type="parTrans" cxnId="{A6C9CB8C-BA32-44AB-8972-1901DB560C81}">
      <dgm:prSet/>
      <dgm:spPr/>
      <dgm:t>
        <a:bodyPr/>
        <a:lstStyle/>
        <a:p>
          <a:endParaRPr lang="en-US" sz="1600" b="1"/>
        </a:p>
      </dgm:t>
    </dgm:pt>
    <dgm:pt modelId="{926678E1-216C-4AEA-B9AF-0CF35B8A10F2}" type="sibTrans" cxnId="{A6C9CB8C-BA32-44AB-8972-1901DB560C81}">
      <dgm:prSet/>
      <dgm:spPr/>
      <dgm:t>
        <a:bodyPr/>
        <a:lstStyle/>
        <a:p>
          <a:endParaRPr lang="en-US" sz="1600" b="1"/>
        </a:p>
      </dgm:t>
    </dgm:pt>
    <dgm:pt modelId="{0F69F7BD-90F7-4443-98CC-3703F4D2121C}">
      <dgm:prSet phldrT="[Text]" custT="1"/>
      <dgm:spPr>
        <a:xfrm>
          <a:off x="1798236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cs-CZ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Nastavení parametrů jednotlivých kanálů</a:t>
          </a:r>
          <a:endParaRPr lang="en-US" sz="1600" b="1" dirty="0">
            <a:solidFill>
              <a:srgbClr val="2C2C2C"/>
            </a:solidFill>
            <a:latin typeface="Noto Sans"/>
            <a:ea typeface="+mn-ea"/>
            <a:cs typeface="+mn-cs"/>
          </a:endParaRPr>
        </a:p>
      </dgm:t>
    </dgm:pt>
    <dgm:pt modelId="{D6FDC06F-67A8-437A-BF96-C22385CB1A2B}" type="parTrans" cxnId="{02FEFC6B-A44B-4160-9AE3-52EEA688B7D3}">
      <dgm:prSet/>
      <dgm:spPr/>
      <dgm:t>
        <a:bodyPr/>
        <a:lstStyle/>
        <a:p>
          <a:endParaRPr lang="en-US" sz="1600" b="1"/>
        </a:p>
      </dgm:t>
    </dgm:pt>
    <dgm:pt modelId="{061C9053-4B68-4E19-ACE8-C9F583C3E415}" type="sibTrans" cxnId="{02FEFC6B-A44B-4160-9AE3-52EEA688B7D3}">
      <dgm:prSet/>
      <dgm:spPr/>
      <dgm:t>
        <a:bodyPr/>
        <a:lstStyle/>
        <a:p>
          <a:endParaRPr lang="en-US" sz="1600" b="1"/>
        </a:p>
      </dgm:t>
    </dgm:pt>
    <dgm:pt modelId="{66551054-DF4E-4963-A948-04BD6D2C383E}">
      <dgm:prSet phldrT="[Text]" custT="1"/>
      <dgm:spPr>
        <a:xfrm>
          <a:off x="3595101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cs-CZ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Zapnutí testu</a:t>
          </a:r>
          <a:endParaRPr lang="en-US" sz="1600" b="1" dirty="0">
            <a:solidFill>
              <a:srgbClr val="2C2C2C"/>
            </a:solidFill>
            <a:latin typeface="Noto Sans"/>
            <a:ea typeface="+mn-ea"/>
            <a:cs typeface="+mn-cs"/>
          </a:endParaRPr>
        </a:p>
      </dgm:t>
    </dgm:pt>
    <dgm:pt modelId="{248CC8B2-7154-44C2-8D09-8B0D6585BA5C}" type="sibTrans" cxnId="{9B827163-6485-40FF-A088-9EBACEA75C6C}">
      <dgm:prSet/>
      <dgm:spPr/>
      <dgm:t>
        <a:bodyPr/>
        <a:lstStyle/>
        <a:p>
          <a:endParaRPr lang="en-US" sz="1600" b="1"/>
        </a:p>
      </dgm:t>
    </dgm:pt>
    <dgm:pt modelId="{32B9AA8F-6EAC-49EF-8615-1A8569348F35}" type="parTrans" cxnId="{9B827163-6485-40FF-A088-9EBACEA75C6C}">
      <dgm:prSet/>
      <dgm:spPr/>
      <dgm:t>
        <a:bodyPr/>
        <a:lstStyle/>
        <a:p>
          <a:endParaRPr lang="en-US" sz="1600" b="1"/>
        </a:p>
      </dgm:t>
    </dgm:pt>
    <dgm:pt modelId="{6A3C2257-FB27-4BF2-B1B2-CB8DD1A8F614}">
      <dgm:prSet phldrT="[Text]" custT="1"/>
      <dgm:spPr>
        <a:xfrm>
          <a:off x="5391966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cs-CZ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Sledování průběhu testování</a:t>
          </a:r>
          <a:endParaRPr lang="en-US" sz="1600" b="1" dirty="0">
            <a:solidFill>
              <a:srgbClr val="2C2C2C"/>
            </a:solidFill>
            <a:latin typeface="Noto Sans"/>
            <a:ea typeface="+mn-ea"/>
            <a:cs typeface="+mn-cs"/>
          </a:endParaRPr>
        </a:p>
      </dgm:t>
    </dgm:pt>
    <dgm:pt modelId="{2AA7C21E-1BC5-4361-B5F0-999EBF1FC565}" type="sibTrans" cxnId="{0E51A9B1-5D1D-4896-88C5-7F85ED811022}">
      <dgm:prSet/>
      <dgm:spPr/>
      <dgm:t>
        <a:bodyPr/>
        <a:lstStyle/>
        <a:p>
          <a:endParaRPr lang="en-US" sz="1600" b="1"/>
        </a:p>
      </dgm:t>
    </dgm:pt>
    <dgm:pt modelId="{3F36E465-AC52-44CB-A578-DF8F7526E809}" type="parTrans" cxnId="{0E51A9B1-5D1D-4896-88C5-7F85ED811022}">
      <dgm:prSet/>
      <dgm:spPr/>
      <dgm:t>
        <a:bodyPr/>
        <a:lstStyle/>
        <a:p>
          <a:endParaRPr lang="en-US" sz="1600" b="1"/>
        </a:p>
      </dgm:t>
    </dgm:pt>
    <dgm:pt modelId="{D7E74E6B-A809-4663-9765-16885CC028C1}">
      <dgm:prSet phldrT="[Text]" custT="1"/>
      <dgm:spPr>
        <a:xfrm>
          <a:off x="7188832" y="1890758"/>
          <a:ext cx="2246081" cy="89843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gm:spPr>
      <dgm:t>
        <a:bodyPr/>
        <a:lstStyle/>
        <a:p>
          <a:pPr>
            <a:buNone/>
          </a:pPr>
          <a:r>
            <a:rPr lang="cs-CZ" sz="1600" b="1" dirty="0">
              <a:solidFill>
                <a:srgbClr val="2C2C2C"/>
              </a:solidFill>
              <a:latin typeface="Noto Sans"/>
              <a:ea typeface="+mn-ea"/>
              <a:cs typeface="+mn-cs"/>
            </a:rPr>
            <a:t>Vyhodnotit výsledky testu</a:t>
          </a:r>
          <a:endParaRPr lang="en-US" sz="1600" b="1" dirty="0">
            <a:solidFill>
              <a:srgbClr val="2C2C2C"/>
            </a:solidFill>
            <a:latin typeface="Noto Sans"/>
            <a:ea typeface="+mn-ea"/>
            <a:cs typeface="+mn-cs"/>
          </a:endParaRPr>
        </a:p>
      </dgm:t>
    </dgm:pt>
    <dgm:pt modelId="{7F042D7A-2111-43C8-8BBF-DC7C68301806}" type="sibTrans" cxnId="{116A471A-7A8C-4EFE-AB17-FD114C44D1DC}">
      <dgm:prSet/>
      <dgm:spPr/>
      <dgm:t>
        <a:bodyPr/>
        <a:lstStyle/>
        <a:p>
          <a:endParaRPr lang="en-US" sz="1600" b="1"/>
        </a:p>
      </dgm:t>
    </dgm:pt>
    <dgm:pt modelId="{9304A778-176A-473A-8874-EABFAF4BB6AA}" type="parTrans" cxnId="{116A471A-7A8C-4EFE-AB17-FD114C44D1DC}">
      <dgm:prSet/>
      <dgm:spPr/>
      <dgm:t>
        <a:bodyPr/>
        <a:lstStyle/>
        <a:p>
          <a:endParaRPr lang="en-US" sz="1600" b="1"/>
        </a:p>
      </dgm:t>
    </dgm:pt>
    <dgm:pt modelId="{AC2C5F20-FC59-4A12-8891-8A45B3AEBD20}" type="pres">
      <dgm:prSet presAssocID="{E4361679-4A74-4A71-ACC3-87F7BF756F75}" presName="Name0" presStyleCnt="0">
        <dgm:presLayoutVars>
          <dgm:dir/>
          <dgm:resizeHandles val="exact"/>
        </dgm:presLayoutVars>
      </dgm:prSet>
      <dgm:spPr/>
    </dgm:pt>
    <dgm:pt modelId="{806C94AC-AB2E-4DFF-AEF3-733DCE6070F5}" type="pres">
      <dgm:prSet presAssocID="{5825CCE6-E92F-4D1E-B68D-9B921BB64A9C}" presName="parTxOnly" presStyleLbl="node1" presStyleIdx="0" presStyleCnt="5" custLinFactX="-87007" custLinFactNeighborX="-100000">
        <dgm:presLayoutVars>
          <dgm:bulletEnabled val="1"/>
        </dgm:presLayoutVars>
      </dgm:prSet>
      <dgm:spPr/>
    </dgm:pt>
    <dgm:pt modelId="{0AC2FF67-225A-48A2-9FA3-A78445C78893}" type="pres">
      <dgm:prSet presAssocID="{926678E1-216C-4AEA-B9AF-0CF35B8A10F2}" presName="parSpace" presStyleCnt="0"/>
      <dgm:spPr/>
    </dgm:pt>
    <dgm:pt modelId="{A679FFC9-809C-4B63-9E8C-FEA3D2935D6C}" type="pres">
      <dgm:prSet presAssocID="{0F69F7BD-90F7-4443-98CC-3703F4D2121C}" presName="parTxOnly" presStyleLbl="node1" presStyleIdx="1" presStyleCnt="5">
        <dgm:presLayoutVars>
          <dgm:bulletEnabled val="1"/>
        </dgm:presLayoutVars>
      </dgm:prSet>
      <dgm:spPr/>
    </dgm:pt>
    <dgm:pt modelId="{6562B910-09D5-41EE-B501-DFA063FAADD2}" type="pres">
      <dgm:prSet presAssocID="{061C9053-4B68-4E19-ACE8-C9F583C3E415}" presName="parSpace" presStyleCnt="0"/>
      <dgm:spPr/>
    </dgm:pt>
    <dgm:pt modelId="{52554C8F-6B76-4428-970B-3F0126AF0496}" type="pres">
      <dgm:prSet presAssocID="{66551054-DF4E-4963-A948-04BD6D2C383E}" presName="parTxOnly" presStyleLbl="node1" presStyleIdx="2" presStyleCnt="5" custLinFactNeighborX="-1819">
        <dgm:presLayoutVars>
          <dgm:bulletEnabled val="1"/>
        </dgm:presLayoutVars>
      </dgm:prSet>
      <dgm:spPr/>
    </dgm:pt>
    <dgm:pt modelId="{56C68B76-E4FD-4636-80BE-D1DB659AC579}" type="pres">
      <dgm:prSet presAssocID="{248CC8B2-7154-44C2-8D09-8B0D6585BA5C}" presName="parSpace" presStyleCnt="0"/>
      <dgm:spPr/>
    </dgm:pt>
    <dgm:pt modelId="{43826115-B1D2-477B-9048-2F7AA5FFD7BA}" type="pres">
      <dgm:prSet presAssocID="{6A3C2257-FB27-4BF2-B1B2-CB8DD1A8F614}" presName="parTxOnly" presStyleLbl="node1" presStyleIdx="3" presStyleCnt="5">
        <dgm:presLayoutVars>
          <dgm:bulletEnabled val="1"/>
        </dgm:presLayoutVars>
      </dgm:prSet>
      <dgm:spPr/>
    </dgm:pt>
    <dgm:pt modelId="{F133FCC1-C6A5-4EA3-BB6A-8138D3262372}" type="pres">
      <dgm:prSet presAssocID="{2AA7C21E-1BC5-4361-B5F0-999EBF1FC565}" presName="parSpace" presStyleCnt="0"/>
      <dgm:spPr/>
    </dgm:pt>
    <dgm:pt modelId="{6F0001C0-DADC-4B5D-9800-62B665752EB6}" type="pres">
      <dgm:prSet presAssocID="{D7E74E6B-A809-4663-9765-16885CC028C1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5E9CDB0D-A133-4AA1-84A1-21EE3F0F0E7F}" type="presOf" srcId="{5825CCE6-E92F-4D1E-B68D-9B921BB64A9C}" destId="{806C94AC-AB2E-4DFF-AEF3-733DCE6070F5}" srcOrd="0" destOrd="0" presId="urn:microsoft.com/office/officeart/2005/8/layout/hChevron3"/>
    <dgm:cxn modelId="{33588A14-FCBD-4435-9F3F-2FCC93AA4F18}" type="presOf" srcId="{D7E74E6B-A809-4663-9765-16885CC028C1}" destId="{6F0001C0-DADC-4B5D-9800-62B665752EB6}" srcOrd="0" destOrd="0" presId="urn:microsoft.com/office/officeart/2005/8/layout/hChevron3"/>
    <dgm:cxn modelId="{116A471A-7A8C-4EFE-AB17-FD114C44D1DC}" srcId="{E4361679-4A74-4A71-ACC3-87F7BF756F75}" destId="{D7E74E6B-A809-4663-9765-16885CC028C1}" srcOrd="4" destOrd="0" parTransId="{9304A778-176A-473A-8874-EABFAF4BB6AA}" sibTransId="{7F042D7A-2111-43C8-8BBF-DC7C68301806}"/>
    <dgm:cxn modelId="{263EF15C-77FB-41DE-9FEE-05356CB82E69}" type="presOf" srcId="{66551054-DF4E-4963-A948-04BD6D2C383E}" destId="{52554C8F-6B76-4428-970B-3F0126AF0496}" srcOrd="0" destOrd="0" presId="urn:microsoft.com/office/officeart/2005/8/layout/hChevron3"/>
    <dgm:cxn modelId="{9B827163-6485-40FF-A088-9EBACEA75C6C}" srcId="{E4361679-4A74-4A71-ACC3-87F7BF756F75}" destId="{66551054-DF4E-4963-A948-04BD6D2C383E}" srcOrd="2" destOrd="0" parTransId="{32B9AA8F-6EAC-49EF-8615-1A8569348F35}" sibTransId="{248CC8B2-7154-44C2-8D09-8B0D6585BA5C}"/>
    <dgm:cxn modelId="{02FEFC6B-A44B-4160-9AE3-52EEA688B7D3}" srcId="{E4361679-4A74-4A71-ACC3-87F7BF756F75}" destId="{0F69F7BD-90F7-4443-98CC-3703F4D2121C}" srcOrd="1" destOrd="0" parTransId="{D6FDC06F-67A8-437A-BF96-C22385CB1A2B}" sibTransId="{061C9053-4B68-4E19-ACE8-C9F583C3E415}"/>
    <dgm:cxn modelId="{C91A486E-15E5-44D4-9842-49CBF467E5A9}" type="presOf" srcId="{0F69F7BD-90F7-4443-98CC-3703F4D2121C}" destId="{A679FFC9-809C-4B63-9E8C-FEA3D2935D6C}" srcOrd="0" destOrd="0" presId="urn:microsoft.com/office/officeart/2005/8/layout/hChevron3"/>
    <dgm:cxn modelId="{A6C9CB8C-BA32-44AB-8972-1901DB560C81}" srcId="{E4361679-4A74-4A71-ACC3-87F7BF756F75}" destId="{5825CCE6-E92F-4D1E-B68D-9B921BB64A9C}" srcOrd="0" destOrd="0" parTransId="{02949644-8CB0-4E38-A8A7-8048533299F1}" sibTransId="{926678E1-216C-4AEA-B9AF-0CF35B8A10F2}"/>
    <dgm:cxn modelId="{4C7817AB-1C94-4FED-B568-C56F56B3413A}" type="presOf" srcId="{E4361679-4A74-4A71-ACC3-87F7BF756F75}" destId="{AC2C5F20-FC59-4A12-8891-8A45B3AEBD20}" srcOrd="0" destOrd="0" presId="urn:microsoft.com/office/officeart/2005/8/layout/hChevron3"/>
    <dgm:cxn modelId="{0E51A9B1-5D1D-4896-88C5-7F85ED811022}" srcId="{E4361679-4A74-4A71-ACC3-87F7BF756F75}" destId="{6A3C2257-FB27-4BF2-B1B2-CB8DD1A8F614}" srcOrd="3" destOrd="0" parTransId="{3F36E465-AC52-44CB-A578-DF8F7526E809}" sibTransId="{2AA7C21E-1BC5-4361-B5F0-999EBF1FC565}"/>
    <dgm:cxn modelId="{9BD5E9CD-9A47-42AD-AF97-94881DA109E1}" type="presOf" srcId="{6A3C2257-FB27-4BF2-B1B2-CB8DD1A8F614}" destId="{43826115-B1D2-477B-9048-2F7AA5FFD7BA}" srcOrd="0" destOrd="0" presId="urn:microsoft.com/office/officeart/2005/8/layout/hChevron3"/>
    <dgm:cxn modelId="{08EF7776-26E1-4E5D-BBFF-D015570582AC}" type="presParOf" srcId="{AC2C5F20-FC59-4A12-8891-8A45B3AEBD20}" destId="{806C94AC-AB2E-4DFF-AEF3-733DCE6070F5}" srcOrd="0" destOrd="0" presId="urn:microsoft.com/office/officeart/2005/8/layout/hChevron3"/>
    <dgm:cxn modelId="{0F14C2D2-69FE-4CB7-9369-9F616C067513}" type="presParOf" srcId="{AC2C5F20-FC59-4A12-8891-8A45B3AEBD20}" destId="{0AC2FF67-225A-48A2-9FA3-A78445C78893}" srcOrd="1" destOrd="0" presId="urn:microsoft.com/office/officeart/2005/8/layout/hChevron3"/>
    <dgm:cxn modelId="{56E1ABC4-D5B7-4981-BF69-04B62FF6BFDA}" type="presParOf" srcId="{AC2C5F20-FC59-4A12-8891-8A45B3AEBD20}" destId="{A679FFC9-809C-4B63-9E8C-FEA3D2935D6C}" srcOrd="2" destOrd="0" presId="urn:microsoft.com/office/officeart/2005/8/layout/hChevron3"/>
    <dgm:cxn modelId="{5628E390-0F40-49C6-A938-0F60DE069EA1}" type="presParOf" srcId="{AC2C5F20-FC59-4A12-8891-8A45B3AEBD20}" destId="{6562B910-09D5-41EE-B501-DFA063FAADD2}" srcOrd="3" destOrd="0" presId="urn:microsoft.com/office/officeart/2005/8/layout/hChevron3"/>
    <dgm:cxn modelId="{3CF407EA-B6BA-47BA-BE4A-B699C5D10832}" type="presParOf" srcId="{AC2C5F20-FC59-4A12-8891-8A45B3AEBD20}" destId="{52554C8F-6B76-4428-970B-3F0126AF0496}" srcOrd="4" destOrd="0" presId="urn:microsoft.com/office/officeart/2005/8/layout/hChevron3"/>
    <dgm:cxn modelId="{7CDB211D-CB2E-47E1-BE32-57EC366EFC07}" type="presParOf" srcId="{AC2C5F20-FC59-4A12-8891-8A45B3AEBD20}" destId="{56C68B76-E4FD-4636-80BE-D1DB659AC579}" srcOrd="5" destOrd="0" presId="urn:microsoft.com/office/officeart/2005/8/layout/hChevron3"/>
    <dgm:cxn modelId="{3AA41E38-A12D-4717-B22B-E8DEEE172867}" type="presParOf" srcId="{AC2C5F20-FC59-4A12-8891-8A45B3AEBD20}" destId="{43826115-B1D2-477B-9048-2F7AA5FFD7BA}" srcOrd="6" destOrd="0" presId="urn:microsoft.com/office/officeart/2005/8/layout/hChevron3"/>
    <dgm:cxn modelId="{1C0E8247-7FE5-4EFF-9327-E78C1ED2787D}" type="presParOf" srcId="{AC2C5F20-FC59-4A12-8891-8A45B3AEBD20}" destId="{F133FCC1-C6A5-4EA3-BB6A-8138D3262372}" srcOrd="7" destOrd="0" presId="urn:microsoft.com/office/officeart/2005/8/layout/hChevron3"/>
    <dgm:cxn modelId="{374E32E5-0FF4-4966-9FD8-930F6D25F033}" type="presParOf" srcId="{AC2C5F20-FC59-4A12-8891-8A45B3AEBD20}" destId="{6F0001C0-DADC-4B5D-9800-62B665752EB6}" srcOrd="8" destOrd="0" presId="urn:microsoft.com/office/officeart/2005/8/layout/hChevron3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6C94AC-AB2E-4DFF-AEF3-733DCE6070F5}">
      <dsp:nvSpPr>
        <dsp:cNvPr id="0" name=""/>
        <dsp:cNvSpPr/>
      </dsp:nvSpPr>
      <dsp:spPr>
        <a:xfrm>
          <a:off x="0" y="759778"/>
          <a:ext cx="2673906" cy="1069562"/>
        </a:xfrm>
        <a:prstGeom prst="homePlate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Nastavení způsobu ovládání</a:t>
          </a:r>
          <a:endParaRPr lang="en-US" sz="1600" b="1" kern="1200" dirty="0">
            <a:solidFill>
              <a:srgbClr val="2C2C2C"/>
            </a:solidFill>
            <a:latin typeface="Noto Sans"/>
            <a:ea typeface="+mn-ea"/>
            <a:cs typeface="+mn-cs"/>
          </a:endParaRPr>
        </a:p>
      </dsp:txBody>
      <dsp:txXfrm>
        <a:off x="0" y="759778"/>
        <a:ext cx="2406516" cy="1069562"/>
      </dsp:txXfrm>
    </dsp:sp>
    <dsp:sp modelId="{A679FFC9-809C-4B63-9E8C-FEA3D2935D6C}">
      <dsp:nvSpPr>
        <dsp:cNvPr id="0" name=""/>
        <dsp:cNvSpPr/>
      </dsp:nvSpPr>
      <dsp:spPr>
        <a:xfrm>
          <a:off x="2140496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Nastavení parametrů jednotlivých kanálů</a:t>
          </a:r>
          <a:endParaRPr lang="en-US" sz="1600" b="1" kern="1200" dirty="0">
            <a:solidFill>
              <a:srgbClr val="2C2C2C"/>
            </a:solidFill>
            <a:latin typeface="Noto Sans"/>
            <a:ea typeface="+mn-ea"/>
            <a:cs typeface="+mn-cs"/>
          </a:endParaRPr>
        </a:p>
      </dsp:txBody>
      <dsp:txXfrm>
        <a:off x="2675277" y="759778"/>
        <a:ext cx="1604344" cy="1069562"/>
      </dsp:txXfrm>
    </dsp:sp>
    <dsp:sp modelId="{52554C8F-6B76-4428-970B-3F0126AF0496}">
      <dsp:nvSpPr>
        <dsp:cNvPr id="0" name=""/>
        <dsp:cNvSpPr/>
      </dsp:nvSpPr>
      <dsp:spPr>
        <a:xfrm>
          <a:off x="4269894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Zapnutí testu</a:t>
          </a:r>
          <a:endParaRPr lang="en-US" sz="1600" b="1" kern="1200" dirty="0">
            <a:solidFill>
              <a:srgbClr val="2C2C2C"/>
            </a:solidFill>
            <a:latin typeface="Noto Sans"/>
            <a:ea typeface="+mn-ea"/>
            <a:cs typeface="+mn-cs"/>
          </a:endParaRPr>
        </a:p>
      </dsp:txBody>
      <dsp:txXfrm>
        <a:off x="4804675" y="759778"/>
        <a:ext cx="1604344" cy="1069562"/>
      </dsp:txXfrm>
    </dsp:sp>
    <dsp:sp modelId="{43826115-B1D2-477B-9048-2F7AA5FFD7BA}">
      <dsp:nvSpPr>
        <dsp:cNvPr id="0" name=""/>
        <dsp:cNvSpPr/>
      </dsp:nvSpPr>
      <dsp:spPr>
        <a:xfrm>
          <a:off x="6418746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Sledování průběhu testování</a:t>
          </a:r>
          <a:endParaRPr lang="en-US" sz="1600" b="1" kern="1200" dirty="0">
            <a:solidFill>
              <a:srgbClr val="2C2C2C"/>
            </a:solidFill>
            <a:latin typeface="Noto Sans"/>
            <a:ea typeface="+mn-ea"/>
            <a:cs typeface="+mn-cs"/>
          </a:endParaRPr>
        </a:p>
      </dsp:txBody>
      <dsp:txXfrm>
        <a:off x="6953527" y="759778"/>
        <a:ext cx="1604344" cy="1069562"/>
      </dsp:txXfrm>
    </dsp:sp>
    <dsp:sp modelId="{6F0001C0-DADC-4B5D-9800-62B665752EB6}">
      <dsp:nvSpPr>
        <dsp:cNvPr id="0" name=""/>
        <dsp:cNvSpPr/>
      </dsp:nvSpPr>
      <dsp:spPr>
        <a:xfrm>
          <a:off x="8557872" y="759778"/>
          <a:ext cx="2673906" cy="1069562"/>
        </a:xfrm>
        <a:prstGeom prst="chevron">
          <a:avLst/>
        </a:prstGeom>
        <a:solidFill>
          <a:sysClr val="window" lastClr="FFFFFF"/>
        </a:solidFill>
        <a:ln w="12700" cap="flat" cmpd="sng" algn="ctr">
          <a:solidFill>
            <a:srgbClr val="878787"/>
          </a:solidFill>
          <a:prstDash val="solid"/>
          <a:miter lim="800000"/>
          <a:headEnd type="none" w="med" len="med"/>
          <a:tailEnd type="none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600" b="1" kern="1200" dirty="0">
              <a:solidFill>
                <a:srgbClr val="2C2C2C"/>
              </a:solidFill>
              <a:latin typeface="Noto Sans"/>
              <a:ea typeface="+mn-ea"/>
              <a:cs typeface="+mn-cs"/>
            </a:rPr>
            <a:t>Vyhodnotit výsledky testu</a:t>
          </a:r>
          <a:endParaRPr lang="en-US" sz="1600" b="1" kern="1200" dirty="0">
            <a:solidFill>
              <a:srgbClr val="2C2C2C"/>
            </a:solidFill>
            <a:latin typeface="Noto Sans"/>
            <a:ea typeface="+mn-ea"/>
            <a:cs typeface="+mn-cs"/>
          </a:endParaRPr>
        </a:p>
      </dsp:txBody>
      <dsp:txXfrm>
        <a:off x="9092653" y="759778"/>
        <a:ext cx="1604344" cy="10695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A7E84B11-8086-A046-B6B7-F7A9DB5EAD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E5F8304-EF8E-7A48-A3EC-256BB4EB24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746FA-9F78-5A43-BFD1-03D27A7F3C92}" type="datetimeFigureOut">
              <a:rPr lang="cs-CZ" smtClean="0"/>
              <a:t>01.04.2026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CE85A97-9D2F-A74D-874B-B462CB8C63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B02496D-CD03-4446-AD06-43B91E1688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CC9C5-FF55-F544-A6D3-2B14C7549CF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421827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92D10F-BC7E-0545-A8D3-D708044527A6}" type="datetimeFigureOut">
              <a:rPr lang="cs-CZ" smtClean="0"/>
              <a:t>01.04.2026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cs-CZ"/>
              <a:t>Upravte styly předlohy textu.
Druhá úroveň
Třetí úroveň
Čtvrtá úroveň
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77E90-4C3A-1A40-BB34-28A95E688A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024213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3763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29433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FCEA1-66C9-619B-CAB4-A5EF93D62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F86F1-C953-8A0B-0496-EA6471A3F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F810EA-03EC-BFAC-545E-14334E003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93EC5-8DBE-A73C-117F-BC0F28F6CCD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7F92F3-B2F9-86D0-7A76-EE2B92B0A6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78453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1EA4D-14E3-258A-50AE-434F9D132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BE36F-7F5E-9E4A-78E3-1035C7731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D4BF90-3866-B016-E62C-3CF4B58E8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1E8CC-03B3-45B1-89E9-2A1AB5AD464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3706AB-8335-A682-E6F0-24AC97390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662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DD69B-C15B-E85D-7EED-3232CF78F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1468E-3708-249A-77AC-78452E02D4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2FBE03-1DAE-A8D6-CAFB-789E3E899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1D7381-0C86-B728-2D0B-37C1AF809C8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9BBFFD-241D-3649-705D-AE9C2010A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596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D4DFF-578F-669A-DBC6-85AFD173A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19DA1F-8DA3-71B3-3C3D-F5A12ED7B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EB0C56-EDDD-2B8F-C9AB-90152C5F8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2BD748-4F66-5514-6E4D-2B66A36EF3E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DD7DF-7E8E-ABD0-0DF1-6E7153467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7987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9BD5F-DFBB-00D3-60A9-204245FD3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AE865-4ACD-055E-7B91-BB8554EE6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EF4170-1F38-9571-3D07-4167AA60B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EA9A2-4B35-17E1-2009-8894E0B2419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B2396-9782-31D7-8E05-3C2D000E19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06474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DBF52-D23B-CAEC-33F5-A4D3E288E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4434FF-36AC-7876-0301-A62F36CFB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45705-9897-E74A-3A1C-D426783C1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FC1AD7-2D13-8375-1A2F-8FAB6B7D1F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B9BF9E-0D7B-ED1E-AFCB-87365BE804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9782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9A1F4-CCFE-64A5-93F9-7B2292DCD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1D30F8-7E2D-9233-8CEF-ECBB7AC2B8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ADC92-30C4-7923-A203-63C28DF62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F99222-AFC1-2770-7F71-152883BEAE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4BB77F-F1F5-FD72-CC78-3156E6311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29312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EE4E2-2D65-740A-DBE0-93EDDBBE2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883F57-9EE1-B248-EFDA-2A3055BEF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902B73-6B79-45E3-356F-814A757FB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B6B954-932E-6947-1225-8A74953A160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5DAFC-9B2F-C1F9-AECF-AE5C55A57C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780505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F8B9A-C014-2FB6-5185-BCB2ED696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E90B1A-4751-EA9E-0BA1-15B0605D3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350AF-62DB-2824-D6F6-72EC6D769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6976BA-7972-8499-9DCD-F415E3A63A5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846D9F-1CDB-F5D2-82E2-A7CBD888E0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109910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E102E-AF82-2B99-6C0C-2674DC6DA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EE59E-8F1F-23DF-A2AA-36C8B9870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1587B-D1EC-22E6-04BF-888098CC2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3EBC9D-A1AD-9B68-1F38-F3506B7C0E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B64E3D-3006-FA41-D1B3-6D9D5E864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29163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024CF-935D-C8DF-8A29-5ECB98049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66605D-F6CF-0D5C-28D5-85EEB5F3D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4E3E95-10B9-28E2-6F86-D1681927B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3965C1-EC79-91E9-9006-728A26F465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5F46C-DD41-2710-CCFD-372A902A4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22407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44FF9-6E05-A4D6-2A82-E346B6A60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C93279-BCB3-634A-1514-2988B1D47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F80B9F-7FE1-27B5-254C-4222C51C0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0B878-DE02-F2C8-9D0C-9217CA96AF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0B5F08-2A22-E013-9C27-823EC18CD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927029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AF485-6692-109B-30E0-86FBF4556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355501-3FEF-2EE1-C4E6-5ADD7C2D9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F10EA6-3CF4-CBEB-C32F-8419C1FC3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12EF1F-CCE3-A527-3F1B-A91211C1915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6FD34-80C1-67BF-F679-D4FCBEB74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6757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17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49D4D9A-0EBF-1E44-82EE-7C7911531D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6024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2F60A5-AF07-B541-AE6A-88569EB76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845" y="1122363"/>
            <a:ext cx="11807825" cy="2054225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2AB18D6-A597-8B4E-A383-BD55E7799B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845" y="3602037"/>
            <a:ext cx="11797067" cy="259873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EDE463D-611E-7641-BE67-E50FAADA5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AFFB-D433-B047-9BA8-E42A060EB3E7}" type="datetime3">
              <a:rPr lang="cs-CZ" smtClean="0"/>
              <a:t>01/04/26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1BC9F34-E144-0247-B652-197C07073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76199" y="6356349"/>
            <a:ext cx="9896625" cy="320377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C838B55-B834-7B40-AB95-C477904CC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53927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C6A7C0-0649-6040-A91B-A51D8870E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A670A8E-FAF4-EB48-A95A-5A580126D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600"/>
            </a:lvl1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65CAB9C-0386-8B4F-99ED-91992F801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01/04/26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733C643-BAC6-384B-8391-4C4A373E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E1B1056-E9A4-E849-AFE0-99640ED4F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58123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501A35-F9F4-C746-910A-0AB6C44A2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96" y="1052514"/>
            <a:ext cx="11796416" cy="1593868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E501E6E-0516-434B-9AFD-79C0FAE7D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497" y="2807746"/>
            <a:ext cx="11796416" cy="337790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1AAA1F3-AAB7-A046-B5C1-7E0FED02F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6486-B92A-5D40-B65E-EA3DE825AE5B}" type="datetime3">
              <a:rPr lang="cs-CZ" smtClean="0"/>
              <a:t>01/04/26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7E67D82-BA89-E943-BE3E-6FD326C1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47011"/>
            <a:ext cx="9937749" cy="318604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35E7D21-DA7F-BC4B-ADBF-66F03AA08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380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E10C0C-49DB-714B-8253-3919EEAB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96" y="1054247"/>
            <a:ext cx="11799716" cy="1021977"/>
          </a:xfrm>
        </p:spPr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AE45FF5-CFF7-BC4B-BE44-7DE11320BA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2846" y="2162287"/>
            <a:ext cx="5785204" cy="401467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E0186BD-CCF8-814D-8F98-56078DF4C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49" y="2162285"/>
            <a:ext cx="5795963" cy="403849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0C9FC7B-3212-0C45-8BA4-BD25FC408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2B60A-F8EB-A649-BA02-2207FB45044B}" type="datetime3">
              <a:rPr lang="cs-CZ" smtClean="0"/>
              <a:t>01/04/26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B71C6E2-9DD7-8649-B049-1FBCF5CC8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2876"/>
            <a:ext cx="9937749" cy="312739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AD2E780-8CA4-694B-B7E2-70742E384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0434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9E3C6D-02AA-BD44-84A9-B919C331D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315A8E6-4C0A-AA4C-9079-37AC28721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6160E-3D53-D847-9A74-1C37BCEA757F}" type="datetime3">
              <a:rPr lang="cs-CZ" smtClean="0"/>
              <a:t>01/04/26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8BB6F38-4D44-9840-89C1-FF42C22B0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2876"/>
            <a:ext cx="9937749" cy="312739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03DEF9F-619E-514F-B49B-61758FC0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2448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414C914-950A-7942-B0E9-3FEB6F7F3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BDC4E-A034-0F4F-963D-96AE1C40BED7}" type="datetime3">
              <a:rPr lang="cs-CZ" smtClean="0"/>
              <a:t>01/04/26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0DCF0096-0579-6045-8D0F-A71D64397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E670FDF-F365-974E-B39A-0DEC9CD46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7089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414C914-950A-7942-B0E9-3FEB6F7F3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28/3/2024</a:t>
            </a:r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0DCF0096-0579-6045-8D0F-A71D64397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  <a:prstGeom prst="rect">
            <a:avLst/>
          </a:prstGeom>
        </p:spPr>
        <p:txBody>
          <a:bodyPr/>
          <a:lstStyle/>
          <a:p>
            <a:r>
              <a:rPr lang="cs-CZ"/>
              <a:t>Převodník komunikace pro EMC komoru</a:t>
            </a: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E670FDF-F365-974E-B39A-0DEC9CD46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213" y="6356349"/>
            <a:ext cx="612775" cy="312739"/>
          </a:xfrm>
          <a:prstGeom prst="rect">
            <a:avLst/>
          </a:prstGeom>
        </p:spPr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FD4CE4-1DDE-1747-9474-B500B04E5D3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03497" y="1089025"/>
            <a:ext cx="11796415" cy="5111749"/>
          </a:xfrm>
        </p:spPr>
        <p:txBody>
          <a:bodyPr/>
          <a:lstStyle>
            <a:lvl1pPr>
              <a:defRPr sz="2000"/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77923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8A41D-18F5-2B4E-BE99-D6457D846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00582C-01B7-3F42-AD28-9B7DF4DD5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C3A37-4F77-534E-9AF3-D82BFE154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01.04.2026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DCCB8-70AD-574C-9AA9-B02DA9D9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3117F-487E-494C-9FA1-CB037C2C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9165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56EA4-94EE-9E4C-9451-0C053C350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0C682-265E-EE41-A540-118A3A390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DCE98-8002-BC4F-85CF-80F1678C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01.04.2026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00820-F6DD-5A4F-80F7-CAC42703D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03D53-E799-BF42-83F0-6B6D5E020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04107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2D3AB-3AE5-6C49-B89B-0B3333B9A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51D72-6450-1245-B950-D14EEE9BC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A13D4-2C24-4B4C-A527-27123477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01.04.2026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6D41A-5F70-D542-B768-4CA673DBA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84A22-3709-7E43-ADD3-04B31F1D2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91223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85BBB-390C-8746-8F6D-62B6435F2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52AC7-CCB6-7743-BA17-958390688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134D6-2490-5248-8BDE-DBC857FAD5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26196-17B1-8245-A58A-F8CFE5261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01.04.2026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613EA-3698-4344-847F-E2367A8ED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66FBF-FFBF-9746-9924-D6ECC8F22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0720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015BE-E091-174E-9BC7-1C1BCA6DC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7750E-8FBE-E846-AB80-9F86414BC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1511B-D22A-1245-A98E-3D2AFE55B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A5B39B-BFEB-134C-AB6F-4AB601CEDC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7821D6-D3D4-CF41-A511-5A5AC1081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5C7EB4-86D6-B743-9954-71FAD9D04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01.04.2026</a:t>
            </a:fld>
            <a:endParaRPr lang="cs-C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C364A0-F572-C149-849B-B307CD8BE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F28744-8951-9A4F-A3AA-DD575AE0E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7792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672057-05C0-D143-BA44-BD676CD9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01.04.2026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3BE2FB-8405-5C4E-A05E-0DC323AF6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D6ECD-2072-7649-8717-F6947C57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12331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499B7-157B-F045-9923-D12EED65E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647F9E-6176-9946-A28B-E20C2D515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D7A46-18AB-7B43-B05D-7EC3E7A08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01.04.2026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A48DC-3CD9-9542-B18D-D6CC3077A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FA9E0-9FA1-6145-9530-79E7D73F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6850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6D6CC12-ACA0-634F-80C9-398209300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96" y="1054247"/>
            <a:ext cx="11798620" cy="10219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cs-CZ" dirty="0"/>
              <a:t>Nadpis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7F40DBE-8FC7-7448-B1A4-0F1683F3C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1294" y="2229316"/>
            <a:ext cx="11798619" cy="39739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cs-CZ" dirty="0"/>
              <a:t>Upravte styly předlohy textu.
Druhá úroveň
Třetí úroveň
Čtvrtá úroveň
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6F516F3-F99B-5944-9236-CEAA133959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3497" y="6356350"/>
            <a:ext cx="926054" cy="312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D0002-C91F-8548-89A7-9BF65FF7DADF}" type="datetime3">
              <a:rPr lang="cs-CZ" smtClean="0"/>
              <a:t>01/04/26</a:t>
            </a:fld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6D98F16-2029-8D49-91DD-2C737D88D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2213" y="6356349"/>
            <a:ext cx="612775" cy="3127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44BAA-1A06-B141-8215-9D88CF6A7203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10" name="Zástupný symbol pro zápatí 9">
            <a:extLst>
              <a:ext uri="{FF2B5EF4-FFF2-40B4-BE49-F238E27FC236}">
                <a16:creationId xmlns:a16="http://schemas.microsoft.com/office/drawing/2014/main" id="{D62A909B-22CA-3945-A5C2-F5DBFE050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37129" y="6356351"/>
            <a:ext cx="9935695" cy="312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/>
              <a:t>text</a:t>
            </a:r>
            <a:endParaRPr lang="cs-CZ" dirty="0"/>
          </a:p>
        </p:txBody>
      </p:sp>
      <p:pic>
        <p:nvPicPr>
          <p:cNvPr id="113" name="Obrázek 112" descr="Obsah obrázku objekt&#10;&#10;&#10;&#10;Popis se vygeneroval automaticky.">
            <a:extLst>
              <a:ext uri="{FF2B5EF4-FFF2-40B4-BE49-F238E27FC236}">
                <a16:creationId xmlns:a16="http://schemas.microsoft.com/office/drawing/2014/main" id="{54F6AF1C-4EC2-DE46-BAB8-1CDC1100616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2846" y="199669"/>
            <a:ext cx="62230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5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67" r:id="rId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19" userDrawn="1">
          <p15:clr>
            <a:srgbClr val="F26B43"/>
          </p15:clr>
        </p15:guide>
        <p15:guide id="4" orient="horz" pos="4201" userDrawn="1">
          <p15:clr>
            <a:srgbClr val="F26B43"/>
          </p15:clr>
        </p15:guide>
        <p15:guide id="5" pos="121" userDrawn="1">
          <p15:clr>
            <a:srgbClr val="F26B43"/>
          </p15:clr>
        </p15:guide>
        <p15:guide id="6" pos="7559" userDrawn="1">
          <p15:clr>
            <a:srgbClr val="F26B43"/>
          </p15:clr>
        </p15:guide>
        <p15:guide id="7" pos="3772" userDrawn="1">
          <p15:clr>
            <a:srgbClr val="F26B43"/>
          </p15:clr>
        </p15:guide>
        <p15:guide id="8" pos="3908" userDrawn="1">
          <p15:clr>
            <a:srgbClr val="F26B43"/>
          </p15:clr>
        </p15:guide>
        <p15:guide id="9" orient="horz" pos="2001" userDrawn="1">
          <p15:clr>
            <a:srgbClr val="F26B43"/>
          </p15:clr>
        </p15:guide>
        <p15:guide id="10" pos="7151" userDrawn="1">
          <p15:clr>
            <a:srgbClr val="F26B43"/>
          </p15:clr>
        </p15:guide>
        <p15:guide id="11" pos="7038" userDrawn="1">
          <p15:clr>
            <a:srgbClr val="F26B43"/>
          </p15:clr>
        </p15:guide>
        <p15:guide id="12" orient="horz" pos="3997" userDrawn="1">
          <p15:clr>
            <a:srgbClr val="F26B43"/>
          </p15:clr>
        </p15:guide>
        <p15:guide id="13" pos="3659" userDrawn="1">
          <p15:clr>
            <a:srgbClr val="F26B43"/>
          </p15:clr>
        </p15:guide>
        <p15:guide id="14" orient="horz" pos="2432" userDrawn="1">
          <p15:clr>
            <a:srgbClr val="F26B43"/>
          </p15:clr>
        </p15:guide>
        <p15:guide id="15" orient="horz" pos="3906" userDrawn="1">
          <p15:clr>
            <a:srgbClr val="F26B43"/>
          </p15:clr>
        </p15:guide>
        <p15:guide id="16" orient="horz" pos="527" userDrawn="1">
          <p15:clr>
            <a:srgbClr val="F26B43"/>
          </p15:clr>
        </p15:guide>
        <p15:guide id="17" orient="horz" pos="663" userDrawn="1">
          <p15:clr>
            <a:srgbClr val="F26B43"/>
          </p15:clr>
        </p15:guide>
        <p15:guide id="18" pos="710" userDrawn="1">
          <p15:clr>
            <a:srgbClr val="F26B43"/>
          </p15:clr>
        </p15:guide>
        <p15:guide id="19" pos="77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22C198-AF9F-0A41-9A82-28EC7DDD7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5F5F5-E124-A54B-9981-D7FA5E3DE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942D7-B669-9940-B52D-60CF522EFE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BC748-752E-9E47-952B-1B6B12A8FBCB}" type="datetimeFigureOut">
              <a:rPr lang="cs-CZ" smtClean="0"/>
              <a:t>01.04.2026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2DEF7-65E0-8647-8D41-57980F1E51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E33C7-0C21-634B-9232-89AED6692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9919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3" r:id="rId6"/>
    <p:sldLayoutId id="2147483666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JP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9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125EE6-B3B9-584D-8AE9-F97A300BF9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F406394-021B-1F48-870E-FF4B927659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1DB3543-94B5-9540-A9C6-89D5D59C6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28/3/2024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F192057-D677-B841-A507-3E1E7264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Převodník komunikace pro EMC komoru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7D6F254-6F80-4B4E-848C-6E337A2C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0</a:t>
            </a:fld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2E935BB7-E917-3F47-BE50-456D94BE3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761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6C7814-19D0-D044-AD35-ED9091139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163" y="62561"/>
            <a:ext cx="11807825" cy="2638705"/>
          </a:xfrm>
        </p:spPr>
        <p:txBody>
          <a:bodyPr/>
          <a:lstStyle/>
          <a:p>
            <a:r>
              <a:rPr lang="cs-CZ" sz="4000" dirty="0">
                <a:solidFill>
                  <a:srgbClr val="00A499"/>
                </a:solidFill>
              </a:rPr>
              <a:t>Automatizovaný systém pro elektrické testování komponent v</a:t>
            </a:r>
            <a:r>
              <a:rPr lang="en-US" sz="4000" dirty="0">
                <a:solidFill>
                  <a:srgbClr val="00A499"/>
                </a:solidFill>
              </a:rPr>
              <a:t> </a:t>
            </a:r>
            <a:r>
              <a:rPr lang="cs-CZ" sz="4000" dirty="0">
                <a:solidFill>
                  <a:srgbClr val="00A499"/>
                </a:solidFill>
              </a:rPr>
              <a:t>automobilovém průmyslu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98121F1-3D8E-594F-90DB-4F0B98C01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AFFB-D433-B047-9BA8-E42A060EB3E7}" type="datetime3">
              <a:rPr lang="cs-CZ" smtClean="0"/>
              <a:t>01/04/26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4A7925D-4BBE-3C40-9FF4-E30546487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</a:t>
            </a:fld>
            <a:endParaRPr lang="cs-CZ"/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9D2BCB12-A0E4-2C6F-DC05-2A733F5A4ECF}"/>
              </a:ext>
            </a:extLst>
          </p:cNvPr>
          <p:cNvSpPr txBox="1">
            <a:spLocks/>
          </p:cNvSpPr>
          <p:nvPr/>
        </p:nvSpPr>
        <p:spPr>
          <a:xfrm>
            <a:off x="157163" y="2260982"/>
            <a:ext cx="11797067" cy="4240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dirty="0">
              <a:solidFill>
                <a:srgbClr val="BDBDBD"/>
              </a:solidFill>
            </a:endParaRPr>
          </a:p>
          <a:p>
            <a:endParaRPr lang="cs-CZ" dirty="0">
              <a:solidFill>
                <a:srgbClr val="00A499"/>
              </a:solidFill>
            </a:endParaRPr>
          </a:p>
          <a:p>
            <a:r>
              <a:rPr lang="en-US" dirty="0">
                <a:solidFill>
                  <a:srgbClr val="BDBDBD"/>
                </a:solidFill>
              </a:rPr>
              <a:t>Autor:</a:t>
            </a:r>
            <a:endParaRPr lang="cs-CZ" dirty="0">
              <a:solidFill>
                <a:srgbClr val="BDBDBD"/>
              </a:solidFill>
            </a:endParaRPr>
          </a:p>
          <a:p>
            <a:r>
              <a:rPr lang="en-US" sz="3000" dirty="0">
                <a:solidFill>
                  <a:srgbClr val="BDBDBD"/>
                </a:solidFill>
              </a:rPr>
              <a:t>Bc. Vojtěch Míček</a:t>
            </a:r>
          </a:p>
          <a:p>
            <a:endParaRPr lang="en-US" sz="3000" dirty="0">
              <a:solidFill>
                <a:srgbClr val="BDBDBD"/>
              </a:solidFill>
            </a:endParaRPr>
          </a:p>
          <a:p>
            <a:r>
              <a:rPr lang="en-US" sz="2000" dirty="0" err="1">
                <a:solidFill>
                  <a:srgbClr val="BDBDBD"/>
                </a:solidFill>
              </a:rPr>
              <a:t>Vedoucí</a:t>
            </a:r>
            <a:r>
              <a:rPr lang="en-US" sz="2000" dirty="0">
                <a:solidFill>
                  <a:srgbClr val="BDBDBD"/>
                </a:solidFill>
              </a:rPr>
              <a:t> </a:t>
            </a:r>
            <a:r>
              <a:rPr lang="en-US" sz="2000" dirty="0" err="1">
                <a:solidFill>
                  <a:srgbClr val="BDBDBD"/>
                </a:solidFill>
              </a:rPr>
              <a:t>práce</a:t>
            </a:r>
            <a:r>
              <a:rPr lang="en-US" sz="2000" dirty="0">
                <a:solidFill>
                  <a:srgbClr val="BDBDBD"/>
                </a:solidFill>
              </a:rPr>
              <a:t>:</a:t>
            </a:r>
          </a:p>
          <a:p>
            <a:r>
              <a:rPr lang="cs-CZ" sz="2800" dirty="0">
                <a:solidFill>
                  <a:srgbClr val="BDBDBD"/>
                </a:solidFill>
              </a:rPr>
              <a:t>doc. Ing. Hercík Radim, Ph.D.</a:t>
            </a:r>
          </a:p>
        </p:txBody>
      </p:sp>
    </p:spTree>
    <p:extLst>
      <p:ext uri="{BB962C8B-B14F-4D97-AF65-F5344CB8AC3E}">
        <p14:creationId xmlns:p14="http://schemas.microsoft.com/office/powerpoint/2010/main" val="1901649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09233-09E6-5F1B-9DCF-9E327AB1C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96" y="1052514"/>
            <a:ext cx="11796416" cy="822006"/>
          </a:xfrm>
        </p:spPr>
        <p:txBody>
          <a:bodyPr/>
          <a:lstStyle/>
          <a:p>
            <a:r>
              <a:rPr lang="en-US" dirty="0">
                <a:solidFill>
                  <a:srgbClr val="00A499"/>
                </a:solidFill>
              </a:rPr>
              <a:t>Body </a:t>
            </a:r>
            <a:r>
              <a:rPr lang="en-US" dirty="0" err="1">
                <a:solidFill>
                  <a:srgbClr val="00A499"/>
                </a:solidFill>
              </a:rPr>
              <a:t>zadání</a:t>
            </a:r>
            <a:endParaRPr lang="en-US" dirty="0">
              <a:solidFill>
                <a:srgbClr val="00A499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53A93-5E36-FC57-4D5A-833CD04EB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1" y="2204185"/>
            <a:ext cx="5627596" cy="398146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Návrh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dirty="0" err="1">
                <a:solidFill>
                  <a:schemeClr val="tx1"/>
                </a:solidFill>
              </a:rPr>
              <a:t>výroba</a:t>
            </a:r>
            <a:r>
              <a:rPr lang="en-US" sz="1800" dirty="0">
                <a:solidFill>
                  <a:schemeClr val="tx1"/>
                </a:solidFill>
              </a:rPr>
              <a:t> a </a:t>
            </a:r>
            <a:r>
              <a:rPr lang="en-US" sz="1800" dirty="0" err="1">
                <a:solidFill>
                  <a:schemeClr val="tx1"/>
                </a:solidFill>
              </a:rPr>
              <a:t>otestování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automatizovaného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systému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dirty="0" err="1">
                <a:solidFill>
                  <a:schemeClr val="tx1"/>
                </a:solidFill>
              </a:rPr>
              <a:t>který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bude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sloužit</a:t>
            </a:r>
            <a:r>
              <a:rPr lang="en-US" sz="1800" dirty="0">
                <a:solidFill>
                  <a:schemeClr val="tx1"/>
                </a:solidFill>
              </a:rPr>
              <a:t> pro </a:t>
            </a:r>
            <a:r>
              <a:rPr lang="en-US" sz="1800" dirty="0" err="1">
                <a:solidFill>
                  <a:schemeClr val="tx1"/>
                </a:solidFill>
              </a:rPr>
              <a:t>provádění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elektrických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testů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automobilových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komponent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br>
              <a:rPr lang="en-US" sz="1800" dirty="0">
                <a:solidFill>
                  <a:schemeClr val="tx1"/>
                </a:solidFill>
              </a:rPr>
            </a:b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Součástí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řešení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bude</a:t>
            </a:r>
            <a:r>
              <a:rPr lang="en-US" sz="1800" dirty="0">
                <a:solidFill>
                  <a:schemeClr val="tx1"/>
                </a:solidFill>
              </a:rPr>
              <a:t>: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monitorování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průběhu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testu</a:t>
            </a:r>
            <a:endParaRPr lang="en-US" sz="1800" dirty="0">
              <a:solidFill>
                <a:schemeClr val="tx1"/>
              </a:solidFill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Záznam</a:t>
            </a:r>
            <a:r>
              <a:rPr lang="en-US" sz="1800" dirty="0">
                <a:solidFill>
                  <a:schemeClr val="tx1"/>
                </a:solidFill>
              </a:rPr>
              <a:t> o </a:t>
            </a:r>
            <a:r>
              <a:rPr lang="en-US" sz="1800" dirty="0" err="1">
                <a:solidFill>
                  <a:schemeClr val="tx1"/>
                </a:solidFill>
              </a:rPr>
              <a:t>opotřebení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el.mechanických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součástek</a:t>
            </a:r>
            <a:endParaRPr lang="en-US" sz="1800" dirty="0">
              <a:solidFill>
                <a:schemeClr val="tx1"/>
              </a:solidFill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Řízení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pomocí</a:t>
            </a:r>
            <a:r>
              <a:rPr lang="en-US" sz="1800" dirty="0">
                <a:solidFill>
                  <a:schemeClr val="tx1"/>
                </a:solidFill>
              </a:rPr>
              <a:t> PC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386BA-81DF-8975-2B98-C3879DEBD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6486-B92A-5D40-B65E-EA3DE825AE5B}" type="datetime3">
              <a:rPr lang="cs-CZ" smtClean="0"/>
              <a:t>01/04/26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8DE02-00CA-3A53-B34C-8BDF6874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2</a:t>
            </a:fld>
            <a:endParaRPr lang="cs-CZ"/>
          </a:p>
        </p:txBody>
      </p:sp>
      <p:pic>
        <p:nvPicPr>
          <p:cNvPr id="1026" name="Picture 2" descr="Schaeffler Motion Technologies CZ s.r.o. – Ostrava Hrabová image">
            <a:extLst>
              <a:ext uri="{FF2B5EF4-FFF2-40B4-BE49-F238E27FC236}">
                <a16:creationId xmlns:a16="http://schemas.microsoft.com/office/drawing/2014/main" id="{77A5DAD6-4D2D-3D0B-1E73-DB1B55A0BB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233" y="3774511"/>
            <a:ext cx="6066679" cy="1895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">
            <a:extLst>
              <a:ext uri="{FF2B5EF4-FFF2-40B4-BE49-F238E27FC236}">
                <a16:creationId xmlns:a16="http://schemas.microsoft.com/office/drawing/2014/main" id="{32621DB5-E72A-60B0-3141-0806676D7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468" y="1694910"/>
            <a:ext cx="5797171" cy="1932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8004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0A1BB-11E2-F2AD-D11E-7902C49D7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3E779-F519-8735-6736-33FC1C556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96" y="1052514"/>
            <a:ext cx="11796416" cy="822006"/>
          </a:xfrm>
        </p:spPr>
        <p:txBody>
          <a:bodyPr/>
          <a:lstStyle/>
          <a:p>
            <a:r>
              <a:rPr lang="en-US" dirty="0" err="1">
                <a:solidFill>
                  <a:srgbClr val="00A499"/>
                </a:solidFill>
              </a:rPr>
              <a:t>Účel</a:t>
            </a:r>
            <a:r>
              <a:rPr lang="en-US" dirty="0">
                <a:solidFill>
                  <a:srgbClr val="00A499"/>
                </a:solidFill>
              </a:rPr>
              <a:t> </a:t>
            </a:r>
            <a:r>
              <a:rPr lang="en-US" dirty="0" err="1">
                <a:solidFill>
                  <a:srgbClr val="00A499"/>
                </a:solidFill>
              </a:rPr>
              <a:t>zařízení</a:t>
            </a:r>
            <a:endParaRPr lang="en-US" dirty="0">
              <a:solidFill>
                <a:srgbClr val="00A499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5E019-0A4A-5056-A5B9-961C6FD3F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1" y="2204185"/>
            <a:ext cx="5627596" cy="398146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Účel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zařízení</a:t>
            </a:r>
            <a:r>
              <a:rPr lang="en-US" sz="1800" dirty="0">
                <a:solidFill>
                  <a:schemeClr val="tx1"/>
                </a:solidFill>
              </a:rPr>
              <a:t> je </a:t>
            </a:r>
            <a:r>
              <a:rPr lang="en-US" sz="1800" dirty="0" err="1">
                <a:solidFill>
                  <a:schemeClr val="tx1"/>
                </a:solidFill>
              </a:rPr>
              <a:t>poskytnou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univerzální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spínací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platformu</a:t>
            </a:r>
            <a:r>
              <a:rPr lang="en-US" sz="1800" dirty="0">
                <a:solidFill>
                  <a:schemeClr val="tx1"/>
                </a:solidFill>
              </a:rPr>
              <a:t> pro </a:t>
            </a:r>
            <a:r>
              <a:rPr lang="en-US" sz="1800" dirty="0" err="1">
                <a:solidFill>
                  <a:schemeClr val="tx1"/>
                </a:solidFill>
              </a:rPr>
              <a:t>oddělení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testování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elektroniky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dirty="0" err="1">
                <a:solidFill>
                  <a:schemeClr val="tx1"/>
                </a:solidFill>
              </a:rPr>
              <a:t>která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zrychlí</a:t>
            </a:r>
            <a:r>
              <a:rPr lang="en-US" sz="1800" dirty="0">
                <a:solidFill>
                  <a:schemeClr val="tx1"/>
                </a:solidFill>
              </a:rPr>
              <a:t> a </a:t>
            </a:r>
            <a:r>
              <a:rPr lang="en-US" sz="1800" dirty="0" err="1">
                <a:solidFill>
                  <a:schemeClr val="tx1"/>
                </a:solidFill>
              </a:rPr>
              <a:t>zefektivní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testovací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procesy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Mezi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hlavní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testovací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procesy</a:t>
            </a:r>
            <a:r>
              <a:rPr lang="en-US" sz="1800" dirty="0">
                <a:solidFill>
                  <a:schemeClr val="tx1"/>
                </a:solidFill>
              </a:rPr>
              <a:t> pro </a:t>
            </a:r>
            <a:r>
              <a:rPr lang="en-US" sz="1800" dirty="0" err="1">
                <a:solidFill>
                  <a:schemeClr val="tx1"/>
                </a:solidFill>
              </a:rPr>
              <a:t>které</a:t>
            </a:r>
            <a:r>
              <a:rPr lang="en-US" sz="1800" dirty="0">
                <a:solidFill>
                  <a:schemeClr val="tx1"/>
                </a:solidFill>
              </a:rPr>
              <a:t> toto </a:t>
            </a:r>
            <a:r>
              <a:rPr lang="en-US" sz="1800" dirty="0" err="1">
                <a:solidFill>
                  <a:schemeClr val="tx1"/>
                </a:solidFill>
              </a:rPr>
              <a:t>zařízení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bylo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vyvíjeno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jsou</a:t>
            </a:r>
            <a:r>
              <a:rPr lang="en-US" sz="1800" dirty="0">
                <a:solidFill>
                  <a:schemeClr val="tx1"/>
                </a:solidFill>
              </a:rPr>
              <a:t> ON/OFF testy a </a:t>
            </a:r>
            <a:r>
              <a:rPr lang="en-US" sz="1800" dirty="0" err="1">
                <a:solidFill>
                  <a:schemeClr val="tx1"/>
                </a:solidFill>
              </a:rPr>
              <a:t>testování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náběhových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proudů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Možnost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manuálního</a:t>
            </a:r>
            <a:r>
              <a:rPr lang="en-US" sz="1800" dirty="0">
                <a:solidFill>
                  <a:schemeClr val="tx1"/>
                </a:solidFill>
              </a:rPr>
              <a:t> a </a:t>
            </a:r>
            <a:r>
              <a:rPr lang="en-US" sz="1800" dirty="0" err="1">
                <a:solidFill>
                  <a:schemeClr val="tx1"/>
                </a:solidFill>
              </a:rPr>
              <a:t>vzdáleného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řízení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zařízení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vytváří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možnost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rychlé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přípravy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testu</a:t>
            </a:r>
            <a:r>
              <a:rPr lang="en-US" sz="1800" dirty="0">
                <a:solidFill>
                  <a:schemeClr val="tx1"/>
                </a:solidFill>
              </a:rPr>
              <a:t> a </a:t>
            </a:r>
            <a:r>
              <a:rPr lang="en-US" sz="1800" dirty="0" err="1">
                <a:solidFill>
                  <a:schemeClr val="tx1"/>
                </a:solidFill>
              </a:rPr>
              <a:t>jejich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automatizaci</a:t>
            </a:r>
            <a:r>
              <a:rPr lang="en-US" sz="1800" dirty="0">
                <a:solidFill>
                  <a:schemeClr val="tx1"/>
                </a:solidFill>
              </a:rPr>
              <a:t> s </a:t>
            </a:r>
            <a:r>
              <a:rPr lang="en-US" sz="1800" dirty="0" err="1">
                <a:solidFill>
                  <a:schemeClr val="tx1"/>
                </a:solidFill>
              </a:rPr>
              <a:t>kombinací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softwarových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aplikací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např</a:t>
            </a:r>
            <a:r>
              <a:rPr lang="en-US" sz="1800" dirty="0">
                <a:solidFill>
                  <a:schemeClr val="tx1"/>
                </a:solidFill>
              </a:rPr>
              <a:t>. LabVIEW.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F440C-97D2-5673-749B-C5B350CD6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6486-B92A-5D40-B65E-EA3DE825AE5B}" type="datetime3">
              <a:rPr lang="cs-CZ" smtClean="0"/>
              <a:t>01/04/26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29F94-5052-86EE-2584-2868F7C8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3</a:t>
            </a:fld>
            <a:endParaRPr lang="cs-C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ECC45A-718A-B760-E1B0-48E7FB66D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514" y="1732547"/>
            <a:ext cx="5850516" cy="44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116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93C3C-C710-8A29-1462-8EB8F2024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57672-4ECB-32B8-9517-4DE5AA1B4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96" y="1052514"/>
            <a:ext cx="11796416" cy="822006"/>
          </a:xfrm>
        </p:spPr>
        <p:txBody>
          <a:bodyPr/>
          <a:lstStyle/>
          <a:p>
            <a:r>
              <a:rPr lang="en-US" dirty="0" err="1">
                <a:solidFill>
                  <a:srgbClr val="00A499"/>
                </a:solidFill>
              </a:rPr>
              <a:t>Analýza</a:t>
            </a:r>
            <a:r>
              <a:rPr lang="en-US" dirty="0">
                <a:solidFill>
                  <a:srgbClr val="00A499"/>
                </a:solidFill>
              </a:rPr>
              <a:t> </a:t>
            </a:r>
            <a:r>
              <a:rPr lang="cs-CZ" dirty="0">
                <a:solidFill>
                  <a:srgbClr val="00A499"/>
                </a:solidFill>
              </a:rPr>
              <a:t>výchozího</a:t>
            </a:r>
            <a:r>
              <a:rPr lang="en-US" dirty="0">
                <a:solidFill>
                  <a:srgbClr val="00A499"/>
                </a:solidFill>
              </a:rPr>
              <a:t> </a:t>
            </a:r>
            <a:r>
              <a:rPr lang="en-US" dirty="0" err="1">
                <a:solidFill>
                  <a:srgbClr val="00A499"/>
                </a:solidFill>
              </a:rPr>
              <a:t>stavu</a:t>
            </a:r>
            <a:endParaRPr lang="en-US" dirty="0">
              <a:solidFill>
                <a:srgbClr val="00A49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0B063-BE9C-0DC8-1A8F-BA10A7C4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6486-B92A-5D40-B65E-EA3DE825AE5B}" type="datetime3">
              <a:rPr lang="cs-CZ" smtClean="0"/>
              <a:t>01/04/26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04B9D-8503-4A54-190A-8D3BDDF4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4</a:t>
            </a:fld>
            <a:endParaRPr lang="cs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391C201-4FE6-06A4-3905-C887CC30C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247" y="2377154"/>
            <a:ext cx="6206981" cy="1773936"/>
          </a:xfrm>
        </p:spPr>
        <p:txBody>
          <a:bodyPr>
            <a:normAutofit/>
          </a:bodyPr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Zařízení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má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nahradit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současné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obvody</a:t>
            </a:r>
            <a:r>
              <a:rPr lang="en-US" sz="2000" dirty="0">
                <a:solidFill>
                  <a:schemeClr val="tx1"/>
                </a:solidFill>
              </a:rPr>
              <a:t> v </a:t>
            </a:r>
            <a:r>
              <a:rPr lang="en-US" sz="2000" dirty="0" err="1">
                <a:solidFill>
                  <a:schemeClr val="tx1"/>
                </a:solidFill>
              </a:rPr>
              <a:t>laboratoři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(viz. </a:t>
            </a:r>
            <a:r>
              <a:rPr lang="en-US" sz="2000" dirty="0" err="1">
                <a:solidFill>
                  <a:schemeClr val="tx1"/>
                </a:solidFill>
              </a:rPr>
              <a:t>foto</a:t>
            </a:r>
            <a:r>
              <a:rPr lang="en-US" sz="2000" dirty="0">
                <a:solidFill>
                  <a:schemeClr val="tx1"/>
                </a:solidFill>
              </a:rPr>
              <a:t>) a </a:t>
            </a:r>
            <a:r>
              <a:rPr lang="en-US" sz="2000" dirty="0" err="1">
                <a:solidFill>
                  <a:schemeClr val="tx1"/>
                </a:solidFill>
              </a:rPr>
              <a:t>poskytnout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univerzální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platformu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 err="1">
                <a:solidFill>
                  <a:schemeClr val="tx1"/>
                </a:solidFill>
              </a:rPr>
              <a:t>která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zkombinuje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relé</a:t>
            </a:r>
            <a:r>
              <a:rPr lang="en-US" sz="2000" dirty="0">
                <a:solidFill>
                  <a:schemeClr val="tx1"/>
                </a:solidFill>
              </a:rPr>
              <a:t> a </a:t>
            </a:r>
            <a:r>
              <a:rPr lang="en-US" sz="2000" dirty="0" err="1">
                <a:solidFill>
                  <a:schemeClr val="tx1"/>
                </a:solidFill>
              </a:rPr>
              <a:t>MOSFETové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spínací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prvky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0D2182-4C5E-A912-2804-CD0D6B4314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53" t="19521" r="16237" b="11583"/>
          <a:stretch>
            <a:fillRect/>
          </a:stretch>
        </p:blipFill>
        <p:spPr>
          <a:xfrm>
            <a:off x="419088" y="4060338"/>
            <a:ext cx="2903436" cy="22076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828616-79D8-B68B-3370-0E08DAF807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158" t="30124" r="35342" b="24569"/>
          <a:stretch>
            <a:fillRect/>
          </a:stretch>
        </p:blipFill>
        <p:spPr>
          <a:xfrm>
            <a:off x="3538114" y="4054316"/>
            <a:ext cx="3029114" cy="222358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12CBDC4-813C-F0CC-1D7B-493E2AA3F0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2818" y="1956816"/>
            <a:ext cx="4833345" cy="436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10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1825C-DBA5-B536-DEF6-B515F83C8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33F7-1726-4EF4-419D-01628A5B7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96" y="1052514"/>
            <a:ext cx="11796416" cy="822006"/>
          </a:xfrm>
        </p:spPr>
        <p:txBody>
          <a:bodyPr/>
          <a:lstStyle/>
          <a:p>
            <a:r>
              <a:rPr lang="en-US" dirty="0" err="1">
                <a:solidFill>
                  <a:srgbClr val="00A499"/>
                </a:solidFill>
              </a:rPr>
              <a:t>Návrh</a:t>
            </a:r>
            <a:r>
              <a:rPr lang="en-US" dirty="0">
                <a:solidFill>
                  <a:srgbClr val="00A499"/>
                </a:solidFill>
              </a:rPr>
              <a:t> </a:t>
            </a:r>
            <a:r>
              <a:rPr lang="en-US" dirty="0" err="1">
                <a:solidFill>
                  <a:srgbClr val="00A499"/>
                </a:solidFill>
              </a:rPr>
              <a:t>funkce</a:t>
            </a:r>
            <a:r>
              <a:rPr lang="en-US" dirty="0">
                <a:solidFill>
                  <a:srgbClr val="00A499"/>
                </a:solidFill>
              </a:rPr>
              <a:t> </a:t>
            </a:r>
            <a:r>
              <a:rPr lang="en-US" dirty="0" err="1">
                <a:solidFill>
                  <a:srgbClr val="00A499"/>
                </a:solidFill>
              </a:rPr>
              <a:t>zařízení</a:t>
            </a:r>
            <a:endParaRPr lang="en-US" dirty="0">
              <a:solidFill>
                <a:srgbClr val="00A49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3C6A5-58B8-3D14-853D-218E7768E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6486-B92A-5D40-B65E-EA3DE825AE5B}" type="datetime3">
              <a:rPr lang="cs-CZ" smtClean="0"/>
              <a:t>01/04/26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9FF7F-16C6-E430-CE28-B2561A11B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5</a:t>
            </a:fld>
            <a:endParaRPr lang="cs-C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DE33E-A2CC-937E-A073-83967C2D7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497" y="1956816"/>
            <a:ext cx="5382190" cy="4228831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Testovací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inženýr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nastaví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pomocí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uživatelského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rozhraní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nebo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příkazy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parametry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řízení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testovacích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periferií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br>
              <a:rPr lang="en-US" sz="1800" dirty="0">
                <a:solidFill>
                  <a:schemeClr val="tx1"/>
                </a:solidFill>
              </a:rPr>
            </a:br>
            <a:br>
              <a:rPr lang="en-US" sz="1800" dirty="0">
                <a:solidFill>
                  <a:schemeClr val="tx1"/>
                </a:solidFill>
              </a:rPr>
            </a:b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Galvanické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oddělení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mezi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řídící</a:t>
            </a:r>
            <a:r>
              <a:rPr lang="en-US" sz="1800" dirty="0">
                <a:solidFill>
                  <a:schemeClr val="tx1"/>
                </a:solidFill>
              </a:rPr>
              <a:t> a </a:t>
            </a:r>
            <a:r>
              <a:rPr lang="en-US" sz="1800" dirty="0" err="1">
                <a:solidFill>
                  <a:schemeClr val="tx1"/>
                </a:solidFill>
              </a:rPr>
              <a:t>testovací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stranou</a:t>
            </a:r>
            <a:br>
              <a:rPr lang="en-US" sz="1800" dirty="0">
                <a:solidFill>
                  <a:schemeClr val="tx1"/>
                </a:solidFill>
              </a:rPr>
            </a:b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 </a:t>
            </a:r>
            <a:r>
              <a:rPr lang="en-US" sz="1800" dirty="0" err="1">
                <a:solidFill>
                  <a:schemeClr val="tx1"/>
                </a:solidFill>
              </a:rPr>
              <a:t>dispozici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přídavné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funkce</a:t>
            </a:r>
            <a:r>
              <a:rPr lang="en-US" sz="1800" dirty="0">
                <a:solidFill>
                  <a:schemeClr val="tx1"/>
                </a:solidFill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Výstupní</a:t>
            </a:r>
            <a:r>
              <a:rPr lang="en-US" sz="1800" dirty="0">
                <a:solidFill>
                  <a:schemeClr val="tx1"/>
                </a:solidFill>
              </a:rPr>
              <a:t> trigger signal pro </a:t>
            </a:r>
            <a:r>
              <a:rPr lang="en-US" sz="1800" dirty="0" err="1">
                <a:solidFill>
                  <a:schemeClr val="tx1"/>
                </a:solidFill>
              </a:rPr>
              <a:t>synchronizaci</a:t>
            </a:r>
            <a:endParaRPr lang="en-US" sz="1800" dirty="0">
              <a:solidFill>
                <a:schemeClr val="tx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Řízení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MOSFETů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pomocí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externích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generátorů</a:t>
            </a:r>
            <a:endParaRPr lang="en-US" sz="1800" dirty="0">
              <a:solidFill>
                <a:schemeClr val="tx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Ukládání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dat</a:t>
            </a:r>
            <a:r>
              <a:rPr lang="en-US" sz="1800" dirty="0">
                <a:solidFill>
                  <a:schemeClr val="tx1"/>
                </a:solidFill>
              </a:rPr>
              <a:t> do </a:t>
            </a:r>
            <a:r>
              <a:rPr lang="en-US" sz="1800" dirty="0" err="1">
                <a:solidFill>
                  <a:schemeClr val="tx1"/>
                </a:solidFill>
              </a:rPr>
              <a:t>elektronické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paměti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(</a:t>
            </a:r>
            <a:r>
              <a:rPr lang="en-US" sz="1800" dirty="0" err="1">
                <a:solidFill>
                  <a:schemeClr val="tx1"/>
                </a:solidFill>
              </a:rPr>
              <a:t>profily</a:t>
            </a:r>
            <a:r>
              <a:rPr lang="en-US" sz="1800" dirty="0">
                <a:solidFill>
                  <a:schemeClr val="tx1"/>
                </a:solidFill>
              </a:rPr>
              <a:t> s </a:t>
            </a:r>
            <a:r>
              <a:rPr lang="en-US" sz="1800" dirty="0" err="1">
                <a:solidFill>
                  <a:schemeClr val="tx1"/>
                </a:solidFill>
              </a:rPr>
              <a:t>nastavením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dirty="0" err="1">
                <a:solidFill>
                  <a:schemeClr val="tx1"/>
                </a:solidFill>
              </a:rPr>
              <a:t>zbývající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počet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cyklů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relé</a:t>
            </a:r>
            <a:r>
              <a:rPr lang="cs-CZ" sz="1800" dirty="0">
                <a:solidFill>
                  <a:schemeClr val="tx1"/>
                </a:solidFill>
              </a:rPr>
              <a:t>)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D007CD9-47B3-7CC9-B6E0-9FB8D9C303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5687" y="1609344"/>
            <a:ext cx="6379301" cy="482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582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32DC3-E4A2-75EB-8393-20E5F8D62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FB90B-6CCA-C700-21D2-112432395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96" y="1052514"/>
            <a:ext cx="11796416" cy="822006"/>
          </a:xfrm>
        </p:spPr>
        <p:txBody>
          <a:bodyPr/>
          <a:lstStyle/>
          <a:p>
            <a:r>
              <a:rPr lang="en-US" dirty="0" err="1">
                <a:solidFill>
                  <a:srgbClr val="00A499"/>
                </a:solidFill>
              </a:rPr>
              <a:t>Průběh</a:t>
            </a:r>
            <a:r>
              <a:rPr lang="en-US" dirty="0">
                <a:solidFill>
                  <a:srgbClr val="00A499"/>
                </a:solidFill>
              </a:rPr>
              <a:t> </a:t>
            </a:r>
            <a:r>
              <a:rPr lang="en-US" dirty="0" err="1">
                <a:solidFill>
                  <a:srgbClr val="00A499"/>
                </a:solidFill>
              </a:rPr>
              <a:t>návrhu</a:t>
            </a:r>
            <a:r>
              <a:rPr lang="en-US" dirty="0">
                <a:solidFill>
                  <a:srgbClr val="00A499"/>
                </a:solidFill>
              </a:rPr>
              <a:t> </a:t>
            </a:r>
            <a:r>
              <a:rPr lang="en-US" dirty="0" err="1">
                <a:solidFill>
                  <a:srgbClr val="00A499"/>
                </a:solidFill>
              </a:rPr>
              <a:t>zařízení</a:t>
            </a:r>
            <a:endParaRPr lang="en-US" dirty="0">
              <a:solidFill>
                <a:srgbClr val="00A49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36272-CE57-6305-108A-34A465E67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6486-B92A-5D40-B65E-EA3DE825AE5B}" type="datetime3">
              <a:rPr lang="cs-CZ" smtClean="0"/>
              <a:t>01/04/26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82DF4-B988-5ADB-5B76-0FD6F52EB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6</a:t>
            </a:fld>
            <a:endParaRPr lang="cs-CZ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9C4F44-80B2-CEB9-A4CD-E8E611700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175" y="1771026"/>
            <a:ext cx="9341650" cy="468881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13A2554B-8748-71A6-8FDF-8960469BCD97}"/>
              </a:ext>
            </a:extLst>
          </p:cNvPr>
          <p:cNvSpPr txBox="1">
            <a:spLocks/>
          </p:cNvSpPr>
          <p:nvPr/>
        </p:nvSpPr>
        <p:spPr>
          <a:xfrm>
            <a:off x="1425175" y="3704431"/>
            <a:ext cx="1069279" cy="4110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2000" dirty="0" err="1">
                <a:solidFill>
                  <a:srgbClr val="00A499"/>
                </a:solidFill>
              </a:rPr>
              <a:t>Schéma</a:t>
            </a:r>
            <a:endParaRPr lang="en-US" sz="2000" dirty="0">
              <a:solidFill>
                <a:srgbClr val="00A499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A4A72E2-4C05-EEBB-3599-6960242DDF7A}"/>
              </a:ext>
            </a:extLst>
          </p:cNvPr>
          <p:cNvSpPr txBox="1">
            <a:spLocks/>
          </p:cNvSpPr>
          <p:nvPr/>
        </p:nvSpPr>
        <p:spPr>
          <a:xfrm>
            <a:off x="3015574" y="3027352"/>
            <a:ext cx="1430376" cy="4110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2000" dirty="0" err="1">
                <a:solidFill>
                  <a:srgbClr val="00A499"/>
                </a:solidFill>
              </a:rPr>
              <a:t>Návrh</a:t>
            </a:r>
            <a:r>
              <a:rPr lang="en-US" sz="2000" dirty="0">
                <a:solidFill>
                  <a:srgbClr val="00A499"/>
                </a:solidFill>
              </a:rPr>
              <a:t> </a:t>
            </a:r>
            <a:r>
              <a:rPr lang="cs-CZ" sz="2000" dirty="0">
                <a:solidFill>
                  <a:srgbClr val="00A499"/>
                </a:solidFill>
              </a:rPr>
              <a:t>PCB</a:t>
            </a:r>
            <a:endParaRPr lang="en-US" sz="2000" dirty="0">
              <a:solidFill>
                <a:srgbClr val="00A499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529F8C1-47B4-DFF0-EE42-3EA730DD451D}"/>
              </a:ext>
            </a:extLst>
          </p:cNvPr>
          <p:cNvSpPr txBox="1">
            <a:spLocks/>
          </p:cNvSpPr>
          <p:nvPr/>
        </p:nvSpPr>
        <p:spPr>
          <a:xfrm>
            <a:off x="4752121" y="2753718"/>
            <a:ext cx="1261878" cy="4110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2000" dirty="0">
                <a:solidFill>
                  <a:srgbClr val="00A499"/>
                </a:solidFill>
              </a:rPr>
              <a:t>3D model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C5A7CD0-77E8-933A-6DAC-68720A2307C2}"/>
              </a:ext>
            </a:extLst>
          </p:cNvPr>
          <p:cNvSpPr txBox="1">
            <a:spLocks/>
          </p:cNvSpPr>
          <p:nvPr/>
        </p:nvSpPr>
        <p:spPr>
          <a:xfrm>
            <a:off x="6779394" y="2146378"/>
            <a:ext cx="1677818" cy="4110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2000" dirty="0" err="1">
                <a:solidFill>
                  <a:srgbClr val="00A499"/>
                </a:solidFill>
              </a:rPr>
              <a:t>Kód</a:t>
            </a:r>
            <a:r>
              <a:rPr lang="en-US" sz="2000" dirty="0">
                <a:solidFill>
                  <a:srgbClr val="00A499"/>
                </a:solidFill>
              </a:rPr>
              <a:t> (C)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59D8B7F-3101-E1A5-EC6A-8430E3249873}"/>
              </a:ext>
            </a:extLst>
          </p:cNvPr>
          <p:cNvSpPr txBox="1">
            <a:spLocks/>
          </p:cNvSpPr>
          <p:nvPr/>
        </p:nvSpPr>
        <p:spPr>
          <a:xfrm>
            <a:off x="8793128" y="1599446"/>
            <a:ext cx="1261878" cy="4110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2000" dirty="0" err="1">
                <a:solidFill>
                  <a:srgbClr val="00A499"/>
                </a:solidFill>
              </a:rPr>
              <a:t>Testování</a:t>
            </a:r>
            <a:endParaRPr lang="en-US" sz="2000" dirty="0">
              <a:solidFill>
                <a:srgbClr val="00A499"/>
              </a:solidFill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D6333A3C-4856-3D6E-BA2D-CE10FD8A00B9}"/>
              </a:ext>
            </a:extLst>
          </p:cNvPr>
          <p:cNvSpPr txBox="1"/>
          <p:nvPr/>
        </p:nvSpPr>
        <p:spPr>
          <a:xfrm>
            <a:off x="5442488" y="1944787"/>
            <a:ext cx="224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 err="1"/>
              <a:t>Relizace</a:t>
            </a:r>
            <a:r>
              <a:rPr lang="cs-CZ" dirty="0"/>
              <a:t> HW</a:t>
            </a:r>
          </a:p>
        </p:txBody>
      </p:sp>
    </p:spTree>
    <p:extLst>
      <p:ext uri="{BB962C8B-B14F-4D97-AF65-F5344CB8AC3E}">
        <p14:creationId xmlns:p14="http://schemas.microsoft.com/office/powerpoint/2010/main" val="4195621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D6450-FC3B-6EF1-95F7-275559156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FE82C-DC46-9F22-B74A-074C7DC33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96" y="1052514"/>
            <a:ext cx="11796416" cy="822006"/>
          </a:xfrm>
        </p:spPr>
        <p:txBody>
          <a:bodyPr/>
          <a:lstStyle/>
          <a:p>
            <a:r>
              <a:rPr lang="cs-CZ" dirty="0" err="1">
                <a:solidFill>
                  <a:srgbClr val="00A499"/>
                </a:solidFill>
              </a:rPr>
              <a:t>Schema</a:t>
            </a:r>
            <a:r>
              <a:rPr lang="cs-CZ" dirty="0">
                <a:solidFill>
                  <a:srgbClr val="00A499"/>
                </a:solidFill>
              </a:rPr>
              <a:t> + deska - realizace</a:t>
            </a:r>
            <a:endParaRPr lang="en-US" dirty="0">
              <a:solidFill>
                <a:srgbClr val="00A49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2E104-FB3C-0ADD-93F2-239B9F43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6486-B92A-5D40-B65E-EA3DE825AE5B}" type="datetime3">
              <a:rPr lang="cs-CZ" smtClean="0"/>
              <a:t>01/04/26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C4B61-7BFD-D2D9-9E9A-A90A42CCA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7</a:t>
            </a:fld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4BE216AA-15E4-8348-186F-2FE15D84AB87}"/>
              </a:ext>
            </a:extLst>
          </p:cNvPr>
          <p:cNvSpPr txBox="1"/>
          <p:nvPr/>
        </p:nvSpPr>
        <p:spPr>
          <a:xfrm>
            <a:off x="350196" y="2772382"/>
            <a:ext cx="3891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Popsat periferie? Zmínit vyměnitelnost HW? Jednoduchost používání pro </a:t>
            </a:r>
            <a:r>
              <a:rPr lang="cs-CZ" dirty="0" err="1"/>
              <a:t>Testaře</a:t>
            </a:r>
            <a:r>
              <a:rPr lang="cs-CZ" dirty="0"/>
              <a:t>? Nějaké schéma?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CCF19195-1D3F-B3A0-4C79-31BE87AF6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112" y="2213582"/>
            <a:ext cx="4057054" cy="337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671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C75A1-0AE3-6C4E-932B-44BB265F1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64648-438B-C1D4-6523-2E1BF178C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96" y="1052514"/>
            <a:ext cx="11796416" cy="822006"/>
          </a:xfrm>
        </p:spPr>
        <p:txBody>
          <a:bodyPr/>
          <a:lstStyle/>
          <a:p>
            <a:r>
              <a:rPr lang="cs-CZ" dirty="0">
                <a:solidFill>
                  <a:srgbClr val="00A499"/>
                </a:solidFill>
              </a:rPr>
              <a:t>Body zadání</a:t>
            </a:r>
            <a:endParaRPr lang="en-US" dirty="0">
              <a:solidFill>
                <a:srgbClr val="00A49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F14E5-D734-BD5B-ED0E-92FCAA767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6486-B92A-5D40-B65E-EA3DE825AE5B}" type="datetime3">
              <a:rPr lang="cs-CZ" smtClean="0"/>
              <a:t>01/04/26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CA23A-2928-19CB-C378-4AB6E0753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8</a:t>
            </a:fld>
            <a:endParaRPr lang="cs-CZ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17C140EF-71E8-D82E-8D69-42C3E7B59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086" y="4373861"/>
            <a:ext cx="3658603" cy="1429583"/>
          </a:xfrm>
          <a:prstGeom prst="rect">
            <a:avLst/>
          </a:prstGeom>
        </p:spPr>
      </p:pic>
      <p:pic>
        <p:nvPicPr>
          <p:cNvPr id="8" name="Picture 13">
            <a:extLst>
              <a:ext uri="{FF2B5EF4-FFF2-40B4-BE49-F238E27FC236}">
                <a16:creationId xmlns:a16="http://schemas.microsoft.com/office/drawing/2014/main" id="{BA8F2371-557A-9C11-EA6A-B49831253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997" y="2851428"/>
            <a:ext cx="3658603" cy="1414237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5405718C-1ED0-2100-3A7E-8D65C17FE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9632" y="4375903"/>
            <a:ext cx="3577465" cy="1429583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7BAC890F-470F-E04A-0D06-EE3681DDAD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5683" y="2851428"/>
            <a:ext cx="3585365" cy="1414237"/>
          </a:xfrm>
          <a:prstGeom prst="rect">
            <a:avLst/>
          </a:prstGeom>
        </p:spPr>
      </p:pic>
      <p:sp>
        <p:nvSpPr>
          <p:cNvPr id="11" name="TextovéPole 10">
            <a:extLst>
              <a:ext uri="{FF2B5EF4-FFF2-40B4-BE49-F238E27FC236}">
                <a16:creationId xmlns:a16="http://schemas.microsoft.com/office/drawing/2014/main" id="{30BFAA20-5F3F-737C-62B9-F19A7161D261}"/>
              </a:ext>
            </a:extLst>
          </p:cNvPr>
          <p:cNvSpPr txBox="1"/>
          <p:nvPr/>
        </p:nvSpPr>
        <p:spPr>
          <a:xfrm>
            <a:off x="8713892" y="2284853"/>
            <a:ext cx="2427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Interní sledovač proudu</a:t>
            </a: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C1FDBC3C-48FE-5915-444A-E57E81D5ED3C}"/>
              </a:ext>
            </a:extLst>
          </p:cNvPr>
          <p:cNvSpPr txBox="1"/>
          <p:nvPr/>
        </p:nvSpPr>
        <p:spPr>
          <a:xfrm>
            <a:off x="4405537" y="2158931"/>
            <a:ext cx="3478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Záznam o opotřebení </a:t>
            </a:r>
            <a:r>
              <a:rPr lang="cs-CZ" dirty="0" err="1"/>
              <a:t>el.mechanických</a:t>
            </a:r>
            <a:r>
              <a:rPr lang="cs-CZ" dirty="0"/>
              <a:t> součástek</a:t>
            </a:r>
          </a:p>
        </p:txBody>
      </p:sp>
      <p:pic>
        <p:nvPicPr>
          <p:cNvPr id="13" name="Picture 11">
            <a:extLst>
              <a:ext uri="{FF2B5EF4-FFF2-40B4-BE49-F238E27FC236}">
                <a16:creationId xmlns:a16="http://schemas.microsoft.com/office/drawing/2014/main" id="{151472AB-C1AC-39D1-4D76-79C1196639D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58711"/>
          <a:stretch>
            <a:fillRect/>
          </a:stretch>
        </p:blipFill>
        <p:spPr>
          <a:xfrm>
            <a:off x="927020" y="3037339"/>
            <a:ext cx="2237379" cy="2673044"/>
          </a:xfrm>
          <a:prstGeom prst="rect">
            <a:avLst/>
          </a:prstGeom>
        </p:spPr>
      </p:pic>
      <p:sp>
        <p:nvSpPr>
          <p:cNvPr id="14" name="TextovéPole 13">
            <a:extLst>
              <a:ext uri="{FF2B5EF4-FFF2-40B4-BE49-F238E27FC236}">
                <a16:creationId xmlns:a16="http://schemas.microsoft.com/office/drawing/2014/main" id="{6239E1D5-444D-ED4D-6C74-A86111778742}"/>
              </a:ext>
            </a:extLst>
          </p:cNvPr>
          <p:cNvSpPr txBox="1"/>
          <p:nvPr/>
        </p:nvSpPr>
        <p:spPr>
          <a:xfrm>
            <a:off x="927020" y="2529690"/>
            <a:ext cx="3478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Řízení pomocí PC</a:t>
            </a:r>
          </a:p>
        </p:txBody>
      </p:sp>
    </p:spTree>
    <p:extLst>
      <p:ext uri="{BB962C8B-B14F-4D97-AF65-F5344CB8AC3E}">
        <p14:creationId xmlns:p14="http://schemas.microsoft.com/office/powerpoint/2010/main" val="3261381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4B72D-1EC3-CC5B-3B30-FFFB503AD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FFBDF-8F7E-938C-6F85-44EA6C3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96" y="1052514"/>
            <a:ext cx="11796416" cy="822006"/>
          </a:xfrm>
        </p:spPr>
        <p:txBody>
          <a:bodyPr/>
          <a:lstStyle/>
          <a:p>
            <a:r>
              <a:rPr lang="en-US" dirty="0">
                <a:solidFill>
                  <a:srgbClr val="00A499"/>
                </a:solidFill>
              </a:rPr>
              <a:t>Deska </a:t>
            </a:r>
            <a:r>
              <a:rPr lang="en-US" dirty="0" err="1">
                <a:solidFill>
                  <a:srgbClr val="00A499"/>
                </a:solidFill>
              </a:rPr>
              <a:t>plošných</a:t>
            </a:r>
            <a:r>
              <a:rPr lang="en-US" dirty="0">
                <a:solidFill>
                  <a:srgbClr val="00A499"/>
                </a:solidFill>
              </a:rPr>
              <a:t> </a:t>
            </a:r>
            <a:r>
              <a:rPr lang="en-US" dirty="0" err="1">
                <a:solidFill>
                  <a:srgbClr val="00A499"/>
                </a:solidFill>
              </a:rPr>
              <a:t>spojů</a:t>
            </a:r>
            <a:endParaRPr lang="en-US" dirty="0">
              <a:solidFill>
                <a:srgbClr val="00A49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3F68E-0CCA-B353-7C6C-A31F645A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6486-B92A-5D40-B65E-EA3DE825AE5B}" type="datetime3">
              <a:rPr lang="cs-CZ" smtClean="0"/>
              <a:t>01/04/26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4F183-4896-7DDD-6DB2-3B4F8A79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9</a:t>
            </a:fld>
            <a:endParaRPr lang="cs-CZ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77128-3291-1579-FCCD-D808916577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55" t="29216" r="35237" b="27657"/>
          <a:stretch>
            <a:fillRect/>
          </a:stretch>
        </p:blipFill>
        <p:spPr>
          <a:xfrm>
            <a:off x="327260" y="1969012"/>
            <a:ext cx="4793380" cy="43873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1EA309-2443-A8F5-BEFC-0EF2D13BE6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515" r="8949"/>
          <a:stretch>
            <a:fillRect/>
          </a:stretch>
        </p:blipFill>
        <p:spPr>
          <a:xfrm>
            <a:off x="5842535" y="2042126"/>
            <a:ext cx="5727032" cy="414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034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73A86-F7F6-C5D9-5C74-20691E17D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10292-CA02-0200-C853-98A2F9AEC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96" y="1052514"/>
            <a:ext cx="11796416" cy="822006"/>
          </a:xfrm>
        </p:spPr>
        <p:txBody>
          <a:bodyPr/>
          <a:lstStyle/>
          <a:p>
            <a:r>
              <a:rPr lang="en-US" dirty="0" err="1">
                <a:solidFill>
                  <a:srgbClr val="00A499"/>
                </a:solidFill>
              </a:rPr>
              <a:t>Popis</a:t>
            </a:r>
            <a:r>
              <a:rPr lang="en-US" dirty="0">
                <a:solidFill>
                  <a:srgbClr val="00A499"/>
                </a:solidFill>
              </a:rPr>
              <a:t> </a:t>
            </a:r>
            <a:r>
              <a:rPr lang="cs-CZ" dirty="0">
                <a:solidFill>
                  <a:srgbClr val="00A499"/>
                </a:solidFill>
              </a:rPr>
              <a:t>použití a parametrů periferií</a:t>
            </a:r>
            <a:endParaRPr lang="en-US" dirty="0">
              <a:solidFill>
                <a:srgbClr val="00A49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E32CB-F68D-2ACC-95DD-8A811B480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6486-B92A-5D40-B65E-EA3DE825AE5B}" type="datetime3">
              <a:rPr lang="cs-CZ" smtClean="0"/>
              <a:t>01/04/26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239B3-BBF6-2829-FE48-7EAF11903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10</a:t>
            </a:fld>
            <a:endParaRPr lang="cs-CZ"/>
          </a:p>
        </p:txBody>
      </p:sp>
      <p:graphicFrame>
        <p:nvGraphicFramePr>
          <p:cNvPr id="9" name="Process">
            <a:extLst>
              <a:ext uri="{FF2B5EF4-FFF2-40B4-BE49-F238E27FC236}">
                <a16:creationId xmlns:a16="http://schemas.microsoft.com/office/drawing/2014/main" id="{B735DA2C-197B-18C4-F54C-5D72B0AD2BC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5088080"/>
              </p:ext>
            </p:extLst>
          </p:nvPr>
        </p:nvGraphicFramePr>
        <p:xfrm>
          <a:off x="450242" y="1317503"/>
          <a:ext cx="11233150" cy="2589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Inhaltsplatzhalter 12">
            <a:extLst>
              <a:ext uri="{FF2B5EF4-FFF2-40B4-BE49-F238E27FC236}">
                <a16:creationId xmlns:a16="http://schemas.microsoft.com/office/drawing/2014/main" id="{B49BFD1D-654D-1843-08B2-B0F2806FB06A}"/>
              </a:ext>
            </a:extLst>
          </p:cNvPr>
          <p:cNvSpPr txBox="1">
            <a:spLocks/>
          </p:cNvSpPr>
          <p:nvPr/>
        </p:nvSpPr>
        <p:spPr>
          <a:xfrm>
            <a:off x="8058962" y="3600154"/>
            <a:ext cx="3682796" cy="25891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cs-CZ" sz="24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Systémová konfigurace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cs-CZ" sz="1600" dirty="0">
                <a:latin typeface="+mj-lt"/>
                <a:ea typeface="Noto Sans" panose="020B0502040504020204" pitchFamily="34"/>
                <a:cs typeface="Noto Sans" panose="020B0502040504020204" pitchFamily="34"/>
              </a:rPr>
              <a:t>Nastavení výstupního t</a:t>
            </a:r>
            <a:r>
              <a:rPr lang="en-US" sz="1600" dirty="0">
                <a:latin typeface="+mj-lt"/>
                <a:ea typeface="Noto Sans" panose="020B0502040504020204" pitchFamily="34"/>
                <a:cs typeface="Noto Sans" panose="020B0502040504020204" pitchFamily="34"/>
              </a:rPr>
              <a:t>rigger</a:t>
            </a:r>
            <a:endParaRPr lang="cs-CZ" sz="1600" dirty="0">
              <a:latin typeface="+mj-lt"/>
              <a:ea typeface="Noto Sans" panose="020B0502040504020204" pitchFamily="34"/>
              <a:cs typeface="Noto Sans" panose="020B0502040504020204" pitchFamily="34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cs-CZ" sz="1600" dirty="0">
                <a:latin typeface="+mj-lt"/>
                <a:ea typeface="Noto Sans" panose="020B0502040504020204" pitchFamily="34"/>
                <a:cs typeface="Noto Sans" panose="020B0502040504020204" pitchFamily="34"/>
              </a:rPr>
              <a:t>Nastavení komunikace</a:t>
            </a:r>
            <a:r>
              <a:rPr lang="en-US" sz="1600" dirty="0">
                <a:latin typeface="+mj-lt"/>
                <a:ea typeface="Noto Sans" panose="020B0502040504020204" pitchFamily="34"/>
                <a:cs typeface="Noto Sans" panose="020B0502040504020204" pitchFamily="34"/>
              </a:rPr>
              <a:t> </a:t>
            </a:r>
            <a:endParaRPr lang="cs-CZ" sz="1600" dirty="0">
              <a:latin typeface="+mj-lt"/>
              <a:ea typeface="Noto Sans" panose="020B0502040504020204" pitchFamily="34"/>
              <a:cs typeface="Noto Sans" panose="020B0502040504020204" pitchFamily="34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0" lang="cs-CZ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Noto Sans" panose="020B0502040504020204" pitchFamily="34"/>
                <a:cs typeface="Noto Sans" panose="020B0502040504020204" pitchFamily="34"/>
              </a:rPr>
              <a:t>Ukládání nastavení parametrů v profilech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cs-CZ" sz="1600" dirty="0">
                <a:latin typeface="+mj-lt"/>
                <a:ea typeface="Noto Sans" panose="020B0502040504020204" pitchFamily="34"/>
                <a:cs typeface="Noto Sans" panose="020B0502040504020204" pitchFamily="34"/>
              </a:rPr>
              <a:t>Aktivace interního sledování proudu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1" name="Inhaltsplatzhalter 12">
            <a:extLst>
              <a:ext uri="{FF2B5EF4-FFF2-40B4-BE49-F238E27FC236}">
                <a16:creationId xmlns:a16="http://schemas.microsoft.com/office/drawing/2014/main" id="{E1FAAFE4-B328-EEC1-32BF-5A5B06ECDDEB}"/>
              </a:ext>
            </a:extLst>
          </p:cNvPr>
          <p:cNvSpPr txBox="1">
            <a:spLocks/>
          </p:cNvSpPr>
          <p:nvPr/>
        </p:nvSpPr>
        <p:spPr>
          <a:xfrm>
            <a:off x="4269169" y="3600153"/>
            <a:ext cx="3644369" cy="25891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MOSFET</a:t>
            </a:r>
            <a:r>
              <a:rPr kumimoji="0" lang="cs-CZ" sz="24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y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Aktivace</a:t>
            </a:r>
            <a:r>
              <a:rPr lang="en-US" sz="1600" dirty="0">
                <a:latin typeface="+mj-lt"/>
                <a:ea typeface="Noto Sans" panose="020B0502040504020204" pitchFamily="34"/>
                <a:cs typeface="Noto Sans" panose="020B0502040504020204" pitchFamily="34"/>
              </a:rPr>
              <a:t> </a:t>
            </a: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kanálu</a:t>
            </a:r>
            <a:endParaRPr lang="cs-CZ" sz="1600" dirty="0">
              <a:latin typeface="+mj-lt"/>
              <a:ea typeface="Noto Sans" panose="020B0502040504020204" pitchFamily="34"/>
              <a:cs typeface="Noto Sans" panose="020B0502040504020204" pitchFamily="34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doba</a:t>
            </a:r>
            <a:r>
              <a:rPr lang="en-US" sz="1600" dirty="0">
                <a:latin typeface="+mj-lt"/>
                <a:ea typeface="Noto Sans" panose="020B0502040504020204" pitchFamily="34"/>
                <a:cs typeface="Noto Sans" panose="020B0502040504020204" pitchFamily="34"/>
              </a:rPr>
              <a:t> </a:t>
            </a: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zapnutí</a:t>
            </a:r>
            <a:endParaRPr lang="cs-CZ" sz="1600" dirty="0">
              <a:latin typeface="+mj-lt"/>
              <a:ea typeface="Noto Sans" panose="020B0502040504020204" pitchFamily="34"/>
              <a:cs typeface="Noto Sans" panose="020B0502040504020204" pitchFamily="34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doba</a:t>
            </a:r>
            <a:r>
              <a:rPr lang="en-US" sz="1600" dirty="0">
                <a:latin typeface="+mj-lt"/>
                <a:ea typeface="Noto Sans" panose="020B0502040504020204" pitchFamily="34"/>
                <a:cs typeface="Noto Sans" panose="020B0502040504020204" pitchFamily="34"/>
              </a:rPr>
              <a:t> </a:t>
            </a: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vypnutí</a:t>
            </a:r>
            <a:endParaRPr lang="cs-CZ" sz="1600" dirty="0">
              <a:latin typeface="+mj-lt"/>
              <a:ea typeface="Noto Sans" panose="020B0502040504020204" pitchFamily="34"/>
              <a:cs typeface="Noto Sans" panose="020B0502040504020204" pitchFamily="34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volba</a:t>
            </a:r>
            <a:r>
              <a:rPr lang="en-US" sz="1600" dirty="0">
                <a:latin typeface="+mj-lt"/>
                <a:ea typeface="Noto Sans" panose="020B0502040504020204" pitchFamily="34"/>
                <a:cs typeface="Noto Sans" panose="020B0502040504020204" pitchFamily="34"/>
              </a:rPr>
              <a:t> </a:t>
            </a: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interního</a:t>
            </a:r>
            <a:r>
              <a:rPr lang="en-US" sz="1600" dirty="0">
                <a:latin typeface="+mj-lt"/>
                <a:ea typeface="Noto Sans" panose="020B0502040504020204" pitchFamily="34"/>
                <a:cs typeface="Noto Sans" panose="020B0502040504020204" pitchFamily="34"/>
              </a:rPr>
              <a:t> </a:t>
            </a: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nebo</a:t>
            </a:r>
            <a:r>
              <a:rPr lang="en-US" sz="1600" dirty="0">
                <a:latin typeface="+mj-lt"/>
                <a:ea typeface="Noto Sans" panose="020B0502040504020204" pitchFamily="34"/>
                <a:cs typeface="Noto Sans" panose="020B0502040504020204" pitchFamily="34"/>
              </a:rPr>
              <a:t> </a:t>
            </a: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externího</a:t>
            </a:r>
            <a:r>
              <a:rPr lang="en-US" sz="1600" dirty="0">
                <a:latin typeface="+mj-lt"/>
                <a:ea typeface="Noto Sans" panose="020B0502040504020204" pitchFamily="34"/>
                <a:cs typeface="Noto Sans" panose="020B0502040504020204" pitchFamily="34"/>
              </a:rPr>
              <a:t> </a:t>
            </a: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řízení</a:t>
            </a:r>
            <a:endParaRPr lang="cs-CZ" sz="1600" dirty="0">
              <a:latin typeface="+mj-lt"/>
              <a:ea typeface="Noto Sans" panose="020B0502040504020204" pitchFamily="34"/>
              <a:cs typeface="Noto Sans" panose="020B0502040504020204" pitchFamily="34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počet</a:t>
            </a:r>
            <a:r>
              <a:rPr lang="en-US" sz="1600" dirty="0">
                <a:latin typeface="+mj-lt"/>
                <a:ea typeface="Noto Sans" panose="020B0502040504020204" pitchFamily="34"/>
                <a:cs typeface="Noto Sans" panose="020B0502040504020204" pitchFamily="34"/>
              </a:rPr>
              <a:t> </a:t>
            </a: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cyklů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2" name="Inhaltsplatzhalter 12">
            <a:extLst>
              <a:ext uri="{FF2B5EF4-FFF2-40B4-BE49-F238E27FC236}">
                <a16:creationId xmlns:a16="http://schemas.microsoft.com/office/drawing/2014/main" id="{75518E8C-76EC-52E4-2883-822225D8852C}"/>
              </a:ext>
            </a:extLst>
          </p:cNvPr>
          <p:cNvSpPr txBox="1">
            <a:spLocks/>
          </p:cNvSpPr>
          <p:nvPr/>
        </p:nvSpPr>
        <p:spPr>
          <a:xfrm>
            <a:off x="479376" y="3600154"/>
            <a:ext cx="3644369" cy="25891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 algn="ctr">
            <a:solidFill>
              <a:srgbClr val="C6C6C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88000" tIns="288000" rIns="288000" bIns="14400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E5D"/>
              </a:buClr>
              <a:buSzPct val="100000"/>
              <a:buFont typeface="Calibri" panose="020F050202020403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61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9496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cs-CZ" sz="24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Relé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2C2C2C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Aktivace</a:t>
            </a:r>
            <a:r>
              <a:rPr lang="en-US" sz="1600" dirty="0">
                <a:latin typeface="+mj-lt"/>
                <a:ea typeface="Noto Sans" panose="020B0502040504020204" pitchFamily="34"/>
                <a:cs typeface="Noto Sans" panose="020B0502040504020204" pitchFamily="34"/>
              </a:rPr>
              <a:t> </a:t>
            </a: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kanálu</a:t>
            </a:r>
            <a:endParaRPr lang="cs-CZ" sz="1600" dirty="0">
              <a:latin typeface="+mj-lt"/>
              <a:ea typeface="Noto Sans" panose="020B0502040504020204" pitchFamily="34"/>
              <a:cs typeface="Noto Sans" panose="020B0502040504020204" pitchFamily="34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doba</a:t>
            </a:r>
            <a:r>
              <a:rPr lang="en-US" sz="1600" dirty="0">
                <a:latin typeface="+mj-lt"/>
                <a:ea typeface="Noto Sans" panose="020B0502040504020204" pitchFamily="34"/>
                <a:cs typeface="Noto Sans" panose="020B0502040504020204" pitchFamily="34"/>
              </a:rPr>
              <a:t> </a:t>
            </a: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zapnutí</a:t>
            </a:r>
            <a:endParaRPr lang="cs-CZ" sz="1600" dirty="0">
              <a:latin typeface="+mj-lt"/>
              <a:ea typeface="Noto Sans" panose="020B0502040504020204" pitchFamily="34"/>
              <a:cs typeface="Noto Sans" panose="020B0502040504020204" pitchFamily="34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doba</a:t>
            </a:r>
            <a:r>
              <a:rPr lang="en-US" sz="1600" dirty="0">
                <a:latin typeface="+mj-lt"/>
                <a:ea typeface="Noto Sans" panose="020B0502040504020204" pitchFamily="34"/>
                <a:cs typeface="Noto Sans" panose="020B0502040504020204" pitchFamily="34"/>
              </a:rPr>
              <a:t> </a:t>
            </a: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vypnutí</a:t>
            </a:r>
            <a:r>
              <a:rPr lang="en-US" sz="1600" dirty="0">
                <a:latin typeface="+mj-lt"/>
                <a:ea typeface="Noto Sans" panose="020B0502040504020204" pitchFamily="34"/>
                <a:cs typeface="Noto Sans" panose="020B0502040504020204" pitchFamily="34"/>
              </a:rPr>
              <a:t> </a:t>
            </a:r>
            <a:endParaRPr lang="cs-CZ" sz="1600" dirty="0">
              <a:latin typeface="+mj-lt"/>
              <a:ea typeface="Noto Sans" panose="020B0502040504020204" pitchFamily="34"/>
              <a:cs typeface="Noto Sans" panose="020B0502040504020204" pitchFamily="34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počet</a:t>
            </a:r>
            <a:r>
              <a:rPr lang="en-US" sz="1600" dirty="0">
                <a:latin typeface="+mj-lt"/>
                <a:ea typeface="Noto Sans" panose="020B0502040504020204" pitchFamily="34"/>
                <a:cs typeface="Noto Sans" panose="020B0502040504020204" pitchFamily="34"/>
              </a:rPr>
              <a:t> </a:t>
            </a: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cyklů</a:t>
            </a:r>
            <a:r>
              <a:rPr lang="en-US" sz="1600" dirty="0">
                <a:latin typeface="+mj-lt"/>
                <a:ea typeface="Noto Sans" panose="020B0502040504020204" pitchFamily="34"/>
                <a:cs typeface="Noto Sans" panose="020B0502040504020204" pitchFamily="34"/>
              </a:rPr>
              <a:t> </a:t>
            </a:r>
            <a:endParaRPr lang="cs-CZ" sz="1600" dirty="0">
              <a:latin typeface="+mj-lt"/>
              <a:ea typeface="Noto Sans" panose="020B0502040504020204" pitchFamily="34"/>
              <a:cs typeface="Noto Sans" panose="020B0502040504020204" pitchFamily="34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vnitřní</a:t>
            </a:r>
            <a:r>
              <a:rPr lang="en-US" sz="1600" dirty="0">
                <a:latin typeface="+mj-lt"/>
                <a:ea typeface="Noto Sans" panose="020B0502040504020204" pitchFamily="34"/>
                <a:cs typeface="Noto Sans" panose="020B0502040504020204" pitchFamily="34"/>
              </a:rPr>
              <a:t> </a:t>
            </a: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mezní</a:t>
            </a:r>
            <a:r>
              <a:rPr lang="en-US" sz="1600" dirty="0">
                <a:latin typeface="+mj-lt"/>
                <a:ea typeface="Noto Sans" panose="020B0502040504020204" pitchFamily="34"/>
                <a:cs typeface="Noto Sans" panose="020B0502040504020204" pitchFamily="34"/>
              </a:rPr>
              <a:t> </a:t>
            </a: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hodnoty</a:t>
            </a:r>
            <a:r>
              <a:rPr lang="en-US" sz="1600" dirty="0">
                <a:latin typeface="+mj-lt"/>
                <a:ea typeface="Noto Sans" panose="020B0502040504020204" pitchFamily="34"/>
                <a:cs typeface="Noto Sans" panose="020B0502040504020204" pitchFamily="34"/>
              </a:rPr>
              <a:t> </a:t>
            </a:r>
            <a:r>
              <a:rPr lang="en-US" sz="1600" dirty="0" err="1">
                <a:latin typeface="+mj-lt"/>
                <a:ea typeface="Noto Sans" panose="020B0502040504020204" pitchFamily="34"/>
                <a:cs typeface="Noto Sans" panose="020B0502040504020204" pitchFamily="34"/>
              </a:rPr>
              <a:t>proudu</a:t>
            </a:r>
            <a:endParaRPr lang="en-US" sz="1600" dirty="0">
              <a:latin typeface="+mj-lt"/>
              <a:ea typeface="Noto Sans" panose="020B0502040504020204" pitchFamily="34"/>
              <a:cs typeface="Noto Sans" panose="020B0502040504020204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420549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457D8-8087-EEC6-3627-F7D213E2B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6B295-37E0-DC1D-0A88-45E27A30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96" y="1052514"/>
            <a:ext cx="11796416" cy="822006"/>
          </a:xfrm>
        </p:spPr>
        <p:txBody>
          <a:bodyPr/>
          <a:lstStyle/>
          <a:p>
            <a:r>
              <a:rPr lang="cs-CZ" dirty="0">
                <a:solidFill>
                  <a:srgbClr val="00A499"/>
                </a:solidFill>
              </a:rPr>
              <a:t>Maximální testovací parametry</a:t>
            </a:r>
            <a:endParaRPr lang="en-US" dirty="0">
              <a:solidFill>
                <a:srgbClr val="00A49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21E45-F82D-8327-9176-B3279A6C9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6486-B92A-5D40-B65E-EA3DE825AE5B}" type="datetime3">
              <a:rPr lang="cs-CZ" smtClean="0"/>
              <a:t>01/04/26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19D14-BF60-4698-0C7F-A56F4E20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11</a:t>
            </a:fld>
            <a:endParaRPr lang="cs-CZ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457EE49-A35C-FDE3-A7BD-34BC370B7B35}"/>
              </a:ext>
            </a:extLst>
          </p:cNvPr>
          <p:cNvSpPr/>
          <p:nvPr/>
        </p:nvSpPr>
        <p:spPr>
          <a:xfrm>
            <a:off x="479375" y="2907681"/>
            <a:ext cx="3648016" cy="28978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cs-CZ" sz="1600" dirty="0">
                <a:solidFill>
                  <a:schemeClr val="dk1"/>
                </a:solidFill>
                <a:latin typeface="+mj-lt"/>
              </a:rPr>
              <a:t>4 kanály</a:t>
            </a:r>
            <a:endParaRPr lang="en-US" sz="1600" dirty="0">
              <a:solidFill>
                <a:schemeClr val="dk1"/>
              </a:solidFill>
              <a:latin typeface="+mj-lt"/>
            </a:endParaRP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cs-CZ" sz="1600" dirty="0">
                <a:solidFill>
                  <a:schemeClr val="dk1"/>
                </a:solidFill>
                <a:latin typeface="+mj-lt"/>
              </a:rPr>
              <a:t>Trvalý proud na větev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:</a:t>
            </a:r>
          </a:p>
          <a:p>
            <a:pPr marL="628650" lvl="1" indent="-171450">
              <a:spcBef>
                <a:spcPts val="1200"/>
              </a:spcBef>
            </a:pPr>
            <a:r>
              <a:rPr lang="en-US" sz="1600" dirty="0">
                <a:solidFill>
                  <a:schemeClr val="dk1"/>
                </a:solidFill>
                <a:latin typeface="+mj-lt"/>
              </a:rPr>
              <a:t>Min.</a:t>
            </a:r>
            <a:r>
              <a:rPr lang="cs-CZ" sz="1600" dirty="0">
                <a:solidFill>
                  <a:schemeClr val="dk1"/>
                </a:solidFill>
                <a:latin typeface="+mj-lt"/>
              </a:rPr>
              <a:t> proud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: 10 mA</a:t>
            </a:r>
            <a:r>
              <a:rPr lang="cs-CZ" sz="1600" dirty="0">
                <a:solidFill>
                  <a:schemeClr val="dk1"/>
                </a:solidFill>
                <a:latin typeface="+mj-lt"/>
              </a:rPr>
              <a:t>*</a:t>
            </a:r>
            <a:endParaRPr lang="en-US" sz="1600" dirty="0">
              <a:solidFill>
                <a:schemeClr val="dk1"/>
              </a:solidFill>
              <a:latin typeface="+mj-lt"/>
            </a:endParaRPr>
          </a:p>
          <a:p>
            <a:pPr marL="628650" lvl="1" indent="-171450">
              <a:spcBef>
                <a:spcPts val="1200"/>
              </a:spcBef>
            </a:pPr>
            <a:r>
              <a:rPr lang="en-US" sz="1600" dirty="0">
                <a:solidFill>
                  <a:schemeClr val="dk1"/>
                </a:solidFill>
                <a:latin typeface="+mj-lt"/>
              </a:rPr>
              <a:t>Max. </a:t>
            </a:r>
            <a:r>
              <a:rPr lang="cs-CZ" sz="1600" dirty="0">
                <a:solidFill>
                  <a:schemeClr val="dk1"/>
                </a:solidFill>
                <a:latin typeface="+mj-lt"/>
              </a:rPr>
              <a:t>proud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: 2.5 A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600" dirty="0">
                <a:solidFill>
                  <a:schemeClr val="dk1"/>
                </a:solidFill>
                <a:latin typeface="+mj-lt"/>
              </a:rPr>
              <a:t>Max. </a:t>
            </a:r>
            <a:r>
              <a:rPr lang="cs-CZ" sz="1600" dirty="0">
                <a:solidFill>
                  <a:schemeClr val="dk1"/>
                </a:solidFill>
                <a:latin typeface="+mj-lt"/>
              </a:rPr>
              <a:t>spínané napětí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: 60 VDC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CFA27C8-C08B-98EE-4A19-C111BD8E6F67}"/>
              </a:ext>
            </a:extLst>
          </p:cNvPr>
          <p:cNvSpPr/>
          <p:nvPr/>
        </p:nvSpPr>
        <p:spPr>
          <a:xfrm>
            <a:off x="479375" y="2432204"/>
            <a:ext cx="3648016" cy="567811"/>
          </a:xfrm>
          <a:prstGeom prst="rect">
            <a:avLst/>
          </a:prstGeom>
          <a:solidFill>
            <a:srgbClr val="00A499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b="1" dirty="0">
                <a:solidFill>
                  <a:schemeClr val="bg1"/>
                </a:solidFill>
                <a:latin typeface="+mj-lt"/>
              </a:rPr>
              <a:t>R</a:t>
            </a:r>
            <a:r>
              <a:rPr lang="cs-CZ" b="1" dirty="0" err="1">
                <a:solidFill>
                  <a:schemeClr val="bg1"/>
                </a:solidFill>
                <a:latin typeface="+mj-lt"/>
              </a:rPr>
              <a:t>elé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CBA9A23-EF32-FBDF-414C-7F5F5C12B967}"/>
              </a:ext>
            </a:extLst>
          </p:cNvPr>
          <p:cNvSpPr/>
          <p:nvPr/>
        </p:nvSpPr>
        <p:spPr>
          <a:xfrm>
            <a:off x="4271392" y="2907682"/>
            <a:ext cx="3648016" cy="28978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600" dirty="0">
                <a:solidFill>
                  <a:schemeClr val="dk1"/>
                </a:solidFill>
                <a:latin typeface="+mj-lt"/>
              </a:rPr>
              <a:t>2 </a:t>
            </a:r>
            <a:r>
              <a:rPr lang="cs-CZ" sz="1600" dirty="0">
                <a:solidFill>
                  <a:schemeClr val="dk1"/>
                </a:solidFill>
                <a:latin typeface="+mj-lt"/>
              </a:rPr>
              <a:t>páry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 </a:t>
            </a:r>
            <a:r>
              <a:rPr lang="cs-CZ" sz="1600" dirty="0">
                <a:solidFill>
                  <a:schemeClr val="dk1"/>
                </a:solidFill>
                <a:latin typeface="+mj-lt"/>
              </a:rPr>
              <a:t>obousměrných 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MOSFET</a:t>
            </a:r>
            <a:r>
              <a:rPr lang="cs-CZ" sz="1600" dirty="0">
                <a:solidFill>
                  <a:schemeClr val="dk1"/>
                </a:solidFill>
                <a:latin typeface="+mj-lt"/>
              </a:rPr>
              <a:t>ů</a:t>
            </a:r>
            <a:endParaRPr lang="en-US" sz="1600" dirty="0">
              <a:solidFill>
                <a:schemeClr val="dk1"/>
              </a:solidFill>
              <a:latin typeface="+mj-lt"/>
            </a:endParaRP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cs-CZ" sz="1600" dirty="0">
                <a:solidFill>
                  <a:schemeClr val="dk1"/>
                </a:solidFill>
                <a:latin typeface="+mj-lt"/>
              </a:rPr>
              <a:t>Trvalý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 </a:t>
            </a:r>
            <a:r>
              <a:rPr lang="cs-CZ" sz="1600" dirty="0">
                <a:solidFill>
                  <a:schemeClr val="dk1"/>
                </a:solidFill>
                <a:latin typeface="+mj-lt"/>
              </a:rPr>
              <a:t>proud na pár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:</a:t>
            </a:r>
          </a:p>
          <a:p>
            <a:pPr marL="628650" lvl="1" indent="-171450">
              <a:lnSpc>
                <a:spcPct val="150000"/>
              </a:lnSpc>
              <a:spcBef>
                <a:spcPts val="1200"/>
              </a:spcBef>
            </a:pPr>
            <a:r>
              <a:rPr lang="en-US" sz="1600" dirty="0">
                <a:solidFill>
                  <a:schemeClr val="dk1"/>
                </a:solidFill>
                <a:latin typeface="+mj-lt"/>
              </a:rPr>
              <a:t>Max. </a:t>
            </a:r>
            <a:r>
              <a:rPr lang="cs-CZ" sz="1600" dirty="0">
                <a:solidFill>
                  <a:schemeClr val="dk1"/>
                </a:solidFill>
                <a:latin typeface="+mj-lt"/>
              </a:rPr>
              <a:t>proud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: 5 A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600" dirty="0">
                <a:solidFill>
                  <a:schemeClr val="dk1"/>
                </a:solidFill>
                <a:latin typeface="+mj-lt"/>
              </a:rPr>
              <a:t>Max. </a:t>
            </a:r>
            <a:r>
              <a:rPr lang="cs-CZ" sz="1600" dirty="0">
                <a:solidFill>
                  <a:schemeClr val="dk1"/>
                </a:solidFill>
                <a:latin typeface="+mj-lt"/>
              </a:rPr>
              <a:t>náběžný proud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(&lt;300 µs): 40 A</a:t>
            </a:r>
          </a:p>
          <a:p>
            <a:pPr marL="171450" indent="-171450">
              <a:lnSpc>
                <a:spcPct val="150000"/>
              </a:lnSpc>
              <a:spcBef>
                <a:spcPts val="1200"/>
              </a:spcBef>
            </a:pPr>
            <a:r>
              <a:rPr lang="en-US" sz="1600" dirty="0">
                <a:solidFill>
                  <a:schemeClr val="dk1"/>
                </a:solidFill>
                <a:latin typeface="+mj-lt"/>
              </a:rPr>
              <a:t>Max. </a:t>
            </a:r>
            <a:r>
              <a:rPr lang="cs-CZ" sz="1600" dirty="0">
                <a:solidFill>
                  <a:schemeClr val="dk1"/>
                </a:solidFill>
                <a:latin typeface="+mj-lt"/>
              </a:rPr>
              <a:t>spínané napětí 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: 80 VDC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FA403D1-7E77-7849-EB1B-E9A1C6D77D28}"/>
              </a:ext>
            </a:extLst>
          </p:cNvPr>
          <p:cNvSpPr/>
          <p:nvPr/>
        </p:nvSpPr>
        <p:spPr>
          <a:xfrm>
            <a:off x="4271392" y="2432204"/>
            <a:ext cx="3648016" cy="567811"/>
          </a:xfrm>
          <a:prstGeom prst="rect">
            <a:avLst/>
          </a:prstGeom>
          <a:solidFill>
            <a:srgbClr val="00A499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en-US" b="1" dirty="0">
                <a:solidFill>
                  <a:schemeClr val="bg1"/>
                </a:solidFill>
                <a:latin typeface="+mj-lt"/>
              </a:rPr>
              <a:t>MOSFET</a:t>
            </a:r>
            <a:r>
              <a:rPr lang="cs-CZ" b="1" dirty="0">
                <a:solidFill>
                  <a:schemeClr val="bg1"/>
                </a:solidFill>
                <a:latin typeface="+mj-lt"/>
              </a:rPr>
              <a:t>y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9D34B379-48FB-B986-ACF4-443C34E92645}"/>
              </a:ext>
            </a:extLst>
          </p:cNvPr>
          <p:cNvSpPr/>
          <p:nvPr/>
        </p:nvSpPr>
        <p:spPr>
          <a:xfrm>
            <a:off x="8063408" y="2907681"/>
            <a:ext cx="3648016" cy="28978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>
            <a:lvl1pPr>
              <a:buClr>
                <a:srgbClr val="237864"/>
              </a:buClr>
              <a:buFont typeface="Arial" panose="020B0604020202020204" pitchFamily="34" charset="0"/>
              <a:buChar char="•"/>
            </a:lvl1pPr>
            <a:lvl2pPr>
              <a:buClr>
                <a:srgbClr val="237864"/>
              </a:buClr>
              <a:buFont typeface="Arial" panose="020B0604020202020204" pitchFamily="34" charset="0"/>
              <a:buChar char="•"/>
            </a:lvl2pPr>
            <a:lvl3pPr>
              <a:buClr>
                <a:srgbClr val="237864"/>
              </a:buClr>
              <a:buFont typeface="Symbol" panose="05050102010706020507" pitchFamily="18" charset="2"/>
              <a:buChar char="-"/>
            </a:lvl3pPr>
            <a:lvl4pPr>
              <a:buClr>
                <a:schemeClr val="tx1"/>
              </a:buClr>
              <a:buFont typeface="Symbol" panose="05050102010706020507" pitchFamily="18" charset="2"/>
              <a:buChar char="-"/>
            </a:lvl4pPr>
            <a:lvl5pPr>
              <a:buClr>
                <a:schemeClr val="tx1"/>
              </a:buClr>
              <a:buFont typeface="Symbol" panose="05050102010706020507" pitchFamily="18" charset="2"/>
              <a:buChar char="-"/>
            </a:lvl5pPr>
            <a:lvl6pPr>
              <a:buClr>
                <a:schemeClr val="tx1"/>
              </a:buClr>
              <a:buFont typeface="Symbol" panose="05050102010706020507" pitchFamily="18" charset="2"/>
              <a:buChar char="-"/>
            </a:lvl6pPr>
            <a:lvl7pPr>
              <a:buClr>
                <a:schemeClr val="tx1"/>
              </a:buClr>
              <a:buFont typeface="Symbol" panose="05050102010706020507" pitchFamily="18" charset="2"/>
              <a:buChar char="-"/>
            </a:lvl7pPr>
            <a:lvl8pPr>
              <a:buClr>
                <a:schemeClr val="tx1"/>
              </a:buClr>
              <a:buFont typeface="Symbol" panose="05050102010706020507" pitchFamily="18" charset="2"/>
              <a:buChar char="-"/>
            </a:lvl8pPr>
            <a:lvl9pPr>
              <a:buFont typeface="Arial" panose="020B0604020202020204" pitchFamily="34" charset="0"/>
              <a:buChar char="•"/>
            </a:lvl9pPr>
          </a:lstStyle>
          <a:p>
            <a:pPr marL="171450" indent="-171450">
              <a:spcBef>
                <a:spcPts val="1200"/>
              </a:spcBef>
            </a:pPr>
            <a:r>
              <a:rPr lang="en-US" sz="1600" dirty="0" err="1">
                <a:solidFill>
                  <a:schemeClr val="dk1"/>
                </a:solidFill>
                <a:latin typeface="+mj-lt"/>
              </a:rPr>
              <a:t>Typická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j-lt"/>
              </a:rPr>
              <a:t>doba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j-lt"/>
              </a:rPr>
              <a:t>odezvy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j-lt"/>
              </a:rPr>
              <a:t>relé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: 7 </a:t>
            </a:r>
            <a:r>
              <a:rPr lang="en-US" sz="1600" dirty="0" err="1">
                <a:solidFill>
                  <a:schemeClr val="dk1"/>
                </a:solidFill>
                <a:latin typeface="+mj-lt"/>
              </a:rPr>
              <a:t>ms</a:t>
            </a:r>
            <a:endParaRPr lang="en-US" sz="1600" dirty="0">
              <a:solidFill>
                <a:schemeClr val="dk1"/>
              </a:solidFill>
              <a:latin typeface="+mj-lt"/>
            </a:endParaRPr>
          </a:p>
          <a:p>
            <a:pPr marL="171450" indent="-171450">
              <a:spcBef>
                <a:spcPts val="1200"/>
              </a:spcBef>
            </a:pPr>
            <a:r>
              <a:rPr lang="en-US" sz="1600" dirty="0" err="1">
                <a:solidFill>
                  <a:schemeClr val="dk1"/>
                </a:solidFill>
                <a:latin typeface="+mj-lt"/>
              </a:rPr>
              <a:t>Typická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j-lt"/>
              </a:rPr>
              <a:t>doba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j-lt"/>
              </a:rPr>
              <a:t>vypnutí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j-lt"/>
              </a:rPr>
              <a:t>relé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: 3 </a:t>
            </a:r>
            <a:r>
              <a:rPr lang="en-US" sz="1600" dirty="0" err="1">
                <a:solidFill>
                  <a:schemeClr val="dk1"/>
                </a:solidFill>
                <a:latin typeface="+mj-lt"/>
              </a:rPr>
              <a:t>ms</a:t>
            </a:r>
            <a:endParaRPr lang="en-US" sz="1600" dirty="0">
              <a:solidFill>
                <a:schemeClr val="dk1"/>
              </a:solidFill>
              <a:latin typeface="+mj-lt"/>
            </a:endParaRPr>
          </a:p>
          <a:p>
            <a:pPr marL="171450" indent="-171450">
              <a:spcBef>
                <a:spcPts val="1200"/>
              </a:spcBef>
            </a:pPr>
            <a:r>
              <a:rPr lang="en-US" sz="1600" dirty="0">
                <a:solidFill>
                  <a:schemeClr val="dk1"/>
                </a:solidFill>
                <a:latin typeface="+mj-lt"/>
              </a:rPr>
              <a:t>Doba </a:t>
            </a:r>
            <a:r>
              <a:rPr lang="en-US" sz="1600" dirty="0" err="1">
                <a:solidFill>
                  <a:schemeClr val="dk1"/>
                </a:solidFill>
                <a:latin typeface="+mj-lt"/>
              </a:rPr>
              <a:t>odskoku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j-lt"/>
              </a:rPr>
              <a:t>relé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: ~2 </a:t>
            </a:r>
            <a:r>
              <a:rPr lang="en-US" sz="1600" dirty="0" err="1">
                <a:solidFill>
                  <a:schemeClr val="dk1"/>
                </a:solidFill>
                <a:latin typeface="+mj-lt"/>
              </a:rPr>
              <a:t>ms</a:t>
            </a:r>
            <a:endParaRPr lang="en-US" sz="1600" dirty="0">
              <a:solidFill>
                <a:schemeClr val="dk1"/>
              </a:solidFill>
              <a:latin typeface="+mj-lt"/>
            </a:endParaRPr>
          </a:p>
          <a:p>
            <a:pPr marL="171450" indent="-171450">
              <a:spcBef>
                <a:spcPts val="1200"/>
              </a:spcBef>
            </a:pPr>
            <a:r>
              <a:rPr lang="en-US" sz="1600" dirty="0">
                <a:solidFill>
                  <a:schemeClr val="dk1"/>
                </a:solidFill>
                <a:latin typeface="+mj-lt"/>
              </a:rPr>
              <a:t>MOSFET </a:t>
            </a:r>
            <a:r>
              <a:rPr lang="cs-CZ" sz="1600" dirty="0">
                <a:solidFill>
                  <a:schemeClr val="dk1"/>
                </a:solidFill>
                <a:latin typeface="+mj-lt"/>
              </a:rPr>
              <a:t>čas náběžné hrany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:</a:t>
            </a:r>
          </a:p>
          <a:p>
            <a:pPr marL="628650" lvl="1" indent="-171450">
              <a:spcBef>
                <a:spcPts val="1200"/>
              </a:spcBef>
            </a:pPr>
            <a:r>
              <a:rPr lang="en-US" sz="1600" dirty="0">
                <a:solidFill>
                  <a:schemeClr val="dk1"/>
                </a:solidFill>
                <a:latin typeface="+mj-lt"/>
              </a:rPr>
              <a:t>min: 700 ns   max: 1000 µs </a:t>
            </a:r>
          </a:p>
          <a:p>
            <a:pPr marL="171450" indent="-171450">
              <a:spcBef>
                <a:spcPts val="1200"/>
              </a:spcBef>
            </a:pPr>
            <a:r>
              <a:rPr lang="en-US" sz="1600" dirty="0">
                <a:solidFill>
                  <a:schemeClr val="dk1"/>
                </a:solidFill>
                <a:latin typeface="+mj-lt"/>
              </a:rPr>
              <a:t>MOSFET </a:t>
            </a:r>
            <a:r>
              <a:rPr lang="cs-CZ" sz="1600" dirty="0">
                <a:solidFill>
                  <a:schemeClr val="dk1"/>
                </a:solidFill>
                <a:latin typeface="+mj-lt"/>
              </a:rPr>
              <a:t>čas sestupné hrany</a:t>
            </a:r>
            <a:r>
              <a:rPr lang="en-US" sz="1600" dirty="0">
                <a:solidFill>
                  <a:schemeClr val="dk1"/>
                </a:solidFill>
                <a:latin typeface="+mj-lt"/>
              </a:rPr>
              <a:t>:</a:t>
            </a:r>
          </a:p>
          <a:p>
            <a:pPr marL="628650" lvl="1" indent="-171450">
              <a:spcBef>
                <a:spcPts val="1200"/>
              </a:spcBef>
            </a:pPr>
            <a:r>
              <a:rPr lang="en-US" sz="1600" dirty="0">
                <a:solidFill>
                  <a:schemeClr val="dk1"/>
                </a:solidFill>
                <a:latin typeface="+mj-lt"/>
              </a:rPr>
              <a:t>min: 2 µs     max: 4 µs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F73E9C9-C597-F50A-6E98-468A4A2EB18E}"/>
              </a:ext>
            </a:extLst>
          </p:cNvPr>
          <p:cNvSpPr/>
          <p:nvPr/>
        </p:nvSpPr>
        <p:spPr>
          <a:xfrm>
            <a:off x="8063408" y="2432204"/>
            <a:ext cx="3648016" cy="567811"/>
          </a:xfrm>
          <a:prstGeom prst="rect">
            <a:avLst/>
          </a:prstGeom>
          <a:solidFill>
            <a:srgbClr val="00A499"/>
          </a:solidFill>
          <a:ln w="6350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 anchorCtr="0">
            <a:spAutoFit/>
          </a:bodyPr>
          <a:lstStyle/>
          <a:p>
            <a:pPr>
              <a:spcBef>
                <a:spcPts val="600"/>
              </a:spcBef>
              <a:buClr>
                <a:srgbClr val="619685"/>
              </a:buClr>
            </a:pPr>
            <a:r>
              <a:rPr lang="cs-CZ" b="1" dirty="0">
                <a:solidFill>
                  <a:schemeClr val="bg1"/>
                </a:solidFill>
                <a:latin typeface="+mj-lt"/>
              </a:rPr>
              <a:t>Dynamika spínání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44549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9CBF5-87B7-06FD-EA0D-EA34963FB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AF14E-AD67-014E-9453-2DDDC2F52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96" y="1052514"/>
            <a:ext cx="11796416" cy="822006"/>
          </a:xfrm>
        </p:spPr>
        <p:txBody>
          <a:bodyPr/>
          <a:lstStyle/>
          <a:p>
            <a:r>
              <a:rPr lang="cs-CZ" dirty="0">
                <a:solidFill>
                  <a:srgbClr val="00A499"/>
                </a:solidFill>
              </a:rPr>
              <a:t>Testování Firmware</a:t>
            </a:r>
            <a:endParaRPr lang="en-US" dirty="0">
              <a:solidFill>
                <a:srgbClr val="00A49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0A7E4-3E3F-3CE0-B50C-AFAFD7766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6486-B92A-5D40-B65E-EA3DE825AE5B}" type="datetime3">
              <a:rPr lang="cs-CZ" smtClean="0"/>
              <a:t>01/04/26</a:t>
            </a:fld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A56C3-93FF-6884-45EF-715740969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07683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33815-5275-7C1B-7B1B-C7A3C2415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635F8-93ED-FC7F-11B5-F01F37540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96" y="1052514"/>
            <a:ext cx="11796416" cy="822006"/>
          </a:xfrm>
        </p:spPr>
        <p:txBody>
          <a:bodyPr/>
          <a:lstStyle/>
          <a:p>
            <a:r>
              <a:rPr lang="en-US" dirty="0" err="1">
                <a:solidFill>
                  <a:srgbClr val="00A499"/>
                </a:solidFill>
              </a:rPr>
              <a:t>Testování</a:t>
            </a:r>
            <a:r>
              <a:rPr lang="en-US" dirty="0">
                <a:solidFill>
                  <a:srgbClr val="00A499"/>
                </a:solidFill>
              </a:rPr>
              <a:t> </a:t>
            </a:r>
            <a:r>
              <a:rPr lang="en-US" dirty="0" err="1">
                <a:solidFill>
                  <a:srgbClr val="00A499"/>
                </a:solidFill>
              </a:rPr>
              <a:t>zařízení</a:t>
            </a:r>
            <a:r>
              <a:rPr lang="en-US" dirty="0">
                <a:solidFill>
                  <a:srgbClr val="00A499"/>
                </a:solidFill>
              </a:rPr>
              <a:t> – </a:t>
            </a:r>
            <a:r>
              <a:rPr lang="en-US" dirty="0" err="1">
                <a:solidFill>
                  <a:srgbClr val="00A499"/>
                </a:solidFill>
              </a:rPr>
              <a:t>spínání</a:t>
            </a:r>
            <a:r>
              <a:rPr lang="en-US" dirty="0">
                <a:solidFill>
                  <a:srgbClr val="00A499"/>
                </a:solidFill>
              </a:rPr>
              <a:t> </a:t>
            </a:r>
            <a:r>
              <a:rPr lang="en-US" dirty="0" err="1">
                <a:solidFill>
                  <a:srgbClr val="00A499"/>
                </a:solidFill>
              </a:rPr>
              <a:t>relé</a:t>
            </a:r>
            <a:endParaRPr lang="en-US" dirty="0">
              <a:solidFill>
                <a:srgbClr val="00A49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77098-5094-58C9-C747-8F7B88124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6486-B92A-5D40-B65E-EA3DE825AE5B}" type="datetime3">
              <a:rPr lang="cs-CZ" smtClean="0"/>
              <a:t>01/04/26</a:t>
            </a:fld>
            <a:endParaRPr lang="cs-C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3BA9C-AD7D-D0A0-6DAD-52C4C108A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13</a:t>
            </a:fld>
            <a:endParaRPr lang="cs-C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ADE8B4-D3EC-3116-8185-ABCD9E045F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557"/>
          <a:stretch>
            <a:fillRect/>
          </a:stretch>
        </p:blipFill>
        <p:spPr>
          <a:xfrm>
            <a:off x="192088" y="1966282"/>
            <a:ext cx="9146465" cy="4114284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67AB88BA-4878-319A-99D1-479D65AFF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309595" y="2530088"/>
            <a:ext cx="4857796" cy="224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005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61548-653C-3A1E-44A8-43498C534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7B647-1E4D-5FC3-A5F7-7DB7C9A5C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96" y="1052514"/>
            <a:ext cx="11796416" cy="822006"/>
          </a:xfrm>
        </p:spPr>
        <p:txBody>
          <a:bodyPr/>
          <a:lstStyle/>
          <a:p>
            <a:r>
              <a:rPr lang="en-US" dirty="0" err="1">
                <a:solidFill>
                  <a:srgbClr val="00A499"/>
                </a:solidFill>
              </a:rPr>
              <a:t>Testování</a:t>
            </a:r>
            <a:r>
              <a:rPr lang="en-US" dirty="0">
                <a:solidFill>
                  <a:srgbClr val="00A499"/>
                </a:solidFill>
              </a:rPr>
              <a:t> </a:t>
            </a:r>
            <a:r>
              <a:rPr lang="en-US" dirty="0" err="1">
                <a:solidFill>
                  <a:srgbClr val="00A499"/>
                </a:solidFill>
              </a:rPr>
              <a:t>zařízení</a:t>
            </a:r>
            <a:r>
              <a:rPr lang="en-US" dirty="0">
                <a:solidFill>
                  <a:srgbClr val="00A499"/>
                </a:solidFill>
              </a:rPr>
              <a:t> – </a:t>
            </a:r>
            <a:r>
              <a:rPr lang="en-US" dirty="0" err="1">
                <a:solidFill>
                  <a:srgbClr val="00A499"/>
                </a:solidFill>
              </a:rPr>
              <a:t>rychlost</a:t>
            </a:r>
            <a:r>
              <a:rPr lang="en-US" dirty="0">
                <a:solidFill>
                  <a:srgbClr val="00A499"/>
                </a:solidFill>
              </a:rPr>
              <a:t> </a:t>
            </a:r>
            <a:r>
              <a:rPr lang="en-US" dirty="0" err="1">
                <a:solidFill>
                  <a:srgbClr val="00A499"/>
                </a:solidFill>
              </a:rPr>
              <a:t>MOSFETů</a:t>
            </a:r>
            <a:endParaRPr lang="en-US" dirty="0">
              <a:solidFill>
                <a:srgbClr val="00A49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5E8DF-D2B0-961D-110F-0D618F93F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6486-B92A-5D40-B65E-EA3DE825AE5B}" type="datetime3">
              <a:rPr lang="cs-CZ" smtClean="0"/>
              <a:t>01/04/26</a:t>
            </a:fld>
            <a:endParaRPr lang="cs-C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8B6E4-615D-1BEC-AFF9-FCA6E3A42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14</a:t>
            </a:fld>
            <a:endParaRPr lang="cs-C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154CC0-3CAC-58C4-62D1-57D567516651}"/>
              </a:ext>
            </a:extLst>
          </p:cNvPr>
          <p:cNvSpPr txBox="1"/>
          <p:nvPr/>
        </p:nvSpPr>
        <p:spPr>
          <a:xfrm>
            <a:off x="1483039" y="2050723"/>
            <a:ext cx="3019246" cy="3131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solidFill>
                  <a:srgbClr val="00A499"/>
                </a:solidFill>
              </a:rPr>
              <a:t>Rise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FBF952-3E24-6144-DACD-5EB23EF295D7}"/>
              </a:ext>
            </a:extLst>
          </p:cNvPr>
          <p:cNvSpPr txBox="1"/>
          <p:nvPr/>
        </p:nvSpPr>
        <p:spPr>
          <a:xfrm>
            <a:off x="7624665" y="2050724"/>
            <a:ext cx="3019246" cy="3131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solidFill>
                  <a:srgbClr val="00A499"/>
                </a:solidFill>
              </a:rPr>
              <a:t>Fall 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A27B11-9DFA-04DD-8A8D-C0F37E196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725" y="2545632"/>
            <a:ext cx="5921126" cy="2953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2878A4-9B83-3AE6-1F1F-E3BECE9BD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49" y="2545632"/>
            <a:ext cx="5911796" cy="2948508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78BCFF-68EF-FE81-7B51-8BAF812B2819}"/>
              </a:ext>
            </a:extLst>
          </p:cNvPr>
          <p:cNvCxnSpPr>
            <a:cxnSpLocks/>
          </p:cNvCxnSpPr>
          <p:nvPr/>
        </p:nvCxnSpPr>
        <p:spPr>
          <a:xfrm>
            <a:off x="5046453" y="2967487"/>
            <a:ext cx="491705" cy="0"/>
          </a:xfrm>
          <a:prstGeom prst="straightConnector1">
            <a:avLst/>
          </a:prstGeom>
          <a:ln w="57150" cap="rnd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F8B78F7-4CCD-3912-B3CB-2722BF4E80B3}"/>
              </a:ext>
            </a:extLst>
          </p:cNvPr>
          <p:cNvCxnSpPr>
            <a:cxnSpLocks/>
          </p:cNvCxnSpPr>
          <p:nvPr/>
        </p:nvCxnSpPr>
        <p:spPr>
          <a:xfrm>
            <a:off x="11179834" y="2967487"/>
            <a:ext cx="457199" cy="0"/>
          </a:xfrm>
          <a:prstGeom prst="straightConnector1">
            <a:avLst/>
          </a:prstGeom>
          <a:ln w="57150" cap="rnd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89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67D05-5574-2C53-3962-B25DCD615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759A8-CE24-E84A-3979-6C25C4134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96" y="1052514"/>
            <a:ext cx="11796416" cy="822006"/>
          </a:xfrm>
        </p:spPr>
        <p:txBody>
          <a:bodyPr/>
          <a:lstStyle/>
          <a:p>
            <a:r>
              <a:rPr lang="en-US" dirty="0" err="1">
                <a:solidFill>
                  <a:srgbClr val="00A499"/>
                </a:solidFill>
              </a:rPr>
              <a:t>Testování</a:t>
            </a:r>
            <a:r>
              <a:rPr lang="en-US" dirty="0">
                <a:solidFill>
                  <a:srgbClr val="00A499"/>
                </a:solidFill>
              </a:rPr>
              <a:t> </a:t>
            </a:r>
            <a:r>
              <a:rPr lang="en-US" dirty="0" err="1">
                <a:solidFill>
                  <a:srgbClr val="00A499"/>
                </a:solidFill>
              </a:rPr>
              <a:t>zařízení</a:t>
            </a:r>
            <a:r>
              <a:rPr lang="en-US" dirty="0">
                <a:solidFill>
                  <a:srgbClr val="00A499"/>
                </a:solidFill>
              </a:rPr>
              <a:t> – </a:t>
            </a:r>
            <a:r>
              <a:rPr lang="en-US" dirty="0" err="1">
                <a:solidFill>
                  <a:srgbClr val="00A499"/>
                </a:solidFill>
              </a:rPr>
              <a:t>náběhový</a:t>
            </a:r>
            <a:r>
              <a:rPr lang="en-US" dirty="0">
                <a:solidFill>
                  <a:srgbClr val="00A499"/>
                </a:solidFill>
              </a:rPr>
              <a:t> proud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2C49A-78FD-5627-0C99-9D2D8CC97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6486-B92A-5D40-B65E-EA3DE825AE5B}" type="datetime3">
              <a:rPr lang="cs-CZ" smtClean="0"/>
              <a:t>01/04/26</a:t>
            </a:fld>
            <a:endParaRPr lang="cs-C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A3386-6F89-2AD2-988C-A923430FC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15</a:t>
            </a:fld>
            <a:endParaRPr lang="cs-C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FEC13E-E208-E49B-DBAF-ABA6C3C7A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2159354"/>
            <a:ext cx="5532120" cy="3540556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D854F26-718C-A0B2-D4C2-A6312C1FEFAA}"/>
              </a:ext>
            </a:extLst>
          </p:cNvPr>
          <p:cNvCxnSpPr>
            <a:cxnSpLocks/>
          </p:cNvCxnSpPr>
          <p:nvPr/>
        </p:nvCxnSpPr>
        <p:spPr>
          <a:xfrm>
            <a:off x="4699230" y="2920716"/>
            <a:ext cx="647460" cy="0"/>
          </a:xfrm>
          <a:prstGeom prst="straightConnector1">
            <a:avLst/>
          </a:prstGeom>
          <a:ln w="57150" cap="rnd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6B2CDED8-0C18-C55A-CE9A-1A8D1D25F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843" y="2013964"/>
            <a:ext cx="5968668" cy="383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980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FB5D7-C481-3AC8-27BE-4F80B3A43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0E484-50EB-AEF8-B649-0311EE17B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96" y="1052514"/>
            <a:ext cx="11796416" cy="822006"/>
          </a:xfrm>
        </p:spPr>
        <p:txBody>
          <a:bodyPr/>
          <a:lstStyle/>
          <a:p>
            <a:r>
              <a:rPr lang="cs-CZ" dirty="0">
                <a:solidFill>
                  <a:srgbClr val="00A499"/>
                </a:solidFill>
              </a:rPr>
              <a:t>shrnutí</a:t>
            </a:r>
            <a:endParaRPr lang="en-US" dirty="0">
              <a:solidFill>
                <a:srgbClr val="00A49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9BF5A-7F60-44D7-CC77-C0B284548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6486-B92A-5D40-B65E-EA3DE825AE5B}" type="datetime3">
              <a:rPr lang="cs-CZ" smtClean="0"/>
              <a:t>01/04/26</a:t>
            </a:fld>
            <a:endParaRPr lang="cs-C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EB385-8205-274F-32CD-FCC6F1156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2441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49EA5466-EA04-5F40-8B3D-430DA20B8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6486-B92A-5D40-B65E-EA3DE825AE5B}" type="datetime3">
              <a:rPr lang="cs-CZ"/>
              <a:pPr/>
              <a:t>01/04/26</a:t>
            </a:fld>
            <a:endParaRPr lang="cs-CZ" dirty="0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EDDB3C1C-78A3-FD45-9288-66B6297FA8A9}"/>
              </a:ext>
            </a:extLst>
          </p:cNvPr>
          <p:cNvSpPr/>
          <p:nvPr/>
        </p:nvSpPr>
        <p:spPr>
          <a:xfrm>
            <a:off x="3455670" y="2598003"/>
            <a:ext cx="5280660" cy="830997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r>
              <a:rPr lang="cs-CZ" sz="4800" b="1" dirty="0">
                <a:solidFill>
                  <a:srgbClr val="00A4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Děkuji za pozornost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C1B493-5082-1F44-8BA5-C2736AC5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4172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f352338f-7fb9-4206-a0c7-fe55d8f18aa2"/>
  <p:tag name="MIO_EKGUID" val="2e46d914-fdbd-4e93-a7f1-1d175dcbe5fb"/>
  <p:tag name="MIO_UPDATE" val="True"/>
  <p:tag name="MIO_VERSION" val="08.03.2019 14:57:58"/>
  <p:tag name="MIO_DBID" val="E0259410-156D-4F1A-B326-E95E43C8DB51"/>
  <p:tag name="MIO_LASTDOWNLOADED" val="18.09.2023 09:54:52.305"/>
  <p:tag name="MIO_OBJECTNAME" val="Process"/>
  <p:tag name="MIO_LASTEDITORNAME" val="Carmen Sievers"/>
</p:tagLst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40 FEI CZ verze" id="{6C08F42E-4C42-1248-AFBD-44B85FF3097C}" vid="{625188C0-F481-6D4D-9D88-9817E5AEE6D9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40 FEI CZ verze" id="{6C08F42E-4C42-1248-AFBD-44B85FF3097C}" vid="{D4DD8BDB-1D41-D74E-BC7B-57F90FB64D14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502C4427AD1264192F339F78E5C97D6" ma:contentTypeVersion="5" ma:contentTypeDescription="Vytvoří nový dokument" ma:contentTypeScope="" ma:versionID="2d563fad8535cada5e20ce7750bbb22b">
  <xsd:schema xmlns:xsd="http://www.w3.org/2001/XMLSchema" xmlns:xs="http://www.w3.org/2001/XMLSchema" xmlns:p="http://schemas.microsoft.com/office/2006/metadata/properties" xmlns:ns2="8f8af3df-ac43-4686-a9e3-ac7981ccd423" targetNamespace="http://schemas.microsoft.com/office/2006/metadata/properties" ma:root="true" ma:fieldsID="8bc592a17bac59763842291134e5f4b4" ns2:_="">
    <xsd:import namespace="8f8af3df-ac43-4686-a9e3-ac7981ccd4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8af3df-ac43-4686-a9e3-ac7981ccd4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CA2879-F35E-44B2-A1F7-FDED87CC32D8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8f8af3df-ac43-4686-a9e3-ac7981ccd423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1A627E3-3123-473F-A665-F12D6E4B4B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AA86EC-A603-48A8-87CB-09137551BC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8af3df-ac43-4686-a9e3-ac7981ccd4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9b77101-99b7-41c9-8d6a-7794b9d48476}" enabled="0" method="" siteId="{39b77101-99b7-41c9-8d6a-7794b9d4847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450</Template>
  <TotalTime>31146</TotalTime>
  <Words>535</Words>
  <Application>Microsoft Office PowerPoint</Application>
  <PresentationFormat>Širokoúhlá obrazovka</PresentationFormat>
  <Paragraphs>148</Paragraphs>
  <Slides>18</Slides>
  <Notes>16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Noto Sans</vt:lpstr>
      <vt:lpstr>Motiv Office</vt:lpstr>
      <vt:lpstr>Custom Design</vt:lpstr>
      <vt:lpstr>Prezentace aplikace PowerPoint</vt:lpstr>
      <vt:lpstr>Automatizovaný systém pro elektrické testování komponent v automobilovém průmyslu</vt:lpstr>
      <vt:lpstr>Body zadání</vt:lpstr>
      <vt:lpstr>Účel zařízení</vt:lpstr>
      <vt:lpstr>Analýza výchozího stavu</vt:lpstr>
      <vt:lpstr>Návrh funkce zařízení</vt:lpstr>
      <vt:lpstr>Průběh návrhu zařízení</vt:lpstr>
      <vt:lpstr>Schema + deska - realizace</vt:lpstr>
      <vt:lpstr>Body zadání</vt:lpstr>
      <vt:lpstr>Deska plošných spojů</vt:lpstr>
      <vt:lpstr>Popis použití a parametrů periferií</vt:lpstr>
      <vt:lpstr>Maximální testovací parametry</vt:lpstr>
      <vt:lpstr>Testování Firmware</vt:lpstr>
      <vt:lpstr>Testování zařízení – spínání relé</vt:lpstr>
      <vt:lpstr>Testování zařízení – rychlost MOSFETů</vt:lpstr>
      <vt:lpstr>Testování zařízení – náběhový proud</vt:lpstr>
      <vt:lpstr>shrnutí</vt:lpstr>
      <vt:lpstr>Prezentace aplikace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Jan Žídek</dc:creator>
  <cp:lastModifiedBy>Vojtěch Míček</cp:lastModifiedBy>
  <cp:revision>277</cp:revision>
  <dcterms:created xsi:type="dcterms:W3CDTF">2019-05-24T11:30:30Z</dcterms:created>
  <dcterms:modified xsi:type="dcterms:W3CDTF">2026-04-01T06:32:22Z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0x0101000502C4427AD1264192F339F78E5C97D6</vt:lpwstr>
  </property>
</Properties>
</file>