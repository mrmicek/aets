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4"/>
    <p:sldMasterId id="2147483656" r:id="rId5"/>
  </p:sldMasterIdLst>
  <p:notesMasterIdLst>
    <p:notesMasterId r:id="rId20"/>
  </p:notesMasterIdLst>
  <p:handoutMasterIdLst>
    <p:handoutMasterId r:id="rId21"/>
  </p:handoutMasterIdLst>
  <p:sldIdLst>
    <p:sldId id="276" r:id="rId6"/>
    <p:sldId id="260" r:id="rId7"/>
    <p:sldId id="412" r:id="rId8"/>
    <p:sldId id="414" r:id="rId9"/>
    <p:sldId id="415" r:id="rId10"/>
    <p:sldId id="416" r:id="rId11"/>
    <p:sldId id="417" r:id="rId12"/>
    <p:sldId id="418" r:id="rId13"/>
    <p:sldId id="421" r:id="rId14"/>
    <p:sldId id="419" r:id="rId15"/>
    <p:sldId id="420" r:id="rId16"/>
    <p:sldId id="422" r:id="rId17"/>
    <p:sldId id="423" r:id="rId18"/>
    <p:sldId id="259" r:id="rId19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hankova Radana" initials="KR" lastIdx="2" clrIdx="0">
    <p:extLst>
      <p:ext uri="{19B8F6BF-5375-455C-9EA6-DF929625EA0E}">
        <p15:presenceInfo xmlns:p15="http://schemas.microsoft.com/office/powerpoint/2012/main" userId="S::kah0017@vsb.cz::27a42188-1dc2-4d75-893d-9196cb22c84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CCE9"/>
    <a:srgbClr val="00A499"/>
    <a:srgbClr val="ED7D31"/>
    <a:srgbClr val="BB3E46"/>
    <a:srgbClr val="000000"/>
    <a:srgbClr val="FF944B"/>
    <a:srgbClr val="FF0000"/>
    <a:srgbClr val="C00000"/>
    <a:srgbClr val="FF6600"/>
    <a:srgbClr val="BDBD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53F2CC-EA7C-4377-8FB1-44E4560E2CCE}" v="9" dt="2026-03-30T12:00:51.165"/>
  </p1510:revLst>
</p1510:revInfo>
</file>

<file path=ppt/tableStyles.xml><?xml version="1.0" encoding="utf-8"?>
<a:tblStyleLst xmlns:a="http://schemas.openxmlformats.org/drawingml/2006/main" def="{5C22544A-7EE6-4342-B048-85BDC9FD1C3A}">
  <a:tblStyle styleId="{F2DE63D5-997A-4646-A377-4702673A728D}" styleName="Světlý styl 2 – zvýraznění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Bez stylu, mřížka tabulky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93"/>
  </p:normalViewPr>
  <p:slideViewPr>
    <p:cSldViewPr snapToGrid="0" snapToObjects="1" showGuides="1">
      <p:cViewPr varScale="1">
        <p:scale>
          <a:sx n="105" d="100"/>
          <a:sy n="105" d="100"/>
        </p:scale>
        <p:origin x="798" y="96"/>
      </p:cViewPr>
      <p:guideLst>
        <p:guide orient="horz" pos="2137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commentAuthors" Target="commentAuthor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ek, Vojtech" userId="fad96f9e-f70a-4f88-83ee-977fb340ad6e" providerId="ADAL" clId="{700A9DA4-1B0F-4341-A903-B6D73D7B7A36}"/>
    <pc:docChg chg="undo custSel addSld modSld">
      <pc:chgData name="Micek, Vojtech" userId="fad96f9e-f70a-4f88-83ee-977fb340ad6e" providerId="ADAL" clId="{700A9DA4-1B0F-4341-A903-B6D73D7B7A36}" dt="2026-03-30T12:04:49.784" v="910" actId="1076"/>
      <pc:docMkLst>
        <pc:docMk/>
      </pc:docMkLst>
      <pc:sldChg chg="delSp modSp add mod">
        <pc:chgData name="Micek, Vojtech" userId="fad96f9e-f70a-4f88-83ee-977fb340ad6e" providerId="ADAL" clId="{700A9DA4-1B0F-4341-A903-B6D73D7B7A36}" dt="2026-03-30T12:04:49.784" v="910" actId="1076"/>
        <pc:sldMkLst>
          <pc:docMk/>
          <pc:sldMk cId="226417236" sldId="259"/>
        </pc:sldMkLst>
        <pc:spChg chg="mod">
          <ac:chgData name="Micek, Vojtech" userId="fad96f9e-f70a-4f88-83ee-977fb340ad6e" providerId="ADAL" clId="{700A9DA4-1B0F-4341-A903-B6D73D7B7A36}" dt="2026-03-30T11:57:17.029" v="775"/>
          <ac:spMkLst>
            <pc:docMk/>
            <pc:sldMk cId="226417236" sldId="259"/>
            <ac:spMk id="2" creationId="{49EA5466-EA04-5F40-8B3D-430DA20B8501}"/>
          </ac:spMkLst>
        </pc:spChg>
        <pc:spChg chg="mod">
          <ac:chgData name="Micek, Vojtech" userId="fad96f9e-f70a-4f88-83ee-977fb340ad6e" providerId="ADAL" clId="{700A9DA4-1B0F-4341-A903-B6D73D7B7A36}" dt="2026-03-30T12:04:49.784" v="910" actId="1076"/>
          <ac:spMkLst>
            <pc:docMk/>
            <pc:sldMk cId="226417236" sldId="259"/>
            <ac:spMk id="5" creationId="{EDDB3C1C-78A3-FD45-9288-66B6297FA8A9}"/>
          </ac:spMkLst>
        </pc:spChg>
        <pc:spChg chg="del mod">
          <ac:chgData name="Micek, Vojtech" userId="fad96f9e-f70a-4f88-83ee-977fb340ad6e" providerId="ADAL" clId="{700A9DA4-1B0F-4341-A903-B6D73D7B7A36}" dt="2026-03-30T11:57:10.262" v="773" actId="478"/>
          <ac:spMkLst>
            <pc:docMk/>
            <pc:sldMk cId="226417236" sldId="259"/>
            <ac:spMk id="6" creationId="{8408D255-5881-3A44-BC2B-29C775205970}"/>
          </ac:spMkLst>
        </pc:spChg>
        <pc:spChg chg="del">
          <ac:chgData name="Micek, Vojtech" userId="fad96f9e-f70a-4f88-83ee-977fb340ad6e" providerId="ADAL" clId="{700A9DA4-1B0F-4341-A903-B6D73D7B7A36}" dt="2026-03-30T11:57:11.761" v="774" actId="478"/>
          <ac:spMkLst>
            <pc:docMk/>
            <pc:sldMk cId="226417236" sldId="259"/>
            <ac:spMk id="7" creationId="{DE7F8F67-1B0E-454C-B97D-8D3558E52E65}"/>
          </ac:spMkLst>
        </pc:spChg>
      </pc:sldChg>
      <pc:sldChg chg="addSp modSp mod">
        <pc:chgData name="Micek, Vojtech" userId="fad96f9e-f70a-4f88-83ee-977fb340ad6e" providerId="ADAL" clId="{700A9DA4-1B0F-4341-A903-B6D73D7B7A36}" dt="2026-03-30T11:13:27.121" v="534" actId="27636"/>
        <pc:sldMkLst>
          <pc:docMk/>
          <pc:sldMk cId="4132582503" sldId="416"/>
        </pc:sldMkLst>
        <pc:spChg chg="mod">
          <ac:chgData name="Micek, Vojtech" userId="fad96f9e-f70a-4f88-83ee-977fb340ad6e" providerId="ADAL" clId="{700A9DA4-1B0F-4341-A903-B6D73D7B7A36}" dt="2026-03-30T11:13:27.121" v="534" actId="27636"/>
          <ac:spMkLst>
            <pc:docMk/>
            <pc:sldMk cId="4132582503" sldId="416"/>
            <ac:spMk id="5" creationId="{904DE33E-A2CC-937E-A073-83967C2D75ED}"/>
          </ac:spMkLst>
        </pc:spChg>
        <pc:picChg chg="add mod">
          <ac:chgData name="Micek, Vojtech" userId="fad96f9e-f70a-4f88-83ee-977fb340ad6e" providerId="ADAL" clId="{700A9DA4-1B0F-4341-A903-B6D73D7B7A36}" dt="2026-03-30T11:12:14.390" v="523" actId="1076"/>
          <ac:picMkLst>
            <pc:docMk/>
            <pc:sldMk cId="4132582503" sldId="416"/>
            <ac:picMk id="9" creationId="{9D007CD9-47B3-7CC9-B6E0-9FB8D9C3031F}"/>
          </ac:picMkLst>
        </pc:picChg>
      </pc:sldChg>
      <pc:sldChg chg="addSp delSp modSp add mod">
        <pc:chgData name="Micek, Vojtech" userId="fad96f9e-f70a-4f88-83ee-977fb340ad6e" providerId="ADAL" clId="{700A9DA4-1B0F-4341-A903-B6D73D7B7A36}" dt="2026-03-30T11:48:52.804" v="664" actId="1076"/>
        <pc:sldMkLst>
          <pc:docMk/>
          <pc:sldMk cId="4195621453" sldId="417"/>
        </pc:sldMkLst>
        <pc:spChg chg="mod">
          <ac:chgData name="Micek, Vojtech" userId="fad96f9e-f70a-4f88-83ee-977fb340ad6e" providerId="ADAL" clId="{700A9DA4-1B0F-4341-A903-B6D73D7B7A36}" dt="2026-03-30T11:47:02.216" v="627" actId="20577"/>
          <ac:spMkLst>
            <pc:docMk/>
            <pc:sldMk cId="4195621453" sldId="417"/>
            <ac:spMk id="2" creationId="{679FB90B-6CCA-C700-21D2-11243239533A}"/>
          </ac:spMkLst>
        </pc:spChg>
        <pc:spChg chg="del">
          <ac:chgData name="Micek, Vojtech" userId="fad96f9e-f70a-4f88-83ee-977fb340ad6e" providerId="ADAL" clId="{700A9DA4-1B0F-4341-A903-B6D73D7B7A36}" dt="2026-03-30T11:35:56.790" v="537" actId="478"/>
          <ac:spMkLst>
            <pc:docMk/>
            <pc:sldMk cId="4195621453" sldId="417"/>
            <ac:spMk id="5" creationId="{5338AAE7-2DE1-0D1D-8783-31FB3E1197F2}"/>
          </ac:spMkLst>
        </pc:spChg>
        <pc:spChg chg="add del mod">
          <ac:chgData name="Micek, Vojtech" userId="fad96f9e-f70a-4f88-83ee-977fb340ad6e" providerId="ADAL" clId="{700A9DA4-1B0F-4341-A903-B6D73D7B7A36}" dt="2026-03-30T11:37:52.664" v="568" actId="478"/>
          <ac:spMkLst>
            <pc:docMk/>
            <pc:sldMk cId="4195621453" sldId="417"/>
            <ac:spMk id="7" creationId="{81C4DE07-0DF4-E9B7-4101-008DB29E24B5}"/>
          </ac:spMkLst>
        </pc:spChg>
        <pc:spChg chg="add mod">
          <ac:chgData name="Micek, Vojtech" userId="fad96f9e-f70a-4f88-83ee-977fb340ad6e" providerId="ADAL" clId="{700A9DA4-1B0F-4341-A903-B6D73D7B7A36}" dt="2026-03-30T11:46:15.684" v="597" actId="1076"/>
          <ac:spMkLst>
            <pc:docMk/>
            <pc:sldMk cId="4195621453" sldId="417"/>
            <ac:spMk id="15" creationId="{13A2554B-8748-71A6-8FDF-8960469BCD97}"/>
          </ac:spMkLst>
        </pc:spChg>
        <pc:spChg chg="add mod">
          <ac:chgData name="Micek, Vojtech" userId="fad96f9e-f70a-4f88-83ee-977fb340ad6e" providerId="ADAL" clId="{700A9DA4-1B0F-4341-A903-B6D73D7B7A36}" dt="2026-03-30T11:46:39.653" v="612" actId="1076"/>
          <ac:spMkLst>
            <pc:docMk/>
            <pc:sldMk cId="4195621453" sldId="417"/>
            <ac:spMk id="16" creationId="{5A4A72E2-4C05-EEBB-3599-6960242DDF7A}"/>
          </ac:spMkLst>
        </pc:spChg>
        <pc:spChg chg="add mod">
          <ac:chgData name="Micek, Vojtech" userId="fad96f9e-f70a-4f88-83ee-977fb340ad6e" providerId="ADAL" clId="{700A9DA4-1B0F-4341-A903-B6D73D7B7A36}" dt="2026-03-30T11:46:55.693" v="624" actId="1076"/>
          <ac:spMkLst>
            <pc:docMk/>
            <pc:sldMk cId="4195621453" sldId="417"/>
            <ac:spMk id="17" creationId="{7529F8C1-47B4-DFF0-EE42-3EA730DD451D}"/>
          </ac:spMkLst>
        </pc:spChg>
        <pc:spChg chg="add mod">
          <ac:chgData name="Micek, Vojtech" userId="fad96f9e-f70a-4f88-83ee-977fb340ad6e" providerId="ADAL" clId="{700A9DA4-1B0F-4341-A903-B6D73D7B7A36}" dt="2026-03-30T11:48:37.348" v="652" actId="1076"/>
          <ac:spMkLst>
            <pc:docMk/>
            <pc:sldMk cId="4195621453" sldId="417"/>
            <ac:spMk id="18" creationId="{4C5A7CD0-77E8-933A-6DAC-68720A2307C2}"/>
          </ac:spMkLst>
        </pc:spChg>
        <pc:spChg chg="add mod">
          <ac:chgData name="Micek, Vojtech" userId="fad96f9e-f70a-4f88-83ee-977fb340ad6e" providerId="ADAL" clId="{700A9DA4-1B0F-4341-A903-B6D73D7B7A36}" dt="2026-03-30T11:48:52.804" v="664" actId="1076"/>
          <ac:spMkLst>
            <pc:docMk/>
            <pc:sldMk cId="4195621453" sldId="417"/>
            <ac:spMk id="19" creationId="{159D8B7F-3101-E1A5-EC6A-8430E3249873}"/>
          </ac:spMkLst>
        </pc:spChg>
        <pc:picChg chg="del">
          <ac:chgData name="Micek, Vojtech" userId="fad96f9e-f70a-4f88-83ee-977fb340ad6e" providerId="ADAL" clId="{700A9DA4-1B0F-4341-A903-B6D73D7B7A36}" dt="2026-03-30T11:35:55.145" v="536" actId="478"/>
          <ac:picMkLst>
            <pc:docMk/>
            <pc:sldMk cId="4195621453" sldId="417"/>
            <ac:picMk id="9" creationId="{18C466BF-A727-0E30-1667-670D3BCB7093}"/>
          </ac:picMkLst>
        </pc:picChg>
        <pc:picChg chg="add del mod">
          <ac:chgData name="Micek, Vojtech" userId="fad96f9e-f70a-4f88-83ee-977fb340ad6e" providerId="ADAL" clId="{700A9DA4-1B0F-4341-A903-B6D73D7B7A36}" dt="2026-03-30T11:37:40.965" v="564" actId="478"/>
          <ac:picMkLst>
            <pc:docMk/>
            <pc:sldMk cId="4195621453" sldId="417"/>
            <ac:picMk id="10" creationId="{8C464EAE-F42B-F435-44AF-89F753E38C99}"/>
          </ac:picMkLst>
        </pc:picChg>
        <pc:picChg chg="add del mod">
          <ac:chgData name="Micek, Vojtech" userId="fad96f9e-f70a-4f88-83ee-977fb340ad6e" providerId="ADAL" clId="{700A9DA4-1B0F-4341-A903-B6D73D7B7A36}" dt="2026-03-30T11:44:42.561" v="573" actId="478"/>
          <ac:picMkLst>
            <pc:docMk/>
            <pc:sldMk cId="4195621453" sldId="417"/>
            <ac:picMk id="12" creationId="{37A462C1-2D2B-7F77-D9F8-F7C4AA446241}"/>
          </ac:picMkLst>
        </pc:picChg>
        <pc:picChg chg="add mod">
          <ac:chgData name="Micek, Vojtech" userId="fad96f9e-f70a-4f88-83ee-977fb340ad6e" providerId="ADAL" clId="{700A9DA4-1B0F-4341-A903-B6D73D7B7A36}" dt="2026-03-30T11:44:47.236" v="575" actId="1076"/>
          <ac:picMkLst>
            <pc:docMk/>
            <pc:sldMk cId="4195621453" sldId="417"/>
            <ac:picMk id="14" creationId="{469C4F44-80B2-CEB9-A4CD-E8E611700049}"/>
          </ac:picMkLst>
        </pc:picChg>
      </pc:sldChg>
      <pc:sldChg chg="delSp modSp add mod">
        <pc:chgData name="Micek, Vojtech" userId="fad96f9e-f70a-4f88-83ee-977fb340ad6e" providerId="ADAL" clId="{700A9DA4-1B0F-4341-A903-B6D73D7B7A36}" dt="2026-03-30T11:49:46.973" v="692" actId="20577"/>
        <pc:sldMkLst>
          <pc:docMk/>
          <pc:sldMk cId="576671790" sldId="418"/>
        </pc:sldMkLst>
        <pc:spChg chg="mod">
          <ac:chgData name="Micek, Vojtech" userId="fad96f9e-f70a-4f88-83ee-977fb340ad6e" providerId="ADAL" clId="{700A9DA4-1B0F-4341-A903-B6D73D7B7A36}" dt="2026-03-30T11:49:46.973" v="692" actId="20577"/>
          <ac:spMkLst>
            <pc:docMk/>
            <pc:sldMk cId="576671790" sldId="418"/>
            <ac:spMk id="2" creationId="{164FE82C-DC46-9F22-B74A-074C7DC3359F}"/>
          </ac:spMkLst>
        </pc:spChg>
        <pc:spChg chg="del">
          <ac:chgData name="Micek, Vojtech" userId="fad96f9e-f70a-4f88-83ee-977fb340ad6e" providerId="ADAL" clId="{700A9DA4-1B0F-4341-A903-B6D73D7B7A36}" dt="2026-03-30T11:49:29.150" v="671" actId="478"/>
          <ac:spMkLst>
            <pc:docMk/>
            <pc:sldMk cId="576671790" sldId="418"/>
            <ac:spMk id="15" creationId="{E251CE1C-B8AB-3FEA-EFC8-E18F9D1EA4BF}"/>
          </ac:spMkLst>
        </pc:spChg>
        <pc:spChg chg="del">
          <ac:chgData name="Micek, Vojtech" userId="fad96f9e-f70a-4f88-83ee-977fb340ad6e" providerId="ADAL" clId="{700A9DA4-1B0F-4341-A903-B6D73D7B7A36}" dt="2026-03-30T11:49:27.697" v="670" actId="478"/>
          <ac:spMkLst>
            <pc:docMk/>
            <pc:sldMk cId="576671790" sldId="418"/>
            <ac:spMk id="16" creationId="{12F60239-A5BC-86B3-B918-16752BAABC28}"/>
          </ac:spMkLst>
        </pc:spChg>
        <pc:spChg chg="del">
          <ac:chgData name="Micek, Vojtech" userId="fad96f9e-f70a-4f88-83ee-977fb340ad6e" providerId="ADAL" clId="{700A9DA4-1B0F-4341-A903-B6D73D7B7A36}" dt="2026-03-30T11:49:26.427" v="669" actId="478"/>
          <ac:spMkLst>
            <pc:docMk/>
            <pc:sldMk cId="576671790" sldId="418"/>
            <ac:spMk id="17" creationId="{7BFE15A8-89E1-DA8A-DB59-90A8EFFED000}"/>
          </ac:spMkLst>
        </pc:spChg>
        <pc:spChg chg="del">
          <ac:chgData name="Micek, Vojtech" userId="fad96f9e-f70a-4f88-83ee-977fb340ad6e" providerId="ADAL" clId="{700A9DA4-1B0F-4341-A903-B6D73D7B7A36}" dt="2026-03-30T11:49:25.410" v="668" actId="478"/>
          <ac:spMkLst>
            <pc:docMk/>
            <pc:sldMk cId="576671790" sldId="418"/>
            <ac:spMk id="18" creationId="{4595656E-ED50-DB35-783B-12FE8B07EB9B}"/>
          </ac:spMkLst>
        </pc:spChg>
        <pc:spChg chg="del">
          <ac:chgData name="Micek, Vojtech" userId="fad96f9e-f70a-4f88-83ee-977fb340ad6e" providerId="ADAL" clId="{700A9DA4-1B0F-4341-A903-B6D73D7B7A36}" dt="2026-03-30T11:49:24.307" v="667" actId="478"/>
          <ac:spMkLst>
            <pc:docMk/>
            <pc:sldMk cId="576671790" sldId="418"/>
            <ac:spMk id="19" creationId="{E13E6060-410C-5998-A05E-FD426A037674}"/>
          </ac:spMkLst>
        </pc:spChg>
        <pc:picChg chg="del">
          <ac:chgData name="Micek, Vojtech" userId="fad96f9e-f70a-4f88-83ee-977fb340ad6e" providerId="ADAL" clId="{700A9DA4-1B0F-4341-A903-B6D73D7B7A36}" dt="2026-03-30T11:49:21.010" v="666" actId="478"/>
          <ac:picMkLst>
            <pc:docMk/>
            <pc:sldMk cId="576671790" sldId="418"/>
            <ac:picMk id="14" creationId="{A3E542B9-3089-166B-5A52-701B5BE70E21}"/>
          </ac:picMkLst>
        </pc:picChg>
      </pc:sldChg>
      <pc:sldChg chg="modSp add mod">
        <pc:chgData name="Micek, Vojtech" userId="fad96f9e-f70a-4f88-83ee-977fb340ad6e" providerId="ADAL" clId="{700A9DA4-1B0F-4341-A903-B6D73D7B7A36}" dt="2026-03-30T11:49:51.725" v="694" actId="20577"/>
        <pc:sldMkLst>
          <pc:docMk/>
          <pc:sldMk cId="2420549553" sldId="419"/>
        </pc:sldMkLst>
        <pc:spChg chg="mod">
          <ac:chgData name="Micek, Vojtech" userId="fad96f9e-f70a-4f88-83ee-977fb340ad6e" providerId="ADAL" clId="{700A9DA4-1B0F-4341-A903-B6D73D7B7A36}" dt="2026-03-30T11:49:51.725" v="694" actId="20577"/>
          <ac:spMkLst>
            <pc:docMk/>
            <pc:sldMk cId="2420549553" sldId="419"/>
            <ac:spMk id="2" creationId="{06010292-CA02-0200-C853-98A2F9AEC005}"/>
          </ac:spMkLst>
        </pc:spChg>
      </pc:sldChg>
      <pc:sldChg chg="addSp delSp modSp add mod">
        <pc:chgData name="Micek, Vojtech" userId="fad96f9e-f70a-4f88-83ee-977fb340ad6e" providerId="ADAL" clId="{700A9DA4-1B0F-4341-A903-B6D73D7B7A36}" dt="2026-03-30T12:01:26.940" v="843" actId="20577"/>
        <pc:sldMkLst>
          <pc:docMk/>
          <pc:sldMk cId="3848005578" sldId="420"/>
        </pc:sldMkLst>
        <pc:spChg chg="mod">
          <ac:chgData name="Micek, Vojtech" userId="fad96f9e-f70a-4f88-83ee-977fb340ad6e" providerId="ADAL" clId="{700A9DA4-1B0F-4341-A903-B6D73D7B7A36}" dt="2026-03-30T12:01:26.940" v="843" actId="20577"/>
          <ac:spMkLst>
            <pc:docMk/>
            <pc:sldMk cId="3848005578" sldId="420"/>
            <ac:spMk id="2" creationId="{B48635F8-93ED-FC7F-11B5-F01F3754023A}"/>
          </ac:spMkLst>
        </pc:spChg>
        <pc:picChg chg="add del mod">
          <ac:chgData name="Micek, Vojtech" userId="fad96f9e-f70a-4f88-83ee-977fb340ad6e" providerId="ADAL" clId="{700A9DA4-1B0F-4341-A903-B6D73D7B7A36}" dt="2026-03-30T11:57:44.199" v="778" actId="478"/>
          <ac:picMkLst>
            <pc:docMk/>
            <pc:sldMk cId="3848005578" sldId="420"/>
            <ac:picMk id="5" creationId="{1AEDCB2E-FD51-1ABA-81CE-60B5742063FF}"/>
          </ac:picMkLst>
        </pc:picChg>
        <pc:picChg chg="add mod modCrop">
          <ac:chgData name="Micek, Vojtech" userId="fad96f9e-f70a-4f88-83ee-977fb340ad6e" providerId="ADAL" clId="{700A9DA4-1B0F-4341-A903-B6D73D7B7A36}" dt="2026-03-30T11:58:24.410" v="788" actId="1076"/>
          <ac:picMkLst>
            <pc:docMk/>
            <pc:sldMk cId="3848005578" sldId="420"/>
            <ac:picMk id="8" creationId="{33ADE8B4-D3EC-3116-8185-ABCD9E045F8E}"/>
          </ac:picMkLst>
        </pc:picChg>
      </pc:sldChg>
      <pc:sldChg chg="addSp delSp modSp add mod">
        <pc:chgData name="Micek, Vojtech" userId="fad96f9e-f70a-4f88-83ee-977fb340ad6e" providerId="ADAL" clId="{700A9DA4-1B0F-4341-A903-B6D73D7B7A36}" dt="2026-03-30T11:53:28.250" v="766" actId="1076"/>
        <pc:sldMkLst>
          <pc:docMk/>
          <pc:sldMk cId="1573034828" sldId="421"/>
        </pc:sldMkLst>
        <pc:spChg chg="mod">
          <ac:chgData name="Micek, Vojtech" userId="fad96f9e-f70a-4f88-83ee-977fb340ad6e" providerId="ADAL" clId="{700A9DA4-1B0F-4341-A903-B6D73D7B7A36}" dt="2026-03-30T11:50:55.034" v="738" actId="20577"/>
          <ac:spMkLst>
            <pc:docMk/>
            <pc:sldMk cId="1573034828" sldId="421"/>
            <ac:spMk id="2" creationId="{5CCFFBDF-8F7E-938C-6F85-44EA6C373EFE}"/>
          </ac:spMkLst>
        </pc:spChg>
        <pc:picChg chg="add del mod modCrop">
          <ac:chgData name="Micek, Vojtech" userId="fad96f9e-f70a-4f88-83ee-977fb340ad6e" providerId="ADAL" clId="{700A9DA4-1B0F-4341-A903-B6D73D7B7A36}" dt="2026-03-30T11:53:25.962" v="765" actId="1076"/>
          <ac:picMkLst>
            <pc:docMk/>
            <pc:sldMk cId="1573034828" sldId="421"/>
            <ac:picMk id="5" creationId="{AD477128-3291-1579-FCCD-D8089165776F}"/>
          </ac:picMkLst>
        </pc:picChg>
        <pc:picChg chg="add mod modCrop">
          <ac:chgData name="Micek, Vojtech" userId="fad96f9e-f70a-4f88-83ee-977fb340ad6e" providerId="ADAL" clId="{700A9DA4-1B0F-4341-A903-B6D73D7B7A36}" dt="2026-03-30T11:53:28.250" v="766" actId="1076"/>
          <ac:picMkLst>
            <pc:docMk/>
            <pc:sldMk cId="1573034828" sldId="421"/>
            <ac:picMk id="8" creationId="{A81EA309-2443-A8F5-BEFC-0EF2D13BE624}"/>
          </ac:picMkLst>
        </pc:picChg>
      </pc:sldChg>
      <pc:sldChg chg="addSp delSp modSp add mod">
        <pc:chgData name="Micek, Vojtech" userId="fad96f9e-f70a-4f88-83ee-977fb340ad6e" providerId="ADAL" clId="{700A9DA4-1B0F-4341-A903-B6D73D7B7A36}" dt="2026-03-30T12:01:36.979" v="867" actId="20577"/>
        <pc:sldMkLst>
          <pc:docMk/>
          <pc:sldMk cId="3466689286" sldId="422"/>
        </pc:sldMkLst>
        <pc:spChg chg="mod">
          <ac:chgData name="Micek, Vojtech" userId="fad96f9e-f70a-4f88-83ee-977fb340ad6e" providerId="ADAL" clId="{700A9DA4-1B0F-4341-A903-B6D73D7B7A36}" dt="2026-03-30T12:01:36.979" v="867" actId="20577"/>
          <ac:spMkLst>
            <pc:docMk/>
            <pc:sldMk cId="3466689286" sldId="422"/>
            <ac:spMk id="2" creationId="{E0C7B647-1E4D-5FC3-A5F7-7DB7C9A5CF05}"/>
          </ac:spMkLst>
        </pc:spChg>
        <pc:spChg chg="add mod">
          <ac:chgData name="Micek, Vojtech" userId="fad96f9e-f70a-4f88-83ee-977fb340ad6e" providerId="ADAL" clId="{700A9DA4-1B0F-4341-A903-B6D73D7B7A36}" dt="2026-03-30T12:00:18.608" v="807" actId="207"/>
          <ac:spMkLst>
            <pc:docMk/>
            <pc:sldMk cId="3466689286" sldId="422"/>
            <ac:spMk id="3" creationId="{85154CC0-3CAC-58C4-62D1-57D567516651}"/>
          </ac:spMkLst>
        </pc:spChg>
        <pc:spChg chg="add mod">
          <ac:chgData name="Micek, Vojtech" userId="fad96f9e-f70a-4f88-83ee-977fb340ad6e" providerId="ADAL" clId="{700A9DA4-1B0F-4341-A903-B6D73D7B7A36}" dt="2026-03-30T12:00:22.027" v="808" actId="207"/>
          <ac:spMkLst>
            <pc:docMk/>
            <pc:sldMk cId="3466689286" sldId="422"/>
            <ac:spMk id="5" creationId="{CAFBF952-3E24-6144-DACD-5EB23EF295D7}"/>
          </ac:spMkLst>
        </pc:spChg>
        <pc:picChg chg="add mod">
          <ac:chgData name="Micek, Vojtech" userId="fad96f9e-f70a-4f88-83ee-977fb340ad6e" providerId="ADAL" clId="{700A9DA4-1B0F-4341-A903-B6D73D7B7A36}" dt="2026-03-30T12:00:05.728" v="805"/>
          <ac:picMkLst>
            <pc:docMk/>
            <pc:sldMk cId="3466689286" sldId="422"/>
            <ac:picMk id="7" creationId="{6CA27B11-9DFA-04DD-8A8D-C0F37E196560}"/>
          </ac:picMkLst>
        </pc:picChg>
        <pc:picChg chg="del">
          <ac:chgData name="Micek, Vojtech" userId="fad96f9e-f70a-4f88-83ee-977fb340ad6e" providerId="ADAL" clId="{700A9DA4-1B0F-4341-A903-B6D73D7B7A36}" dt="2026-03-30T11:59:35.637" v="804" actId="478"/>
          <ac:picMkLst>
            <pc:docMk/>
            <pc:sldMk cId="3466689286" sldId="422"/>
            <ac:picMk id="8" creationId="{4136A587-0295-C90D-40EE-1C3382502C26}"/>
          </ac:picMkLst>
        </pc:picChg>
        <pc:picChg chg="add mod">
          <ac:chgData name="Micek, Vojtech" userId="fad96f9e-f70a-4f88-83ee-977fb340ad6e" providerId="ADAL" clId="{700A9DA4-1B0F-4341-A903-B6D73D7B7A36}" dt="2026-03-30T12:00:05.728" v="805"/>
          <ac:picMkLst>
            <pc:docMk/>
            <pc:sldMk cId="3466689286" sldId="422"/>
            <ac:picMk id="9" creationId="{A12878A4-9B83-3AE6-1F1F-E3BECE9BDA49}"/>
          </ac:picMkLst>
        </pc:picChg>
        <pc:cxnChg chg="add mod">
          <ac:chgData name="Micek, Vojtech" userId="fad96f9e-f70a-4f88-83ee-977fb340ad6e" providerId="ADAL" clId="{700A9DA4-1B0F-4341-A903-B6D73D7B7A36}" dt="2026-03-30T12:00:05.728" v="805"/>
          <ac:cxnSpMkLst>
            <pc:docMk/>
            <pc:sldMk cId="3466689286" sldId="422"/>
            <ac:cxnSpMk id="10" creationId="{E078BCFF-68EF-FE81-7B51-8BAF812B2819}"/>
          </ac:cxnSpMkLst>
        </pc:cxnChg>
        <pc:cxnChg chg="add mod">
          <ac:chgData name="Micek, Vojtech" userId="fad96f9e-f70a-4f88-83ee-977fb340ad6e" providerId="ADAL" clId="{700A9DA4-1B0F-4341-A903-B6D73D7B7A36}" dt="2026-03-30T12:00:05.728" v="805"/>
          <ac:cxnSpMkLst>
            <pc:docMk/>
            <pc:sldMk cId="3466689286" sldId="422"/>
            <ac:cxnSpMk id="11" creationId="{8F8B78F7-4CCD-3912-B3CB-2722BF4E80B3}"/>
          </ac:cxnSpMkLst>
        </pc:cxnChg>
      </pc:sldChg>
      <pc:sldChg chg="addSp delSp modSp add mod">
        <pc:chgData name="Micek, Vojtech" userId="fad96f9e-f70a-4f88-83ee-977fb340ad6e" providerId="ADAL" clId="{700A9DA4-1B0F-4341-A903-B6D73D7B7A36}" dt="2026-03-30T12:04:16.832" v="909" actId="1076"/>
        <pc:sldMkLst>
          <pc:docMk/>
          <pc:sldMk cId="820980825" sldId="423"/>
        </pc:sldMkLst>
        <pc:spChg chg="mod">
          <ac:chgData name="Micek, Vojtech" userId="fad96f9e-f70a-4f88-83ee-977fb340ad6e" providerId="ADAL" clId="{700A9DA4-1B0F-4341-A903-B6D73D7B7A36}" dt="2026-03-30T12:02:04.354" v="905" actId="20577"/>
          <ac:spMkLst>
            <pc:docMk/>
            <pc:sldMk cId="820980825" sldId="423"/>
            <ac:spMk id="2" creationId="{0D2759A8-CE24-E84A-3979-6C25C4134B42}"/>
          </ac:spMkLst>
        </pc:spChg>
        <pc:spChg chg="del">
          <ac:chgData name="Micek, Vojtech" userId="fad96f9e-f70a-4f88-83ee-977fb340ad6e" providerId="ADAL" clId="{700A9DA4-1B0F-4341-A903-B6D73D7B7A36}" dt="2026-03-30T12:00:38.438" v="816" actId="478"/>
          <ac:spMkLst>
            <pc:docMk/>
            <pc:sldMk cId="820980825" sldId="423"/>
            <ac:spMk id="3" creationId="{090824FD-8369-3D2B-8F70-AB3E93FE0194}"/>
          </ac:spMkLst>
        </pc:spChg>
        <pc:spChg chg="del mod">
          <ac:chgData name="Micek, Vojtech" userId="fad96f9e-f70a-4f88-83ee-977fb340ad6e" providerId="ADAL" clId="{700A9DA4-1B0F-4341-A903-B6D73D7B7A36}" dt="2026-03-30T12:00:35.843" v="813" actId="478"/>
          <ac:spMkLst>
            <pc:docMk/>
            <pc:sldMk cId="820980825" sldId="423"/>
            <ac:spMk id="5" creationId="{1B421A0F-37B9-340A-98BF-292977625112}"/>
          </ac:spMkLst>
        </pc:spChg>
        <pc:picChg chg="del">
          <ac:chgData name="Micek, Vojtech" userId="fad96f9e-f70a-4f88-83ee-977fb340ad6e" providerId="ADAL" clId="{700A9DA4-1B0F-4341-A903-B6D73D7B7A36}" dt="2026-03-30T12:00:34.279" v="811" actId="478"/>
          <ac:picMkLst>
            <pc:docMk/>
            <pc:sldMk cId="820980825" sldId="423"/>
            <ac:picMk id="7" creationId="{FEC9F5E8-3B3F-FEA4-792F-F2B2983F4C0B}"/>
          </ac:picMkLst>
        </pc:picChg>
        <pc:picChg chg="add mod">
          <ac:chgData name="Micek, Vojtech" userId="fad96f9e-f70a-4f88-83ee-977fb340ad6e" providerId="ADAL" clId="{700A9DA4-1B0F-4341-A903-B6D73D7B7A36}" dt="2026-03-30T12:01:11.906" v="824" actId="1076"/>
          <ac:picMkLst>
            <pc:docMk/>
            <pc:sldMk cId="820980825" sldId="423"/>
            <ac:picMk id="8" creationId="{57FEC13E-E208-E49B-DBAF-ABA6C3C7AFB7}"/>
          </ac:picMkLst>
        </pc:picChg>
        <pc:picChg chg="del">
          <ac:chgData name="Micek, Vojtech" userId="fad96f9e-f70a-4f88-83ee-977fb340ad6e" providerId="ADAL" clId="{700A9DA4-1B0F-4341-A903-B6D73D7B7A36}" dt="2026-03-30T12:00:33.751" v="810" actId="478"/>
          <ac:picMkLst>
            <pc:docMk/>
            <pc:sldMk cId="820980825" sldId="423"/>
            <ac:picMk id="9" creationId="{543FD521-782F-68B2-84AA-41A7840A9CC8}"/>
          </ac:picMkLst>
        </pc:picChg>
        <pc:picChg chg="add mod">
          <ac:chgData name="Micek, Vojtech" userId="fad96f9e-f70a-4f88-83ee-977fb340ad6e" providerId="ADAL" clId="{700A9DA4-1B0F-4341-A903-B6D73D7B7A36}" dt="2026-03-30T12:04:16.832" v="909" actId="1076"/>
          <ac:picMkLst>
            <pc:docMk/>
            <pc:sldMk cId="820980825" sldId="423"/>
            <ac:picMk id="15" creationId="{6B2CDED8-0C18-C55A-CE9A-1A8D1D25FE29}"/>
          </ac:picMkLst>
        </pc:picChg>
        <pc:cxnChg chg="del">
          <ac:chgData name="Micek, Vojtech" userId="fad96f9e-f70a-4f88-83ee-977fb340ad6e" providerId="ADAL" clId="{700A9DA4-1B0F-4341-A903-B6D73D7B7A36}" dt="2026-03-30T12:00:37.156" v="815" actId="478"/>
          <ac:cxnSpMkLst>
            <pc:docMk/>
            <pc:sldMk cId="820980825" sldId="423"/>
            <ac:cxnSpMk id="10" creationId="{94A66F3B-3DEB-0889-878C-ECABFDC66D52}"/>
          </ac:cxnSpMkLst>
        </pc:cxnChg>
        <pc:cxnChg chg="del">
          <ac:chgData name="Micek, Vojtech" userId="fad96f9e-f70a-4f88-83ee-977fb340ad6e" providerId="ADAL" clId="{700A9DA4-1B0F-4341-A903-B6D73D7B7A36}" dt="2026-03-30T12:00:36.465" v="814" actId="478"/>
          <ac:cxnSpMkLst>
            <pc:docMk/>
            <pc:sldMk cId="820980825" sldId="423"/>
            <ac:cxnSpMk id="11" creationId="{3ECFE30D-125B-E065-52B4-2A5AC2DE2EB1}"/>
          </ac:cxnSpMkLst>
        </pc:cxnChg>
        <pc:cxnChg chg="add mod">
          <ac:chgData name="Micek, Vojtech" userId="fad96f9e-f70a-4f88-83ee-977fb340ad6e" providerId="ADAL" clId="{700A9DA4-1B0F-4341-A903-B6D73D7B7A36}" dt="2026-03-30T12:01:14.312" v="825" actId="1076"/>
          <ac:cxnSpMkLst>
            <pc:docMk/>
            <pc:sldMk cId="820980825" sldId="423"/>
            <ac:cxnSpMk id="12" creationId="{1D854F26-718C-A0B2-D4C2-A6312C1FEFAA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A7E84B11-8086-A046-B6B7-F7A9DB5EAD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AE5F8304-EF8E-7A48-A3EC-256BB4EB24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0746FA-9F78-5A43-BFD1-03D27A7F3C92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CE85A97-9D2F-A74D-874B-B462CB8C63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CB02496D-CD03-4446-AD06-43B91E1688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CC9C5-FF55-F544-A6D3-2B14C7549CF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3421827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2D10F-BC7E-0545-A8D3-D708044527A6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cs-CZ"/>
              <a:t>Upravte styly předlohy textu.
Druhá úroveň
Třetí úroveň
Čtvrtá úroveň
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477E90-4C3A-1A40-BB34-28A95E688A1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5024213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83763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29433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FCEA1-66C9-619B-CAB4-A5EF93D6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F86F1-C953-8A0B-0496-EA6471A3F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F810EA-03EC-BFAC-545E-14334E00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93EC5-8DBE-A73C-117F-BC0F28F6CCD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7F92F3-B2F9-86D0-7A76-EE2B92B0A6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78453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1EA4D-14E3-258A-50AE-434F9D13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EBE36F-7F5E-9E4A-78E3-1035C7731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4BF90-3866-B016-E62C-3CF4B58E8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B1E8CC-03B3-45B1-89E9-2A1AB5AD464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706AB-8335-A682-E6F0-24AC97390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66620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D69B-C15B-E85D-7EED-3232CF78F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1468E-3708-249A-77AC-78452E02D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2FBE03-1DAE-A8D6-CAFB-789E3E899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1D7381-0C86-B728-2D0B-37C1AF809C8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9BBFFD-241D-3649-705D-AE9C2010A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35962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4DFF-578F-669A-DBC6-85AFD173A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9DA1F-8DA3-71B3-3C3D-F5A12ED7B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B0C56-EDDD-2B8F-C9AB-90152C5F8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BD748-4F66-5514-6E4D-2B66A36EF3E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EDD7DF-7E8E-ABD0-0DF1-6E7153467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679874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DBF52-D23B-CAEC-33F5-A4D3E288E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434FF-36AC-7876-0301-A62F36CFBC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345705-9897-E74A-3A1C-D426783C1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FC1AD7-2D13-8375-1A2F-8FAB6B7D1F6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B9BF9E-0D7B-ED1E-AFCB-87365BE8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49782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9A1F4-CCFE-64A5-93F9-7B2292DC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D30F8-7E2D-9233-8CEF-ECBB7AC2B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ADC92-30C4-7923-A203-63C28DF62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F99222-AFC1-2770-7F71-152883BEAE9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BB77F-F1F5-FD72-CC78-3156E63110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29312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E102E-AF82-2B99-6C0C-2674DC6D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E59E-8F1F-23DF-A2AA-36C8B9870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1587B-D1EC-22E6-04BF-888098CC2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3EBC9D-A1AD-9B68-1F38-F3506B7C0E3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64E3D-3006-FA41-D1B3-6D9D5E864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82916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24CF-935D-C8DF-8A29-5ECB98049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6605D-F6CF-0D5C-28D5-85EEB5F3D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4E3E95-10B9-28E2-6F86-D1681927B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965C1-EC79-91E9-9006-728A26F4657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95F46C-DD41-2710-CCFD-372A902A4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822407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44FF9-6E05-A4D6-2A82-E346B6A60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93279-BCB3-634A-1514-2988B1D47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80B9F-7FE1-27B5-254C-4222C51C0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0B878-DE02-F2C8-9D0C-9217CA96AF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0B5F08-2A22-E013-9C27-823EC18CD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927029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13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49D4D9A-0EBF-1E44-82EE-7C7911531D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96024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2F60A5-AF07-B541-AE6A-88569EB76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845" y="1122363"/>
            <a:ext cx="11807825" cy="2054225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2AB18D6-A597-8B4E-A383-BD55E7799B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845" y="3602037"/>
            <a:ext cx="11797067" cy="259873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EDE463D-611E-7641-BE67-E50FAADA5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AFFB-D433-B047-9BA8-E42A060EB3E7}" type="datetime3">
              <a:rPr lang="cs-CZ" smtClean="0"/>
              <a:t>30/03/26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1BC9F34-E144-0247-B652-197C07073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76199" y="6356349"/>
            <a:ext cx="9896625" cy="320377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7C838B55-B834-7B40-AB95-C477904CC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53927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C6A7C0-0649-6040-A91B-A51D8870E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A670A8E-FAF4-EB48-A95A-5A580126D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/>
            </a:lvl1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65CAB9C-0386-8B4F-99ED-91992F801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E2BD-95EA-854F-BAB8-0CF99DE8AA7D}" type="datetime3">
              <a:rPr lang="cs-CZ" smtClean="0"/>
              <a:t>30/03/26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7733C643-BAC6-384B-8391-4C4A373E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56349"/>
            <a:ext cx="9937749" cy="309266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E1B1056-E9A4-E849-AFE0-99640ED4F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58123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9501A35-F9F4-C746-910A-0AB6C44A2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1593868"/>
          </a:xfrm>
        </p:spPr>
        <p:txBody>
          <a:bodyPr anchor="b"/>
          <a:lstStyle>
            <a:lvl1pPr algn="l">
              <a:defRPr sz="48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FE501E6E-0516-434B-9AFD-79C0FAE7D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3497" y="2807746"/>
            <a:ext cx="11796416" cy="337790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1AAA1F3-AAB7-A046-B5C1-7E0FED02F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7E67D82-BA89-E943-BE3E-6FD326C11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47011"/>
            <a:ext cx="9937749" cy="318604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35E7D21-DA7F-BC4B-ADBF-66F03AA08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0380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E10C0C-49DB-714B-8253-3919EEAB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96" y="1054247"/>
            <a:ext cx="11799716" cy="1021977"/>
          </a:xfrm>
        </p:spPr>
        <p:txBody>
          <a:bodyPr/>
          <a:lstStyle>
            <a:lvl1pPr>
              <a:defRPr sz="36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E45FF5-CFF7-BC4B-BE44-7DE11320BA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2846" y="2162287"/>
            <a:ext cx="5785204" cy="4014676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FE0186BD-CCF8-814D-8F98-56078DF4C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49" y="2162285"/>
            <a:ext cx="5795963" cy="4038490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40C9FC7B-3212-0C45-8BA4-BD25FC408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2B60A-F8EB-A649-BA02-2207FB45044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CB71C6E2-9DD7-8649-B049-1FBCF5CC8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52876"/>
            <a:ext cx="9937749" cy="312739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0AD2E780-8CA4-694B-B7E2-70742E384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20434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9E3C6D-02AA-BD44-84A9-B919C331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cs-CZ"/>
              <a:t>Kliknutím lze upravit styl.</a:t>
            </a:r>
            <a:endParaRPr lang="cs-CZ" dirty="0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3315A8E6-4C0A-AA4C-9079-37AC28721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6160E-3D53-D847-9A74-1C37BCEA757F}" type="datetime3">
              <a:rPr lang="cs-CZ" smtClean="0"/>
              <a:t>30/03/26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98BB6F38-4D44-9840-89C1-FF42C22B0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52876"/>
            <a:ext cx="9937749" cy="312739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203DEF9F-619E-514F-B49B-61758FC0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52448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414C914-950A-7942-B0E9-3FEB6F7F3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BDC4E-A034-0F4F-963D-96AE1C40BED7}" type="datetime3">
              <a:rPr lang="cs-CZ" smtClean="0"/>
              <a:t>30/03/26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0DCF0096-0579-6045-8D0F-A71D64397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56349"/>
            <a:ext cx="9937749" cy="309266"/>
          </a:xfrm>
          <a:prstGeom prst="rect">
            <a:avLst/>
          </a:prstGeom>
        </p:spPr>
        <p:txBody>
          <a:bodyPr/>
          <a:lstStyle/>
          <a:p>
            <a:r>
              <a:rPr lang="cs-CZ"/>
              <a:t>text</a:t>
            </a:r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0E670FDF-F365-974E-B39A-0DEC9CD46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7089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7414C914-950A-7942-B0E9-3FEB6F7F3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28/3/2024</a:t>
            </a:r>
            <a:endParaRPr lang="cs-CZ" dirty="0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0DCF0096-0579-6045-8D0F-A71D64397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5075" y="6356349"/>
            <a:ext cx="9937749" cy="309266"/>
          </a:xfrm>
          <a:prstGeom prst="rect">
            <a:avLst/>
          </a:prstGeom>
        </p:spPr>
        <p:txBody>
          <a:bodyPr/>
          <a:lstStyle/>
          <a:p>
            <a:r>
              <a:rPr lang="cs-CZ"/>
              <a:t>Převodník komunikace pro EMC komoru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0E670FDF-F365-974E-B39A-0DEC9CD46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213" y="6356349"/>
            <a:ext cx="612775" cy="312739"/>
          </a:xfrm>
          <a:prstGeom prst="rect">
            <a:avLst/>
          </a:prstGeom>
        </p:spPr>
        <p:txBody>
          <a:bodyPr/>
          <a:lstStyle/>
          <a:p>
            <a:fld id="{1EA44BAA-1A06-B141-8215-9D88CF6A7203}" type="slidenum">
              <a:rPr lang="cs-CZ" smtClean="0"/>
              <a:t>‹#›</a:t>
            </a:fld>
            <a:endParaRPr lang="cs-C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FD4CE4-1DDE-1747-9474-B500B04E5D3D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03497" y="1089025"/>
            <a:ext cx="11796415" cy="5111749"/>
          </a:xfrm>
        </p:spPr>
        <p:txBody>
          <a:bodyPr/>
          <a:lstStyle>
            <a:lvl1pPr>
              <a:defRPr sz="2000"/>
            </a:lvl1pPr>
            <a:lvl2pPr>
              <a:defRPr sz="18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877923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8A41D-18F5-2B4E-BE99-D6457D846C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00582C-01B7-3F42-AD28-9B7DF4DD5F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C3A37-4F77-534E-9AF3-D82BFE154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CDCCB8-70AD-574C-9AA9-B02DA9D9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3117F-487E-494C-9FA1-CB037C2C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59165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56EA4-94EE-9E4C-9451-0C053C350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0C682-265E-EE41-A540-118A3A390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DCE98-8002-BC4F-85CF-80F1678C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100820-F6DD-5A4F-80F7-CAC42703D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E03D53-E799-BF42-83F0-6B6D5E02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107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2D3AB-3AE5-6C49-B89B-0B3333B9A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51D72-6450-1245-B950-D14EEE9BC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A13D4-2C24-4B4C-A527-271234776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6D41A-5F70-D542-B768-4CA673DB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784A22-3709-7E43-ADD3-04B31F1D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91223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85BBB-390C-8746-8F6D-62B6435F2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52AC7-CCB6-7743-BA17-958390688A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134D6-2490-5248-8BDE-DBC857FAD5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26196-17B1-8245-A58A-F8CFE526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613EA-3698-4344-847F-E2367A8ED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66FBF-FFBF-9746-9924-D6ECC8F22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00720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015BE-E091-174E-9BC7-1C1BCA6DC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7750E-8FBE-E846-AB80-9F86414BC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21511B-D22A-1245-A98E-3D2AFE55B5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A5B39B-BFEB-134C-AB6F-4AB601CEDC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821D6-D3D4-CF41-A511-5A5AC1081B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5C7EB4-86D6-B743-9954-71FAD9D04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64A0-F572-C149-849B-B307CD8BE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F28744-8951-9A4F-A3AA-DD575AE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77922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72057-05C0-D143-BA44-BD676CD9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3BE2FB-8405-5C4E-A05E-0DC323AF6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D6ECD-2072-7649-8717-F6947C57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12331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499B7-157B-F045-9923-D12EED65E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647F9E-6176-9946-A28B-E20C2D515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D7A46-18AB-7B43-B05D-7EC3E7A0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A48DC-3CD9-9542-B18D-D6CC3077A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FA9E0-9FA1-6145-9530-79E7D73F3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8502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6D6CC12-ACA0-634F-80C9-398209300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96" y="1054247"/>
            <a:ext cx="11798620" cy="102197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cs-CZ" dirty="0"/>
              <a:t>Nadpis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F40DBE-8FC7-7448-B1A4-0F1683F3C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1294" y="2229316"/>
            <a:ext cx="11798619" cy="39739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cs-CZ" dirty="0"/>
              <a:t>Upravte styly předlohy textu.
Druhá úroveň
Třetí úroveň
Čtvrtá úroveň
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E6F516F3-F99B-5944-9236-CEAA133959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3497" y="6356350"/>
            <a:ext cx="926054" cy="312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CD0002-C91F-8548-89A7-9BF65FF7DADF}" type="datetime3">
              <a:rPr lang="cs-CZ" smtClean="0"/>
              <a:t>30/03/26</a:t>
            </a:fld>
            <a:endParaRPr lang="cs-CZ" dirty="0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6D98F16-2029-8D49-91DD-2C737D88D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2213" y="6356349"/>
            <a:ext cx="612775" cy="3127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A44BAA-1A06-B141-8215-9D88CF6A7203}" type="slidenum">
              <a:rPr lang="cs-CZ" smtClean="0"/>
              <a:pPr/>
              <a:t>‹#›</a:t>
            </a:fld>
            <a:endParaRPr lang="cs-CZ" dirty="0"/>
          </a:p>
        </p:txBody>
      </p:sp>
      <p:sp>
        <p:nvSpPr>
          <p:cNvPr id="10" name="Zástupný symbol pro zápatí 9">
            <a:extLst>
              <a:ext uri="{FF2B5EF4-FFF2-40B4-BE49-F238E27FC236}">
                <a16:creationId xmlns:a16="http://schemas.microsoft.com/office/drawing/2014/main" id="{D62A909B-22CA-3945-A5C2-F5DBFE050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37129" y="6356351"/>
            <a:ext cx="9935695" cy="312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cs-CZ"/>
              <a:t>text</a:t>
            </a:r>
            <a:endParaRPr lang="cs-CZ" dirty="0"/>
          </a:p>
        </p:txBody>
      </p:sp>
      <p:pic>
        <p:nvPicPr>
          <p:cNvPr id="113" name="Obrázek 112" descr="Obsah obrázku objekt&#10;&#10;&#10;&#10;Popis se vygeneroval automaticky.">
            <a:extLst>
              <a:ext uri="{FF2B5EF4-FFF2-40B4-BE49-F238E27FC236}">
                <a16:creationId xmlns:a16="http://schemas.microsoft.com/office/drawing/2014/main" id="{54F6AF1C-4EC2-DE46-BAB8-1CDC11006169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202846" y="199669"/>
            <a:ext cx="62230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05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67" r:id="rId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73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119" userDrawn="1">
          <p15:clr>
            <a:srgbClr val="F26B43"/>
          </p15:clr>
        </p15:guide>
        <p15:guide id="4" orient="horz" pos="4201" userDrawn="1">
          <p15:clr>
            <a:srgbClr val="F26B43"/>
          </p15:clr>
        </p15:guide>
        <p15:guide id="5" pos="121" userDrawn="1">
          <p15:clr>
            <a:srgbClr val="F26B43"/>
          </p15:clr>
        </p15:guide>
        <p15:guide id="6" pos="7559" userDrawn="1">
          <p15:clr>
            <a:srgbClr val="F26B43"/>
          </p15:clr>
        </p15:guide>
        <p15:guide id="7" pos="3772" userDrawn="1">
          <p15:clr>
            <a:srgbClr val="F26B43"/>
          </p15:clr>
        </p15:guide>
        <p15:guide id="8" pos="3908" userDrawn="1">
          <p15:clr>
            <a:srgbClr val="F26B43"/>
          </p15:clr>
        </p15:guide>
        <p15:guide id="9" orient="horz" pos="2001" userDrawn="1">
          <p15:clr>
            <a:srgbClr val="F26B43"/>
          </p15:clr>
        </p15:guide>
        <p15:guide id="10" pos="7151" userDrawn="1">
          <p15:clr>
            <a:srgbClr val="F26B43"/>
          </p15:clr>
        </p15:guide>
        <p15:guide id="11" pos="7038" userDrawn="1">
          <p15:clr>
            <a:srgbClr val="F26B43"/>
          </p15:clr>
        </p15:guide>
        <p15:guide id="12" orient="horz" pos="3997" userDrawn="1">
          <p15:clr>
            <a:srgbClr val="F26B43"/>
          </p15:clr>
        </p15:guide>
        <p15:guide id="13" pos="3659" userDrawn="1">
          <p15:clr>
            <a:srgbClr val="F26B43"/>
          </p15:clr>
        </p15:guide>
        <p15:guide id="14" orient="horz" pos="2432" userDrawn="1">
          <p15:clr>
            <a:srgbClr val="F26B43"/>
          </p15:clr>
        </p15:guide>
        <p15:guide id="15" orient="horz" pos="3906" userDrawn="1">
          <p15:clr>
            <a:srgbClr val="F26B43"/>
          </p15:clr>
        </p15:guide>
        <p15:guide id="16" orient="horz" pos="527" userDrawn="1">
          <p15:clr>
            <a:srgbClr val="F26B43"/>
          </p15:clr>
        </p15:guide>
        <p15:guide id="17" orient="horz" pos="663" userDrawn="1">
          <p15:clr>
            <a:srgbClr val="F26B43"/>
          </p15:clr>
        </p15:guide>
        <p15:guide id="18" pos="710" userDrawn="1">
          <p15:clr>
            <a:srgbClr val="F26B43"/>
          </p15:clr>
        </p15:guide>
        <p15:guide id="19" pos="77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22C198-AF9F-0A41-9A82-28EC7DDD7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cs-C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5F5F5-E124-A54B-9981-D7FA5E3DED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942D7-B669-9940-B52D-60CF522EFE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7BC748-752E-9E47-952B-1B6B12A8FBCB}" type="datetimeFigureOut">
              <a:rPr lang="cs-CZ" smtClean="0"/>
              <a:t>30.03.2026</a:t>
            </a:fld>
            <a:endParaRPr lang="cs-C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2DEF7-65E0-8647-8D41-57980F1E51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E33C7-0C21-634B-9232-89AED6692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BBC17-8541-E34F-8869-9598F72269DC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609919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3" r:id="rId6"/>
    <p:sldLayoutId id="214748366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E125EE6-B3B9-584D-8AE9-F97A300BF9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9F406394-021B-1F48-870E-FF4B92765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1DB3543-94B5-9540-A9C6-89D5D59C6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28/3/2024</a:t>
            </a:r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F192057-D677-B841-A507-3E1E7264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Převodník komunikace pro EMC komoru</a:t>
            </a:r>
            <a:endParaRPr lang="cs-CZ" dirty="0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7D6F254-6F80-4B4E-848C-6E337A2C9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0</a:t>
            </a:fld>
            <a:endParaRPr lang="cs-CZ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2E935BB7-E917-3F47-BE50-456D94BE3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761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16C7814-19D0-D044-AD35-ED9091139A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163" y="62561"/>
            <a:ext cx="11807825" cy="2638705"/>
          </a:xfrm>
        </p:spPr>
        <p:txBody>
          <a:bodyPr/>
          <a:lstStyle/>
          <a:p>
            <a:r>
              <a:rPr lang="cs-CZ" sz="4000" dirty="0">
                <a:solidFill>
                  <a:srgbClr val="00A499"/>
                </a:solidFill>
              </a:rPr>
              <a:t>Automatizovaný systém pro elektrické testování komponent v</a:t>
            </a:r>
            <a:r>
              <a:rPr lang="en-US" sz="4000" dirty="0">
                <a:solidFill>
                  <a:srgbClr val="00A499"/>
                </a:solidFill>
              </a:rPr>
              <a:t> </a:t>
            </a:r>
            <a:r>
              <a:rPr lang="cs-CZ" sz="4000" dirty="0">
                <a:solidFill>
                  <a:srgbClr val="00A499"/>
                </a:solidFill>
              </a:rPr>
              <a:t>automobilovém průmyslu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98121F1-3D8E-594F-90DB-4F0B98C01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AFFB-D433-B047-9BA8-E42A060EB3E7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4A7925D-4BBE-3C40-9FF4-E30546487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1</a:t>
            </a:fld>
            <a:endParaRPr lang="cs-CZ"/>
          </a:p>
        </p:txBody>
      </p:sp>
      <p:sp>
        <p:nvSpPr>
          <p:cNvPr id="5" name="Podnadpis 2">
            <a:extLst>
              <a:ext uri="{FF2B5EF4-FFF2-40B4-BE49-F238E27FC236}">
                <a16:creationId xmlns:a16="http://schemas.microsoft.com/office/drawing/2014/main" id="{9D2BCB12-A0E4-2C6F-DC05-2A733F5A4ECF}"/>
              </a:ext>
            </a:extLst>
          </p:cNvPr>
          <p:cNvSpPr txBox="1">
            <a:spLocks/>
          </p:cNvSpPr>
          <p:nvPr/>
        </p:nvSpPr>
        <p:spPr>
          <a:xfrm>
            <a:off x="157163" y="2260982"/>
            <a:ext cx="11797067" cy="4240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cs-CZ" dirty="0">
              <a:solidFill>
                <a:srgbClr val="BDBDBD"/>
              </a:solidFill>
            </a:endParaRPr>
          </a:p>
          <a:p>
            <a:endParaRPr lang="cs-CZ" dirty="0">
              <a:solidFill>
                <a:srgbClr val="00A499"/>
              </a:solidFill>
            </a:endParaRPr>
          </a:p>
          <a:p>
            <a:r>
              <a:rPr lang="en-US" dirty="0">
                <a:solidFill>
                  <a:srgbClr val="BDBDBD"/>
                </a:solidFill>
              </a:rPr>
              <a:t>Autor:</a:t>
            </a:r>
            <a:endParaRPr lang="cs-CZ" dirty="0">
              <a:solidFill>
                <a:srgbClr val="BDBDBD"/>
              </a:solidFill>
            </a:endParaRPr>
          </a:p>
          <a:p>
            <a:r>
              <a:rPr lang="en-US" sz="3000" dirty="0">
                <a:solidFill>
                  <a:srgbClr val="BDBDBD"/>
                </a:solidFill>
              </a:rPr>
              <a:t>Bc. Vojtěch Míček</a:t>
            </a:r>
          </a:p>
          <a:p>
            <a:endParaRPr lang="en-US" sz="3000" dirty="0">
              <a:solidFill>
                <a:srgbClr val="BDBDBD"/>
              </a:solidFill>
            </a:endParaRPr>
          </a:p>
          <a:p>
            <a:r>
              <a:rPr lang="en-US" sz="2000" dirty="0" err="1">
                <a:solidFill>
                  <a:srgbClr val="BDBDBD"/>
                </a:solidFill>
              </a:rPr>
              <a:t>Vedoucí</a:t>
            </a:r>
            <a:r>
              <a:rPr lang="en-US" sz="2000" dirty="0">
                <a:solidFill>
                  <a:srgbClr val="BDBDBD"/>
                </a:solidFill>
              </a:rPr>
              <a:t> </a:t>
            </a:r>
            <a:r>
              <a:rPr lang="en-US" sz="2000" dirty="0" err="1">
                <a:solidFill>
                  <a:srgbClr val="BDBDBD"/>
                </a:solidFill>
              </a:rPr>
              <a:t>práce</a:t>
            </a:r>
            <a:r>
              <a:rPr lang="en-US" sz="2000" dirty="0">
                <a:solidFill>
                  <a:srgbClr val="BDBDBD"/>
                </a:solidFill>
              </a:rPr>
              <a:t>:</a:t>
            </a:r>
          </a:p>
          <a:p>
            <a:r>
              <a:rPr lang="cs-CZ" sz="2800" dirty="0">
                <a:solidFill>
                  <a:srgbClr val="BDBDBD"/>
                </a:solidFill>
              </a:rPr>
              <a:t>doc. Ing. Hercík Radim, Ph.D.</a:t>
            </a:r>
          </a:p>
        </p:txBody>
      </p:sp>
    </p:spTree>
    <p:extLst>
      <p:ext uri="{BB962C8B-B14F-4D97-AF65-F5344CB8AC3E}">
        <p14:creationId xmlns:p14="http://schemas.microsoft.com/office/powerpoint/2010/main" val="1901649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09233-09E6-5F1B-9DCF-9E327AB1C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>
                <a:solidFill>
                  <a:srgbClr val="00A499"/>
                </a:solidFill>
              </a:rPr>
              <a:t>Body </a:t>
            </a:r>
            <a:r>
              <a:rPr lang="en-US" dirty="0" err="1">
                <a:solidFill>
                  <a:srgbClr val="00A499"/>
                </a:solidFill>
              </a:rPr>
              <a:t>zadání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F53A93-5E36-FC57-4D5A-833CD04EB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1" y="2204185"/>
            <a:ext cx="5627596" cy="398146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Návrh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 err="1">
                <a:solidFill>
                  <a:schemeClr val="tx1"/>
                </a:solidFill>
              </a:rPr>
              <a:t>výroba</a:t>
            </a:r>
            <a:r>
              <a:rPr lang="en-US" sz="1800" dirty="0">
                <a:solidFill>
                  <a:schemeClr val="tx1"/>
                </a:solidFill>
              </a:rPr>
              <a:t> a </a:t>
            </a:r>
            <a:r>
              <a:rPr lang="en-US" sz="1800" dirty="0" err="1">
                <a:solidFill>
                  <a:schemeClr val="tx1"/>
                </a:solidFill>
              </a:rPr>
              <a:t>otestování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automatizovaného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systému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 err="1">
                <a:solidFill>
                  <a:schemeClr val="tx1"/>
                </a:solidFill>
              </a:rPr>
              <a:t>který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bude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sloužit</a:t>
            </a:r>
            <a:r>
              <a:rPr lang="en-US" sz="1800" dirty="0">
                <a:solidFill>
                  <a:schemeClr val="tx1"/>
                </a:solidFill>
              </a:rPr>
              <a:t> pro </a:t>
            </a:r>
            <a:r>
              <a:rPr lang="en-US" sz="1800" dirty="0" err="1">
                <a:solidFill>
                  <a:schemeClr val="tx1"/>
                </a:solidFill>
              </a:rPr>
              <a:t>provádění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elektrických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testů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automobilových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komponent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br>
              <a:rPr lang="en-US" sz="1800" dirty="0">
                <a:solidFill>
                  <a:schemeClr val="tx1"/>
                </a:solidFill>
              </a:rPr>
            </a:br>
            <a:endParaRPr lang="en-US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Součástí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řešení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bude</a:t>
            </a:r>
            <a:r>
              <a:rPr lang="en-US" sz="1800" dirty="0">
                <a:solidFill>
                  <a:schemeClr val="tx1"/>
                </a:solidFill>
              </a:rPr>
              <a:t>: 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monitorování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průběhu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testu</a:t>
            </a:r>
            <a:endParaRPr lang="en-US" sz="1800" dirty="0">
              <a:solidFill>
                <a:schemeClr val="tx1"/>
              </a:solidFill>
            </a:endParaRP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Ukládání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naměřených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dat</a:t>
            </a:r>
            <a:endParaRPr lang="en-US" sz="1800" dirty="0">
              <a:solidFill>
                <a:schemeClr val="tx1"/>
              </a:solidFill>
            </a:endParaRP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Záznam</a:t>
            </a:r>
            <a:r>
              <a:rPr lang="en-US" sz="1800" dirty="0">
                <a:solidFill>
                  <a:schemeClr val="tx1"/>
                </a:solidFill>
              </a:rPr>
              <a:t> o </a:t>
            </a:r>
            <a:r>
              <a:rPr lang="en-US" sz="1800" dirty="0" err="1">
                <a:solidFill>
                  <a:schemeClr val="tx1"/>
                </a:solidFill>
              </a:rPr>
              <a:t>opotřebení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el.mechanických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součástek</a:t>
            </a:r>
            <a:endParaRPr lang="en-US" sz="1800" dirty="0">
              <a:solidFill>
                <a:schemeClr val="tx1"/>
              </a:solidFill>
            </a:endParaRP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pomocí</a:t>
            </a:r>
            <a:r>
              <a:rPr lang="en-US" sz="1800" dirty="0">
                <a:solidFill>
                  <a:schemeClr val="tx1"/>
                </a:solidFill>
              </a:rPr>
              <a:t> PC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8386BA-81DF-8975-2B98-C3879DEBD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8DE02-00CA-3A53-B34C-8BDF6874B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2</a:t>
            </a:fld>
            <a:endParaRPr lang="cs-CZ"/>
          </a:p>
        </p:txBody>
      </p:sp>
      <p:pic>
        <p:nvPicPr>
          <p:cNvPr id="1026" name="Picture 2" descr="Schaeffler Motion Technologies CZ s.r.o. – Ostrava Hrabová image">
            <a:extLst>
              <a:ext uri="{FF2B5EF4-FFF2-40B4-BE49-F238E27FC236}">
                <a16:creationId xmlns:a16="http://schemas.microsoft.com/office/drawing/2014/main" id="{77A5DAD6-4D2D-3D0B-1E73-DB1B55A0BB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3233" y="3774511"/>
            <a:ext cx="6066679" cy="1895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">
            <a:extLst>
              <a:ext uri="{FF2B5EF4-FFF2-40B4-BE49-F238E27FC236}">
                <a16:creationId xmlns:a16="http://schemas.microsoft.com/office/drawing/2014/main" id="{32621DB5-E72A-60B0-3141-0806676D7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23468" y="1694910"/>
            <a:ext cx="5797171" cy="1932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8004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0A1BB-11E2-F2AD-D11E-7902C49D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3E779-F519-8735-6736-33FC1C55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Účel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5E019-0A4A-5056-A5B9-961C6FD3F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1" y="2204185"/>
            <a:ext cx="5627596" cy="398146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Účel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zařízení</a:t>
            </a:r>
            <a:r>
              <a:rPr lang="en-US" sz="1800" dirty="0">
                <a:solidFill>
                  <a:schemeClr val="tx1"/>
                </a:solidFill>
              </a:rPr>
              <a:t> je </a:t>
            </a:r>
            <a:r>
              <a:rPr lang="en-US" sz="1800" dirty="0" err="1">
                <a:solidFill>
                  <a:schemeClr val="tx1"/>
                </a:solidFill>
              </a:rPr>
              <a:t>poskytnou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univerzální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spínací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platformu</a:t>
            </a:r>
            <a:r>
              <a:rPr lang="en-US" sz="1800" dirty="0">
                <a:solidFill>
                  <a:schemeClr val="tx1"/>
                </a:solidFill>
              </a:rPr>
              <a:t> pro </a:t>
            </a:r>
            <a:r>
              <a:rPr lang="en-US" sz="1800" dirty="0" err="1">
                <a:solidFill>
                  <a:schemeClr val="tx1"/>
                </a:solidFill>
              </a:rPr>
              <a:t>oddělení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testování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elektroniky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 err="1">
                <a:solidFill>
                  <a:schemeClr val="tx1"/>
                </a:solidFill>
              </a:rPr>
              <a:t>která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zrychlí</a:t>
            </a:r>
            <a:r>
              <a:rPr lang="en-US" sz="1800" dirty="0">
                <a:solidFill>
                  <a:schemeClr val="tx1"/>
                </a:solidFill>
              </a:rPr>
              <a:t> a </a:t>
            </a:r>
            <a:r>
              <a:rPr lang="en-US" sz="1800" dirty="0" err="1">
                <a:solidFill>
                  <a:schemeClr val="tx1"/>
                </a:solidFill>
              </a:rPr>
              <a:t>zefektivní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testovací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procesy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Mezi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hlavní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testovací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procesy</a:t>
            </a:r>
            <a:r>
              <a:rPr lang="en-US" sz="1800" dirty="0">
                <a:solidFill>
                  <a:schemeClr val="tx1"/>
                </a:solidFill>
              </a:rPr>
              <a:t> pro </a:t>
            </a:r>
            <a:r>
              <a:rPr lang="en-US" sz="1800" dirty="0" err="1">
                <a:solidFill>
                  <a:schemeClr val="tx1"/>
                </a:solidFill>
              </a:rPr>
              <a:t>které</a:t>
            </a:r>
            <a:r>
              <a:rPr lang="en-US" sz="1800" dirty="0">
                <a:solidFill>
                  <a:schemeClr val="tx1"/>
                </a:solidFill>
              </a:rPr>
              <a:t> toto </a:t>
            </a:r>
            <a:r>
              <a:rPr lang="en-US" sz="1800" dirty="0" err="1">
                <a:solidFill>
                  <a:schemeClr val="tx1"/>
                </a:solidFill>
              </a:rPr>
              <a:t>zařízení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bylo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vyvíjeno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jsou</a:t>
            </a:r>
            <a:r>
              <a:rPr lang="en-US" sz="1800" dirty="0">
                <a:solidFill>
                  <a:schemeClr val="tx1"/>
                </a:solidFill>
              </a:rPr>
              <a:t> ON/OFF testy a </a:t>
            </a:r>
            <a:r>
              <a:rPr lang="en-US" sz="1800" dirty="0" err="1">
                <a:solidFill>
                  <a:schemeClr val="tx1"/>
                </a:solidFill>
              </a:rPr>
              <a:t>testování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náběhových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proudů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Možnost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manuálního</a:t>
            </a:r>
            <a:r>
              <a:rPr lang="en-US" sz="1800" dirty="0">
                <a:solidFill>
                  <a:schemeClr val="tx1"/>
                </a:solidFill>
              </a:rPr>
              <a:t> a </a:t>
            </a:r>
            <a:r>
              <a:rPr lang="en-US" sz="1800" dirty="0" err="1">
                <a:solidFill>
                  <a:schemeClr val="tx1"/>
                </a:solidFill>
              </a:rPr>
              <a:t>vzdáleného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zařízení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vytváří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možnost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rychlé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přípravy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testu</a:t>
            </a:r>
            <a:r>
              <a:rPr lang="en-US" sz="1800" dirty="0">
                <a:solidFill>
                  <a:schemeClr val="tx1"/>
                </a:solidFill>
              </a:rPr>
              <a:t> a </a:t>
            </a:r>
            <a:r>
              <a:rPr lang="en-US" sz="1800" dirty="0" err="1">
                <a:solidFill>
                  <a:schemeClr val="tx1"/>
                </a:solidFill>
              </a:rPr>
              <a:t>jejich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automatizaci</a:t>
            </a:r>
            <a:r>
              <a:rPr lang="en-US" sz="1800" dirty="0">
                <a:solidFill>
                  <a:schemeClr val="tx1"/>
                </a:solidFill>
              </a:rPr>
              <a:t> s </a:t>
            </a:r>
            <a:r>
              <a:rPr lang="en-US" sz="1800" dirty="0" err="1">
                <a:solidFill>
                  <a:schemeClr val="tx1"/>
                </a:solidFill>
              </a:rPr>
              <a:t>kombinací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softwarových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aplikací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např</a:t>
            </a:r>
            <a:r>
              <a:rPr lang="en-US" sz="1800" dirty="0">
                <a:solidFill>
                  <a:schemeClr val="tx1"/>
                </a:solidFill>
              </a:rPr>
              <a:t>. LabVIEW.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8F440C-97D2-5673-749B-C5B350CD6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29F94-5052-86EE-2584-2868F7C88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3</a:t>
            </a:fld>
            <a:endParaRPr lang="cs-CZ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ECC45A-718A-B760-E1B0-48E7FB66D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514" y="1732547"/>
            <a:ext cx="5850516" cy="445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116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93C3C-C710-8A29-1462-8EB8F2024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7672-4ECB-32B8-9517-4DE5AA1B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Analýza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současného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stavu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0B063-BE9C-0DC8-1A8F-BA10A7C4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04B9D-8503-4A54-190A-8D3BDDF41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4</a:t>
            </a:fld>
            <a:endParaRPr lang="cs-C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391C201-4FE6-06A4-3905-C887CC30C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247" y="2377154"/>
            <a:ext cx="6206981" cy="1773936"/>
          </a:xfrm>
        </p:spPr>
        <p:txBody>
          <a:bodyPr>
            <a:normAutofit/>
          </a:bodyPr>
          <a:lstStyle/>
          <a:p>
            <a:pPr algn="ctr"/>
            <a:r>
              <a:rPr lang="en-US" sz="2000" dirty="0" err="1">
                <a:solidFill>
                  <a:schemeClr val="tx1"/>
                </a:solidFill>
              </a:rPr>
              <a:t>Zařízení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má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nahradit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současné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obvody</a:t>
            </a:r>
            <a:r>
              <a:rPr lang="en-US" sz="2000" dirty="0">
                <a:solidFill>
                  <a:schemeClr val="tx1"/>
                </a:solidFill>
              </a:rPr>
              <a:t> v </a:t>
            </a:r>
            <a:r>
              <a:rPr lang="en-US" sz="2000" dirty="0" err="1">
                <a:solidFill>
                  <a:schemeClr val="tx1"/>
                </a:solidFill>
              </a:rPr>
              <a:t>laboratoři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br>
              <a:rPr lang="en-US" sz="2000" dirty="0">
                <a:solidFill>
                  <a:schemeClr val="tx1"/>
                </a:solidFill>
              </a:rPr>
            </a:br>
            <a:r>
              <a:rPr lang="en-US" sz="2000" dirty="0">
                <a:solidFill>
                  <a:schemeClr val="tx1"/>
                </a:solidFill>
              </a:rPr>
              <a:t>(viz. </a:t>
            </a:r>
            <a:r>
              <a:rPr lang="en-US" sz="2000" dirty="0" err="1">
                <a:solidFill>
                  <a:schemeClr val="tx1"/>
                </a:solidFill>
              </a:rPr>
              <a:t>foto</a:t>
            </a:r>
            <a:r>
              <a:rPr lang="en-US" sz="2000" dirty="0">
                <a:solidFill>
                  <a:schemeClr val="tx1"/>
                </a:solidFill>
              </a:rPr>
              <a:t>) a </a:t>
            </a:r>
            <a:r>
              <a:rPr lang="en-US" sz="2000" dirty="0" err="1">
                <a:solidFill>
                  <a:schemeClr val="tx1"/>
                </a:solidFill>
              </a:rPr>
              <a:t>poskytnout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univerzální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platformu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br>
              <a:rPr lang="en-US" sz="2000" dirty="0">
                <a:solidFill>
                  <a:schemeClr val="tx1"/>
                </a:solidFill>
              </a:rPr>
            </a:br>
            <a:r>
              <a:rPr lang="en-US" sz="2000" dirty="0" err="1">
                <a:solidFill>
                  <a:schemeClr val="tx1"/>
                </a:solidFill>
              </a:rPr>
              <a:t>která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zkombinuje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relé</a:t>
            </a:r>
            <a:r>
              <a:rPr lang="en-US" sz="2000" dirty="0">
                <a:solidFill>
                  <a:schemeClr val="tx1"/>
                </a:solidFill>
              </a:rPr>
              <a:t> a </a:t>
            </a:r>
            <a:r>
              <a:rPr lang="en-US" sz="2000" dirty="0" err="1">
                <a:solidFill>
                  <a:schemeClr val="tx1"/>
                </a:solidFill>
              </a:rPr>
              <a:t>MOSFETové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spínací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prvky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D2182-4C5E-A912-2804-CD0D6B4314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553" t="19521" r="16237" b="11583"/>
          <a:stretch>
            <a:fillRect/>
          </a:stretch>
        </p:blipFill>
        <p:spPr>
          <a:xfrm>
            <a:off x="419088" y="4060338"/>
            <a:ext cx="2903436" cy="22076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828616-79D8-B68B-3370-0E08DAF807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158" t="30124" r="35342" b="24569"/>
          <a:stretch>
            <a:fillRect/>
          </a:stretch>
        </p:blipFill>
        <p:spPr>
          <a:xfrm>
            <a:off x="3538114" y="4054316"/>
            <a:ext cx="3029114" cy="22235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2CBDC4-813C-F0CC-1D7B-493E2AA3F0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2818" y="1956816"/>
            <a:ext cx="4833345" cy="436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1825C-DBA5-B536-DEF6-B515F83C8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B33F7-1726-4EF4-419D-01628A5B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Návrh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funkce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3C6A5-58B8-3D14-853D-218E7768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9FF7F-16C6-E430-CE28-B2561A11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5</a:t>
            </a:fld>
            <a:endParaRPr lang="cs-C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4DE33E-A2CC-937E-A073-83967C2D7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3497" y="1956816"/>
            <a:ext cx="5382190" cy="4228831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Testovací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inženýr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nastaví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pomocí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uživatelského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rozhraní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nebo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příkazy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parametry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testovacích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periferií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br>
              <a:rPr lang="en-US" sz="1800" dirty="0">
                <a:solidFill>
                  <a:schemeClr val="tx1"/>
                </a:solidFill>
              </a:rPr>
            </a:br>
            <a:br>
              <a:rPr lang="en-US" sz="1800" dirty="0">
                <a:solidFill>
                  <a:schemeClr val="tx1"/>
                </a:solidFill>
              </a:rPr>
            </a:br>
            <a:endParaRPr lang="en-US" sz="18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Galvanické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oddělení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mezi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řídící</a:t>
            </a:r>
            <a:r>
              <a:rPr lang="en-US" sz="1800" dirty="0">
                <a:solidFill>
                  <a:schemeClr val="tx1"/>
                </a:solidFill>
              </a:rPr>
              <a:t> a </a:t>
            </a:r>
            <a:r>
              <a:rPr lang="en-US" sz="1800" dirty="0" err="1">
                <a:solidFill>
                  <a:schemeClr val="tx1"/>
                </a:solidFill>
              </a:rPr>
              <a:t>testovací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stranou</a:t>
            </a:r>
            <a:br>
              <a:rPr lang="en-US" sz="1800" dirty="0">
                <a:solidFill>
                  <a:schemeClr val="tx1"/>
                </a:solidFill>
              </a:rPr>
            </a:b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 </a:t>
            </a:r>
            <a:r>
              <a:rPr lang="en-US" sz="1800" dirty="0" err="1">
                <a:solidFill>
                  <a:schemeClr val="tx1"/>
                </a:solidFill>
              </a:rPr>
              <a:t>dispozici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přídavné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funkce</a:t>
            </a:r>
            <a:r>
              <a:rPr lang="en-US" sz="1800" dirty="0">
                <a:solidFill>
                  <a:schemeClr val="tx1"/>
                </a:solidFill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Výstupní</a:t>
            </a:r>
            <a:r>
              <a:rPr lang="en-US" sz="1800" dirty="0">
                <a:solidFill>
                  <a:schemeClr val="tx1"/>
                </a:solidFill>
              </a:rPr>
              <a:t> trigger signal pro </a:t>
            </a:r>
            <a:r>
              <a:rPr lang="en-US" sz="1800" dirty="0" err="1">
                <a:solidFill>
                  <a:schemeClr val="tx1"/>
                </a:solidFill>
              </a:rPr>
              <a:t>synchronizaci</a:t>
            </a:r>
            <a:endParaRPr lang="en-US" sz="1800" dirty="0">
              <a:solidFill>
                <a:schemeClr val="tx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Řízení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MOSFETů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pomocí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externích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generátorů</a:t>
            </a:r>
            <a:endParaRPr lang="en-US" sz="1800" dirty="0">
              <a:solidFill>
                <a:schemeClr val="tx1"/>
              </a:solidFill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Ukládání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dat</a:t>
            </a:r>
            <a:r>
              <a:rPr lang="en-US" sz="1800" dirty="0">
                <a:solidFill>
                  <a:schemeClr val="tx1"/>
                </a:solidFill>
              </a:rPr>
              <a:t> do </a:t>
            </a:r>
            <a:r>
              <a:rPr lang="en-US" sz="1800" dirty="0" err="1">
                <a:solidFill>
                  <a:schemeClr val="tx1"/>
                </a:solidFill>
              </a:rPr>
              <a:t>elektronické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paměti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(</a:t>
            </a:r>
            <a:r>
              <a:rPr lang="en-US" sz="1800" dirty="0" err="1">
                <a:solidFill>
                  <a:schemeClr val="tx1"/>
                </a:solidFill>
              </a:rPr>
              <a:t>profily</a:t>
            </a:r>
            <a:r>
              <a:rPr lang="en-US" sz="1800" dirty="0">
                <a:solidFill>
                  <a:schemeClr val="tx1"/>
                </a:solidFill>
              </a:rPr>
              <a:t> s </a:t>
            </a:r>
            <a:r>
              <a:rPr lang="en-US" sz="1800" dirty="0" err="1">
                <a:solidFill>
                  <a:schemeClr val="tx1"/>
                </a:solidFill>
              </a:rPr>
              <a:t>nastavením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 err="1">
                <a:solidFill>
                  <a:schemeClr val="tx1"/>
                </a:solidFill>
              </a:rPr>
              <a:t>zbývající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počet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cyklů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 err="1">
                <a:solidFill>
                  <a:schemeClr val="tx1"/>
                </a:solidFill>
              </a:rPr>
              <a:t>relé</a:t>
            </a: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007CD9-47B3-7CC9-B6E0-9FB8D9C303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687" y="1609344"/>
            <a:ext cx="6379301" cy="482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58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2DC3-E4A2-75EB-8393-20E5F8D62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FB90B-6CCA-C700-21D2-112432395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Průběh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návrhu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36272-CE57-6305-108A-34A465E6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82DF4-B988-5ADB-5B76-0FD6F52EB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6</a:t>
            </a:fld>
            <a:endParaRPr lang="cs-CZ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9C4F44-80B2-CEB9-A4CD-E8E611700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175" y="1771026"/>
            <a:ext cx="9341650" cy="4688817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13A2554B-8748-71A6-8FDF-8960469BCD97}"/>
              </a:ext>
            </a:extLst>
          </p:cNvPr>
          <p:cNvSpPr txBox="1">
            <a:spLocks/>
          </p:cNvSpPr>
          <p:nvPr/>
        </p:nvSpPr>
        <p:spPr>
          <a:xfrm>
            <a:off x="1425175" y="3704431"/>
            <a:ext cx="1069279" cy="411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dirty="0" err="1">
                <a:solidFill>
                  <a:srgbClr val="00A499"/>
                </a:solidFill>
              </a:rPr>
              <a:t>Schéma</a:t>
            </a:r>
            <a:endParaRPr lang="en-US" sz="2000" dirty="0">
              <a:solidFill>
                <a:srgbClr val="00A499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A4A72E2-4C05-EEBB-3599-6960242DDF7A}"/>
              </a:ext>
            </a:extLst>
          </p:cNvPr>
          <p:cNvSpPr txBox="1">
            <a:spLocks/>
          </p:cNvSpPr>
          <p:nvPr/>
        </p:nvSpPr>
        <p:spPr>
          <a:xfrm>
            <a:off x="3271621" y="3141661"/>
            <a:ext cx="1261878" cy="411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dirty="0" err="1">
                <a:solidFill>
                  <a:srgbClr val="00A499"/>
                </a:solidFill>
              </a:rPr>
              <a:t>Návrh</a:t>
            </a:r>
            <a:r>
              <a:rPr lang="en-US" sz="2000" dirty="0">
                <a:solidFill>
                  <a:srgbClr val="00A499"/>
                </a:solidFill>
              </a:rPr>
              <a:t> </a:t>
            </a:r>
            <a:r>
              <a:rPr lang="en-US" sz="2000" dirty="0" err="1">
                <a:solidFill>
                  <a:srgbClr val="00A499"/>
                </a:solidFill>
              </a:rPr>
              <a:t>desky</a:t>
            </a:r>
            <a:endParaRPr lang="en-US" sz="2000" dirty="0">
              <a:solidFill>
                <a:srgbClr val="00A499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529F8C1-47B4-DFF0-EE42-3EA730DD451D}"/>
              </a:ext>
            </a:extLst>
          </p:cNvPr>
          <p:cNvSpPr txBox="1">
            <a:spLocks/>
          </p:cNvSpPr>
          <p:nvPr/>
        </p:nvSpPr>
        <p:spPr>
          <a:xfrm>
            <a:off x="4752121" y="2753718"/>
            <a:ext cx="1261878" cy="411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dirty="0">
                <a:solidFill>
                  <a:srgbClr val="00A499"/>
                </a:solidFill>
              </a:rPr>
              <a:t>3D model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C5A7CD0-77E8-933A-6DAC-68720A2307C2}"/>
              </a:ext>
            </a:extLst>
          </p:cNvPr>
          <p:cNvSpPr txBox="1">
            <a:spLocks/>
          </p:cNvSpPr>
          <p:nvPr/>
        </p:nvSpPr>
        <p:spPr>
          <a:xfrm>
            <a:off x="6779394" y="2146378"/>
            <a:ext cx="1677818" cy="411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dirty="0" err="1">
                <a:solidFill>
                  <a:srgbClr val="00A499"/>
                </a:solidFill>
              </a:rPr>
              <a:t>Kód</a:t>
            </a:r>
            <a:r>
              <a:rPr lang="en-US" sz="2000" dirty="0">
                <a:solidFill>
                  <a:srgbClr val="00A499"/>
                </a:solidFill>
              </a:rPr>
              <a:t> (C)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59D8B7F-3101-E1A5-EC6A-8430E3249873}"/>
              </a:ext>
            </a:extLst>
          </p:cNvPr>
          <p:cNvSpPr txBox="1">
            <a:spLocks/>
          </p:cNvSpPr>
          <p:nvPr/>
        </p:nvSpPr>
        <p:spPr>
          <a:xfrm>
            <a:off x="8793128" y="1599446"/>
            <a:ext cx="1261878" cy="4110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dirty="0" err="1">
                <a:solidFill>
                  <a:srgbClr val="00A499"/>
                </a:solidFill>
              </a:rPr>
              <a:t>Testování</a:t>
            </a:r>
            <a:endParaRPr lang="en-US" sz="2000" dirty="0">
              <a:solidFill>
                <a:srgbClr val="00A4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621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D6450-FC3B-6EF1-95F7-275559156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FE82C-DC46-9F22-B74A-074C7DC3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Popis</a:t>
            </a:r>
            <a:r>
              <a:rPr lang="en-US" dirty="0">
                <a:solidFill>
                  <a:srgbClr val="00A499"/>
                </a:solidFill>
              </a:rPr>
              <a:t> HW???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2E104-FB3C-0ADD-93F2-239B9F43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C4B61-7BFD-D2D9-9E9A-A90A42CCA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671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B72D-1EC3-CC5B-3B30-FFFB503A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FFBDF-8F7E-938C-6F85-44EA6C373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>
                <a:solidFill>
                  <a:srgbClr val="00A499"/>
                </a:solidFill>
              </a:rPr>
              <a:t>Deska </a:t>
            </a:r>
            <a:r>
              <a:rPr lang="en-US" dirty="0" err="1">
                <a:solidFill>
                  <a:srgbClr val="00A499"/>
                </a:solidFill>
              </a:rPr>
              <a:t>plošných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spojů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3F68E-0CCA-B353-7C6C-A31F645AA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4F183-4896-7DDD-6DB2-3B4F8A7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8</a:t>
            </a:fld>
            <a:endParaRPr lang="cs-CZ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477128-3291-1579-FCCD-D808916577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55" t="29216" r="35237" b="27657"/>
          <a:stretch>
            <a:fillRect/>
          </a:stretch>
        </p:blipFill>
        <p:spPr>
          <a:xfrm>
            <a:off x="327260" y="1969012"/>
            <a:ext cx="4793380" cy="4387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1EA309-2443-A8F5-BEFC-0EF2D13BE6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515" r="8949"/>
          <a:stretch>
            <a:fillRect/>
          </a:stretch>
        </p:blipFill>
        <p:spPr>
          <a:xfrm>
            <a:off x="5842535" y="2042126"/>
            <a:ext cx="5727032" cy="414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034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3A86-F7F6-C5D9-5C74-20691E17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0292-CA02-0200-C853-98A2F9AEC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Popis</a:t>
            </a:r>
            <a:r>
              <a:rPr lang="en-US" dirty="0">
                <a:solidFill>
                  <a:srgbClr val="00A499"/>
                </a:solidFill>
              </a:rPr>
              <a:t> SW???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E32CB-F68D-2ACC-95DD-8A811B480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239B3-BBF6-2829-FE48-7EAF11903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20549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33815-5275-7C1B-7B1B-C7A3C24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35F8-93ED-FC7F-11B5-F01F37540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Testování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r>
              <a:rPr lang="en-US" dirty="0">
                <a:solidFill>
                  <a:srgbClr val="00A499"/>
                </a:solidFill>
              </a:rPr>
              <a:t> – </a:t>
            </a:r>
            <a:r>
              <a:rPr lang="en-US" dirty="0" err="1">
                <a:solidFill>
                  <a:srgbClr val="00A499"/>
                </a:solidFill>
              </a:rPr>
              <a:t>spínání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relé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77098-5094-58C9-C747-8F7B88124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3BA9C-AD7D-D0A0-6DAD-52C4C108A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10</a:t>
            </a:fld>
            <a:endParaRPr lang="cs-C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ADE8B4-D3EC-3116-8185-ABCD9E045F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557"/>
          <a:stretch>
            <a:fillRect/>
          </a:stretch>
        </p:blipFill>
        <p:spPr>
          <a:xfrm>
            <a:off x="1129551" y="1874520"/>
            <a:ext cx="9646882" cy="433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0055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61548-653C-3A1E-44A8-43498C534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B647-1E4D-5FC3-A5F7-7DB7C9A5C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Testování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r>
              <a:rPr lang="en-US" dirty="0">
                <a:solidFill>
                  <a:srgbClr val="00A499"/>
                </a:solidFill>
              </a:rPr>
              <a:t> – </a:t>
            </a:r>
            <a:r>
              <a:rPr lang="en-US" dirty="0" err="1">
                <a:solidFill>
                  <a:srgbClr val="00A499"/>
                </a:solidFill>
              </a:rPr>
              <a:t>rychlost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MOSFETů</a:t>
            </a:r>
            <a:endParaRPr lang="en-US" dirty="0">
              <a:solidFill>
                <a:srgbClr val="00A499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E5E8DF-D2B0-961D-110F-0D618F93F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8B6E4-615D-1BEC-AFF9-FCA6E3A42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11</a:t>
            </a:fld>
            <a:endParaRPr lang="cs-CZ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154CC0-3CAC-58C4-62D1-57D567516651}"/>
              </a:ext>
            </a:extLst>
          </p:cNvPr>
          <p:cNvSpPr txBox="1"/>
          <p:nvPr/>
        </p:nvSpPr>
        <p:spPr>
          <a:xfrm>
            <a:off x="1483039" y="2050723"/>
            <a:ext cx="3019246" cy="3131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rgbClr val="1FCCE9"/>
                </a:solidFill>
              </a:rPr>
              <a:t>Rise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FBF952-3E24-6144-DACD-5EB23EF295D7}"/>
              </a:ext>
            </a:extLst>
          </p:cNvPr>
          <p:cNvSpPr txBox="1"/>
          <p:nvPr/>
        </p:nvSpPr>
        <p:spPr>
          <a:xfrm>
            <a:off x="7624665" y="2050724"/>
            <a:ext cx="3019246" cy="31310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dirty="0">
                <a:solidFill>
                  <a:srgbClr val="1FCCE9"/>
                </a:solidFill>
              </a:rPr>
              <a:t>Fall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A27B11-9DFA-04DD-8A8D-C0F37E196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725" y="2545632"/>
            <a:ext cx="5921126" cy="2953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2878A4-9B83-3AE6-1F1F-E3BECE9BD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9" y="2545632"/>
            <a:ext cx="5911796" cy="294850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78BCFF-68EF-FE81-7B51-8BAF812B2819}"/>
              </a:ext>
            </a:extLst>
          </p:cNvPr>
          <p:cNvCxnSpPr>
            <a:cxnSpLocks/>
          </p:cNvCxnSpPr>
          <p:nvPr/>
        </p:nvCxnSpPr>
        <p:spPr>
          <a:xfrm>
            <a:off x="5046453" y="2967487"/>
            <a:ext cx="491705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8B78F7-4CCD-3912-B3CB-2722BF4E80B3}"/>
              </a:ext>
            </a:extLst>
          </p:cNvPr>
          <p:cNvCxnSpPr>
            <a:cxnSpLocks/>
          </p:cNvCxnSpPr>
          <p:nvPr/>
        </p:nvCxnSpPr>
        <p:spPr>
          <a:xfrm>
            <a:off x="11179834" y="2967487"/>
            <a:ext cx="457199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689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67D05-5574-2C53-3962-B25DCD61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759A8-CE24-E84A-3979-6C25C4134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496" y="1052514"/>
            <a:ext cx="11796416" cy="822006"/>
          </a:xfrm>
        </p:spPr>
        <p:txBody>
          <a:bodyPr/>
          <a:lstStyle/>
          <a:p>
            <a:r>
              <a:rPr lang="en-US" dirty="0" err="1">
                <a:solidFill>
                  <a:srgbClr val="00A499"/>
                </a:solidFill>
              </a:rPr>
              <a:t>Testování</a:t>
            </a:r>
            <a:r>
              <a:rPr lang="en-US" dirty="0">
                <a:solidFill>
                  <a:srgbClr val="00A499"/>
                </a:solidFill>
              </a:rPr>
              <a:t> </a:t>
            </a:r>
            <a:r>
              <a:rPr lang="en-US" dirty="0" err="1">
                <a:solidFill>
                  <a:srgbClr val="00A499"/>
                </a:solidFill>
              </a:rPr>
              <a:t>zařízení</a:t>
            </a:r>
            <a:r>
              <a:rPr lang="en-US" dirty="0">
                <a:solidFill>
                  <a:srgbClr val="00A499"/>
                </a:solidFill>
              </a:rPr>
              <a:t> – </a:t>
            </a:r>
            <a:r>
              <a:rPr lang="en-US" dirty="0" err="1">
                <a:solidFill>
                  <a:srgbClr val="00A499"/>
                </a:solidFill>
              </a:rPr>
              <a:t>náběhový</a:t>
            </a:r>
            <a:r>
              <a:rPr lang="en-US" dirty="0">
                <a:solidFill>
                  <a:srgbClr val="00A499"/>
                </a:solidFill>
              </a:rPr>
              <a:t> proud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62C49A-78FD-5627-0C99-9D2D8CC9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 smtClean="0"/>
              <a:t>30/03/26</a:t>
            </a:fld>
            <a:endParaRPr lang="cs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A3386-6F89-2AD2-988C-A923430FC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12</a:t>
            </a:fld>
            <a:endParaRPr lang="cs-C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FEC13E-E208-E49B-DBAF-ABA6C3C7A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2159354"/>
            <a:ext cx="5532120" cy="3540556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854F26-718C-A0B2-D4C2-A6312C1FEFAA}"/>
              </a:ext>
            </a:extLst>
          </p:cNvPr>
          <p:cNvCxnSpPr>
            <a:cxnSpLocks/>
          </p:cNvCxnSpPr>
          <p:nvPr/>
        </p:nvCxnSpPr>
        <p:spPr>
          <a:xfrm>
            <a:off x="4699230" y="2920716"/>
            <a:ext cx="647460" cy="0"/>
          </a:xfrm>
          <a:prstGeom prst="straightConnector1">
            <a:avLst/>
          </a:prstGeom>
          <a:ln w="57150" cap="rnd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6B2CDED8-0C18-C55A-CE9A-1A8D1D25F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843" y="2013964"/>
            <a:ext cx="5968668" cy="3831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80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49EA5466-EA04-5F40-8B3D-430DA20B8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EE6486-B92A-5D40-B65E-EA3DE825AE5B}" type="datetime3">
              <a:rPr lang="cs-CZ"/>
              <a:pPr/>
              <a:t>30/03/26</a:t>
            </a:fld>
            <a:endParaRPr lang="cs-CZ" dirty="0"/>
          </a:p>
        </p:txBody>
      </p:sp>
      <p:sp>
        <p:nvSpPr>
          <p:cNvPr id="5" name="Obdélník 4">
            <a:extLst>
              <a:ext uri="{FF2B5EF4-FFF2-40B4-BE49-F238E27FC236}">
                <a16:creationId xmlns:a16="http://schemas.microsoft.com/office/drawing/2014/main" id="{EDDB3C1C-78A3-FD45-9288-66B6297FA8A9}"/>
              </a:ext>
            </a:extLst>
          </p:cNvPr>
          <p:cNvSpPr/>
          <p:nvPr/>
        </p:nvSpPr>
        <p:spPr>
          <a:xfrm>
            <a:off x="3455670" y="2598003"/>
            <a:ext cx="5280660" cy="830997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algn="ctr"/>
            <a:r>
              <a:rPr lang="cs-CZ" sz="4800" b="1" dirty="0">
                <a:solidFill>
                  <a:srgbClr val="00A49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Děkuji za pozornost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C1B493-5082-1F44-8BA5-C2736AC5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A44BAA-1A06-B141-8215-9D88CF6A7203}" type="slidenum">
              <a:rPr lang="cs-CZ" smtClean="0"/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6417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40 FEI CZ verze" id="{6C08F42E-4C42-1248-AFBD-44B85FF3097C}" vid="{625188C0-F481-6D4D-9D88-9817E5AEE6D9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40 FEI CZ verze" id="{6C08F42E-4C42-1248-AFBD-44B85FF3097C}" vid="{D4DD8BDB-1D41-D74E-BC7B-57F90FB64D14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502C4427AD1264192F339F78E5C97D6" ma:contentTypeVersion="5" ma:contentTypeDescription="Vytvoří nový dokument" ma:contentTypeScope="" ma:versionID="2d563fad8535cada5e20ce7750bbb22b">
  <xsd:schema xmlns:xsd="http://www.w3.org/2001/XMLSchema" xmlns:xs="http://www.w3.org/2001/XMLSchema" xmlns:p="http://schemas.microsoft.com/office/2006/metadata/properties" xmlns:ns2="8f8af3df-ac43-4686-a9e3-ac7981ccd423" targetNamespace="http://schemas.microsoft.com/office/2006/metadata/properties" ma:root="true" ma:fieldsID="8bc592a17bac59763842291134e5f4b4" ns2:_="">
    <xsd:import namespace="8f8af3df-ac43-4686-a9e3-ac7981ccd42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8af3df-ac43-4686-a9e3-ac7981ccd4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1A627E3-3123-473F-A665-F12D6E4B4B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3AA86EC-A603-48A8-87CB-09137551BC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8af3df-ac43-4686-a9e3-ac7981ccd4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DCA2879-F35E-44B2-A1F7-FDED87CC32D8}">
  <ds:schemaRefs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8f8af3df-ac43-4686-a9e3-ac7981ccd423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39b77101-99b7-41c9-8d6a-7794b9d48476}" enabled="0" method="" siteId="{39b77101-99b7-41c9-8d6a-7794b9d4847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450</Template>
  <TotalTime>31004</TotalTime>
  <Words>310</Words>
  <Application>Microsoft Office PowerPoint</Application>
  <PresentationFormat>Widescreen</PresentationFormat>
  <Paragraphs>86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Motiv Office</vt:lpstr>
      <vt:lpstr>Custom Design</vt:lpstr>
      <vt:lpstr>PowerPoint Presentation</vt:lpstr>
      <vt:lpstr>Automatizovaný systém pro elektrické testování komponent v automobilovém průmyslu</vt:lpstr>
      <vt:lpstr>Body zadání</vt:lpstr>
      <vt:lpstr>Účel zařízení</vt:lpstr>
      <vt:lpstr>Analýza současného stavu</vt:lpstr>
      <vt:lpstr>Návrh funkce zařízení</vt:lpstr>
      <vt:lpstr>Průběh návrhu zařízení</vt:lpstr>
      <vt:lpstr>Popis HW???</vt:lpstr>
      <vt:lpstr>Deska plošných spojů</vt:lpstr>
      <vt:lpstr>Popis SW???</vt:lpstr>
      <vt:lpstr>Testování zařízení – spínání relé</vt:lpstr>
      <vt:lpstr>Testování zařízení – rychlost MOSFETů</vt:lpstr>
      <vt:lpstr>Testování zařízení – náběhový proud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Jan Žídek</dc:creator>
  <cp:lastModifiedBy>Micek, Vojtech</cp:lastModifiedBy>
  <cp:revision>272</cp:revision>
  <dcterms:created xsi:type="dcterms:W3CDTF">2019-05-24T11:30:30Z</dcterms:created>
  <dcterms:modified xsi:type="dcterms:W3CDTF">2026-03-30T12:04:58Z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0x0101000502C4427AD1264192F339F78E5C97D6</vt:lpwstr>
  </property>
</Properties>
</file>