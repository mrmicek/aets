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notesSlides/notesSlide7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ppt/tags/tag42.xml" ContentType="application/vnd.openxmlformats-officedocument.presentationml.tags+xml"/>
  <Override PartName="/ppt/notesSlides/notesSlide11.xml" ContentType="application/vnd.openxmlformats-officedocument.presentationml.notesSlide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tags/tag44.xml" ContentType="application/vnd.openxmlformats-officedocument.presentationml.tags+xml"/>
  <Override PartName="/ppt/notesSlides/notesSlide1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4" r:id="rId2"/>
  </p:sldMasterIdLst>
  <p:notesMasterIdLst>
    <p:notesMasterId r:id="rId18"/>
  </p:notesMasterIdLst>
  <p:sldIdLst>
    <p:sldId id="2147483635" r:id="rId3"/>
    <p:sldId id="2147479556" r:id="rId4"/>
    <p:sldId id="2147483636" r:id="rId5"/>
    <p:sldId id="2147483637" r:id="rId6"/>
    <p:sldId id="2147483638" r:id="rId7"/>
    <p:sldId id="2147483639" r:id="rId8"/>
    <p:sldId id="2147483640" r:id="rId9"/>
    <p:sldId id="2147483641" r:id="rId10"/>
    <p:sldId id="2147483642" r:id="rId11"/>
    <p:sldId id="2147483643" r:id="rId12"/>
    <p:sldId id="2147483644" r:id="rId13"/>
    <p:sldId id="2147483645" r:id="rId14"/>
    <p:sldId id="2147483646" r:id="rId15"/>
    <p:sldId id="2147483633" r:id="rId16"/>
    <p:sldId id="214747970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05646-4C28-481A-A1DC-C8FFBA77918A}" v="1036" dt="2026-03-13T12:08:24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PC/LabView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Manual setup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MCU logic &amp; sequence control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Relays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MOSFETs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DUT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Measurement</a:t>
          </a:r>
          <a:b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devices</a:t>
          </a: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Select control mode</a:t>
          </a: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Configure channels and timing</a:t>
          </a: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Run test</a:t>
          </a: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Monitor test progress</a:t>
          </a: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en-US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Evaluate test results</a:t>
          </a: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PC/LabView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Manual setup</a:t>
          </a:r>
        </a:p>
      </dsp:txBody>
      <dsp:txXfrm>
        <a:off x="1371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MCU logic &amp; sequence control</a:t>
          </a: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Relays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MOSFETs</a:t>
          </a:r>
        </a:p>
      </dsp:txBody>
      <dsp:txXfrm>
        <a:off x="4814402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DUT</a:t>
          </a: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Measurement</a:t>
          </a:r>
          <a:b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</a:b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devices</a:t>
          </a:r>
        </a:p>
      </dsp:txBody>
      <dsp:txXfrm>
        <a:off x="9092653" y="759778"/>
        <a:ext cx="1604344" cy="1069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1371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Select control mode</a:t>
          </a:r>
        </a:p>
      </dsp:txBody>
      <dsp:txXfrm>
        <a:off x="1371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Configure channels and timing</a:t>
          </a: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79621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Run test</a:t>
          </a:r>
        </a:p>
      </dsp:txBody>
      <dsp:txXfrm>
        <a:off x="4814402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Monitor test progress</a:t>
          </a: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Evaluate test results</a:t>
          </a:r>
        </a:p>
      </dsp:txBody>
      <dsp:txXfrm>
        <a:off x="9092653" y="759778"/>
        <a:ext cx="1604344" cy="1069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47.1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24575,'0'12'0,"0"17"0,0 10 0,0 8 0,0 8 0,0 3 0,0 7 0,0-3 0,0 1 0,0-7 0,0-9 0,0-8 0,0-11-8191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48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36 118 24575,'0'-4'0,"-1"1"0,-1-1 0,1 0 0,0 1 0,-1-1 0,0 1 0,1 0 0,-2-1 0,-3-4 0,-10-22 0,16 28 0,0-1 0,0 1 0,0 0 0,0-1 0,0 1 0,0 0 0,1-1 0,-1 1 0,1 0 0,0 0 0,0-1 0,-1 1 0,3-3 0,-2 4 0,-1 0 0,0 1 0,1-1 0,-1 0 0,0 1 0,1-1 0,-1 0 0,1 1 0,-1-1 0,1 1 0,-1-1 0,1 1 0,-1-1 0,1 1 0,0-1 0,-1 1 0,1 0 0,0-1 0,-1 1 0,1 0 0,0 0 0,0-1 0,-1 1 0,1 0 0,0 0 0,0 0 0,-1 0 0,1 0 0,0 0 0,0 0 0,-1 0 0,1 0 0,0 0 0,0 0 0,-1 1 0,1-1 0,0 0 0,-1 0 0,1 1 0,0-1 0,-1 1 0,1-1 0,1 1 0,-7 33 0,14-13 0,5 15 0,-14-35 0,0 0 0,0 0 0,1 0 0,-1 0 0,0 0 0,0 0 0,0 0 0,0-1 0,0 1 0,0 0 0,0 0 0,0 0 0,0 0 0,-1 0 0,1 0 0,0 0 0,0 0 0,-1 0 0,1-1 0,-1 1 0,1 0 0,-1 0 0,1 0 0,-1-1 0,1 1 0,-1 0 0,0-1 0,0 1 0,-1 0 0,1-1 0,0 0 0,-1 0 0,1 0 0,0 0 0,-1-1 0,1 1 0,0 0 0,-1-1 0,1 0 0,0 1 0,0-1 0,0 0 0,0 1 0,0-1 0,-1 0 0,1 0 0,0 0 0,1 0 0,-1 0 0,0 0 0,0 0 0,-1-2 0,1 2 0,1 1 0,-1-1 0,1 1 0,-1-1 0,1 0 0,-1 1 0,1-1 0,-1 0 0,1 1 0,0-1 0,-1 0 0,1 1 0,0-1 0,0 0 0,-1 0 0,1 0 0,0 1 0,0-1 0,0 0 0,0 0 0,0 0 0,0 1 0,0-1 0,0 0 0,1 0 0,-1 1 0,0-1 0,0 0 0,1 0 0,-1 1 0,0-1 0,1 0 0,-1 0 0,1 1 0,-1-1 0,1 1 0,-1-1 0,1 0 0,-1 1 0,1-1 0,-1 1 0,1-1 0,1 0 0,9-3-116,-8 3 38,0 0 0,0 0 0,0 0-1,-1-1 1,1 1 0,0-1 0,-1 0 0,1 0 0,-1 0 0,1 0 0,-1 0 0,0 0 0,0 0 0,0-1 0,2-2 0,3-10-6748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57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19 318 24575,'-9'-82'0,"5"67"0,2-1 0,0 0 0,1 1 0,1-31 0,1 41 0,0 0 0,0 0 0,0 0 0,1 1 0,0-1 0,0 0 0,0 1 0,0-1 0,1 1 0,-1 0 0,1 0 0,0 0 0,1 0 0,-1 0 0,1 1 0,-1-1 0,1 1 0,0 0 0,8-5 0,2 2 0,0-1 0,1 2 0,-1 0 0,1 0 0,0 2 0,0 0 0,1 0 0,-1 1 0,0 1 0,1 1 0,-1 0 0,1 1 0,17 4 0,-31-5 0,0 1 0,0-1 0,0 1 0,-1 0 0,1 0 0,0 0 0,0 0 0,0 0 0,0 0 0,-1 1 0,1-1 0,-1 0 0,1 1 0,-1-1 0,1 1 0,-1 0 0,0-1 0,0 1 0,0 0 0,0 0 0,0 0 0,0 0 0,-1 0 0,1 0 0,0 0 0,-1 0 0,0 0 0,1 0 0,-1 0 0,0 0 0,0 0 0,0 0 0,0 1 0,-1-1 0,1 0 0,-1 2 0,-3 12 0,0 0 0,0 0 0,-14 28 0,6-12 0,6-13 0,0 1 0,2-1 0,0 1 0,0 23 0,3-38 0,1 1 0,0 0 0,0-1 0,1 1 0,0 0 0,0-1 0,0 1 0,0 0 0,1-1 0,0 0 0,0 1 0,1-1 0,-1 0 0,1 0 0,0 0 0,1-1 0,-1 1 0,1-1 0,5 5 0,-3-5-47,1-1-1,0 0 0,0 0 1,0-1-1,0 0 0,0 0 1,0-1-1,0 1 1,1-2-1,-1 1 0,1-1 1,-1 0-1,10-2 0,-6 2-650,13-1-6128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56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24575,'2174'0'0,"-2151"-1"0,0-1 0,0-2 0,38-10 0,-32 6 0,52-6 0,306 8 0,-251 7 0,20 12 0,0 0 0,406-29 0,46 4 0,-379 14 0,2355-2-1365,-2560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1:58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1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0 189 24575,'103'19'0,"90"-11"0,225-17 0,192-48 0,-201 15 0,287-27 0,-342 31 0,-328 38 0,1 0 0,0 2 0,0 0 0,-1 2 0,1 1 0,-1 1 0,26 10 0,72 15 0,123 26 0,30 5 0,-183-57-1365,-73-5-5461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3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24575,'1941'0'0,"-1917"1"-43,0 1 1,-1 2-1,1 0 0,-1 2 0,32 12 1,-15-6-1067,-12-3-5717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5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24575,'1213'0'0,"-1029"-11"0,-30-1 0,19 0 0,34-2 0,358 15-1365,-543-1-5461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7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24575,'-2'91'0,"-1"-56"0,2-1 0,1 1 0,2-1 0,1 1 0,2-1 0,10 37 0,-15-70 0,0 0 0,1 0 0,-1 0 0,0 0 0,0 0 0,1 0 0,-1 0 0,1-1 0,-1 1 0,1 0 0,-1 0 0,1 0 0,-1 0 0,1-1 0,0 1 0,-1 0 0,1-1 0,0 1 0,0 0 0,0-1 0,-1 1 0,1-1 0,0 1 0,2 0 0,-2-1 0,0-1 0,0 1 0,0-1 0,0 1 0,0-1 0,-1 1 0,1-1 0,0 1 0,0-1 0,0 0 0,-1 1 0,1-1 0,0 0 0,0 0 0,-1 0 0,1 0 0,-1 1 0,1-1 0,0-2 0,23-58 0,-21 51 0,9-20-170,1 0-1,2 0 0,1 1 1,1 1-1,1 1 0,1 0 1,44-45-1,-35 43-6655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8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3 24575,'-33'-1'0,"17"0"0,1 1 0,0 0 0,-24 4 0,35-3 0,0 0 0,0 1 0,-1-1 0,1 1 0,0-1 0,0 1 0,1 0 0,-1 1 0,0-1 0,1 0 0,-1 1 0,1 0 0,0 0 0,0 0 0,0 0 0,-4 8 0,2-5 0,1 1 0,1 0 0,-1 0 0,1 0 0,1 1 0,-1-1 0,1 1 0,0-1 0,1 1 0,0 0 0,0 0 0,1 7 0,0-12 0,0 0 0,1 0 0,-1 0 0,1 0 0,0 0 0,0 0 0,0 0 0,0 0 0,0-1 0,1 1 0,-1 0 0,1-1 0,0 1 0,0-1 0,0 0 0,0 1 0,0-1 0,0 0 0,1 0 0,-1-1 0,0 1 0,1 0 0,0-1 0,-1 0 0,1 1 0,0-1 0,0 0 0,0 0 0,0-1 0,0 1 0,0 0 0,0-1 0,4 0 0,-2 0 0,1 0 0,0-1 0,-1 0 0,1 0 0,-1-1 0,1 1 0,-1-1 0,0 0 0,1-1 0,-1 1 0,0-1 0,-1 0 0,1 0 0,0-1 0,-1 1 0,0-1 0,0 0 0,0 0 0,0 0 0,-1-1 0,5-6 0,-4 6 0,0-1 0,0 1 0,-1-1 0,0 0 0,0-1 0,0 1 0,-1 0 0,0-1 0,0 1 0,0-1 0,-1 0 0,0 1 0,0-1 0,-1 0 0,0 0 0,0 1 0,-3-13 0,1 13 0,5 16 0,9 22 0,-6-25 0,1 0 0,0-1 0,0 0 0,1 0 0,-1 0 0,1-1 0,1-1 0,-1 1 0,1-1 0,-1 0 0,1-1 0,15 3 0,32 16 0,-4 1-1365,-29-15-5461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8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 24575,'0'4'0,"0"5"0,0 10 0,-4 9 0,-2 8 0,1 7 0,1 3 0,1 3 0,2 0 0,0 1 0,0 0 0,1-5 0,0-6 0,1-9-8191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9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24575,'0'4'0,"0"5"0,0 6 0,0 8 0,0 4 0,0 2 0,0 0 0,4-5 0,6-7 0,4-6 0,1-9 0,1-9 0,-1-7 0,0-6 0,-3-3 0,-2-2 0,-4 0 0,-3 3-8191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09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152 264 24575,'6'-1'0,"-1"0"0,0 0 0,1 0 0,-1-1 0,0 1 0,0-1 0,0-1 0,0 1 0,0-1 0,-1 1 0,1-1 0,-1-1 0,0 1 0,0-1 0,0 1 0,0-1 0,0 0 0,-1-1 0,0 1 0,0-1 0,0 1 0,0-1 0,-1 0 0,0 0 0,0 0 0,0 0 0,-1 0 0,2-6 0,-2 6 0,1-1 0,-1 0 0,1 1 0,-2-1 0,1 0 0,-1 0 0,1 0 0,-2 0 0,1 1 0,-1-1 0,0 0 0,0 0 0,0 1 0,-1-1 0,0 1 0,0-1 0,0 1 0,-1-1 0,0 1 0,0 0 0,0 1 0,0-1 0,-1 0 0,0 1 0,-8-7 0,10 9 0,-1 0 0,1 1 0,-1 0 0,1-1 0,-1 1 0,0 0 0,0 0 0,1 1 0,-1-1 0,0 1 0,0-1 0,0 1 0,0 0 0,0 0 0,1 0 0,-1 0 0,0 1 0,-4 0 0,2 1 0,0 0 0,0 0 0,0 1 0,0-1 0,0 1 0,1 0 0,-1 0 0,1 1 0,-5 4 0,-4 6 0,0 0 0,1 2 0,0 0 0,-12 23 0,17-26 0,1 0 0,0 0 0,1 0 0,0 1 0,-3 17 0,7-23 0,-1-1 0,1 0 0,1 1 0,-1-1 0,1 1 0,1-1 0,-1 0 0,1 1 0,0-1 0,1 0 0,4 13 0,-4-17 0,0-1 0,-1 1 0,1-1 0,0 0 0,1 1 0,-1-1 0,0-1 0,1 1 0,-1 0 0,1 0 0,-1-1 0,1 1 0,0-1 0,0 0 0,-1 0 0,1 0 0,0 0 0,0-1 0,0 1 0,0-1 0,0 0 0,0 1 0,0-1 0,0-1 0,0 1 0,0 0 0,0-1 0,0 0 0,4 0 0,5-2 0,0 0 0,1-1 0,-1 0 0,0-1 0,17-10 0,-23 12-195,0-1 0,0-1 0,-1 1 0,1-1 0,-1 0 0,6-7 0,3-8-6631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1:52:10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24575,'4'0'0,"5"0"0,6 0 0,4 0 0,2 0 0,3 0 0,0 0 0,1 0 0,0 0 0,0 0 0,0 0 0,-5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0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24575,'4'0'0,"5"0"0,6 0 0,8 0 0,12 0 0,9 0 0,0 0 0,-6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1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24575,'0'4'0,"0"6"0,0 8 0,0 7 0,0 6 0,0 2 0,0 0 0,0-3 0,0-1 0,0-6-8191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4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 24575,'-2'0'0,"-1"1"0,1 0 0,-1 0 0,1 1 0,0-1 0,0 0 0,-1 1 0,1-1 0,0 1 0,0 0 0,0 0 0,1 0 0,-1 0 0,0 0 0,1 0 0,-1 0 0,1 0 0,0 1 0,0-1 0,0 0 0,0 1 0,0-1 0,0 5 0,-19 65 0,20-70 0,-18 77 0,8-39 0,1 0 0,2 1 0,2 0 0,1 0 0,3 53 0,1-90 0,1 0 0,-1 0 0,1 0 0,0 0 0,0 0 0,0 0 0,1-1 0,-1 1 0,1 0 0,0-1 0,0 1 0,0-1 0,1 0 0,-1 0 0,1 0 0,0 0 0,0 0 0,0 0 0,0-1 0,0 0 0,4 3 0,-3-3 0,-1-1 0,0 0 0,1 0 0,-1 0 0,1-1 0,0 1 0,-1-1 0,1 0 0,0 0 0,-1 0 0,1 0 0,-1-1 0,1 1 0,0-1 0,-1 0 0,1 0 0,-1-1 0,0 1 0,1 0 0,-1-1 0,0 0 0,0 0 0,5-4 0,-5 3 0,0 0 0,1-1 0,-1 1 0,0-1 0,-1 0 0,1 0 0,-1 0 0,1 0 0,-1-1 0,0 1 0,-1-1 0,1 1 0,-1-1 0,0 1 0,0-1 0,-1 0 0,1 0 0,-1 1 0,0-1 0,0 0 0,-1 0 0,1 1 0,-1-1 0,-2-8 0,1 4 0,-1 0 0,0-1 0,0 1 0,0 1 0,-1-1 0,-1 1 0,0-1 0,0 1 0,0 0 0,-1 1 0,-10-11 0,11 14-68,0 1 0,-1 0-1,1 0 1,-1 0 0,0 1 0,0 0-1,0 0 1,0 0 0,0 1 0,0 0-1,0 0 1,0 1 0,0-1 0,-1 1-1,1 1 1,0-1 0,0 1 0,0 0-1,-10 3 1,0 3-6758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4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43 24575,'-1'51'0,"0"-14"0,5 63 0,-3-92 0,0 1 0,1 0 0,0-1 0,0 1 0,1-1 0,0 0 0,0 0 0,1 0 0,0 0 0,1 0 0,0-1 0,8 11 0,-10-16 0,-1 1 0,0-1 0,1 1 0,0-1 0,-1 0 0,1 0 0,0 0 0,0 0 0,0-1 0,0 1 0,0-1 0,1 0 0,-1 0 0,0 0 0,1 0 0,-1-1 0,0 1 0,1-1 0,-1 0 0,1 0 0,5-1 0,-6 1 0,-1-1 0,1-1 0,-1 1 0,1 0 0,-1-1 0,1 1 0,-1-1 0,0 0 0,1 0 0,-1 0 0,0 0 0,-1 0 0,1 0 0,0-1 0,0 1 0,-1-1 0,0 1 0,1-1 0,-1 1 0,0-1 0,0 0 0,0 0 0,-1 1 0,1-1 0,0-5 0,1-12 0,0 1 0,-1-1 0,-1 0 0,0 1 0,-2-1 0,-6-28 0,7 39 0,-2-1 0,1 1 0,-1 0 0,-1 0 0,1 0 0,-2 0 0,1 1 0,-1-1 0,0 1 0,-1 0 0,0 1 0,0-1 0,-1 1 0,-14-12 0,19 18-105,0-1 0,-1 1 0,1 0 0,0-1 0,-1 1 0,1 0 0,-1 1 0,1-1 0,-1 0 0,1 1 0,-1-1 0,-2 1 0,-8 2-6721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5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38 24575,'-2'38'0,"1"-19"0,0 0 0,1-1 0,1 1 0,4 20 0,-5-36 0,1 0 0,-1 0 0,1 0 0,0 0 0,0 0 0,0 0 0,1 0 0,-1 0 0,1 0 0,-1-1 0,1 1 0,0-1 0,0 1 0,0-1 0,1 0 0,-1 1 0,0-1 0,1-1 0,-1 1 0,1 0 0,0 0 0,0-1 0,-1 0 0,1 1 0,0-1 0,0 0 0,0 0 0,0-1 0,6 2 0,-6-2 0,-1 0 0,1-1 0,-1 1 0,1 0 0,-1-1 0,1 1 0,-1-1 0,1 0 0,-1 0 0,0 0 0,1 0 0,-1 0 0,0 0 0,0-1 0,0 1 0,0-1 0,0 0 0,0 1 0,0-1 0,0 0 0,-1 0 0,1 0 0,-1 0 0,1 0 0,-1-1 0,0 1 0,0 0 0,0-1 0,0 1 0,0-4 0,4-9 0,-2-1 0,0 1 0,2-29 0,-4 31 0,10-61-1365,-6 43-5461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6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 24575,'-1'10'0,"0"1"0,-1-1 0,-1 0 0,0 0 0,0 0 0,-6 13 0,4-10 0,0 0 0,1 0 0,-3 16 0,5-19 0,1 1 0,0-1 0,1 0 0,1 15 0,0-24 0,-1 0 0,0 0 0,0 1 0,0-1 0,1 0 0,-1 0 0,1 0 0,-1 1 0,1-1 0,-1 0 0,1 0 0,0 0 0,0 0 0,-1 0 0,1 0 0,0 0 0,0 0 0,2 1 0,-2-1 0,1-1 0,-1 0 0,1 0 0,-1 0 0,0 0 0,1 0 0,-1 0 0,1 0 0,-1 0 0,0 0 0,1 0 0,-1-1 0,1 1 0,-1-1 0,0 1 0,1-1 0,-1 0 0,0 1 0,0-1 0,0 0 0,3-1 0,1-3 0,0 1 0,0-1 0,0 0 0,-1-1 0,1 1 0,-1-1 0,0 1 0,-1-1 0,6-12 0,-6 10 0,1 0 0,1 1 0,-1 0 0,1 0 0,7-7 0,-12 13 0,1 1 0,-1 0 0,0 0 0,0-1 0,1 1 0,-1 0 0,0 0 0,0 0 0,1-1 0,-1 1 0,0 0 0,1 0 0,-1 0 0,0 0 0,1 0 0,-1 0 0,0 0 0,1 0 0,-1 0 0,0 0 0,1 0 0,-1 0 0,1 0 0,-1 0 0,0 0 0,1 0 0,-1 0 0,0 0 0,1 0 0,-1 0 0,0 0 0,1 1 0,-1-1 0,0 0 0,0 0 0,1 0 0,-1 1 0,0-1 0,0 0 0,1 0 0,-1 1 0,0-1 0,0 0 0,0 1 0,1-1 0,-1 0 0,0 1 0,0-1 0,0 0 0,0 1 0,0-1 0,0 0 0,0 1 0,1-1 0,-1 0 0,0 1 0,0-1 0,0 0 0,-1 1 0,1-1 0,4 30 0,-3-25 0,0 14-120,7 43 373,-8-58-378,1 0 0,0 1 0,0-1 0,1 0 1,-1-1-1,1 1 0,0 0 0,0 0 0,0-1 1,1 1-1,3 4 0,6 0-6701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6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21 24575,'-6'-1'0,"0"1"0,0-1 0,1 0 0,-1-1 0,-10-4 0,12 5 0,1-1 0,0 1 0,-1 0 0,0 0 0,1 0 0,-1 0 0,1 1 0,-1-1 0,0 1 0,0 0 0,1 0 0,-1 0 0,0 1 0,1-1 0,-1 1 0,1 0 0,-8 3 0,5 0 0,0 0 0,1 0 0,0 1 0,-1 0 0,1 0 0,1 1 0,-1-1 0,1 1 0,0 0 0,0 0 0,1 1 0,0-1 0,0 1 0,1 0 0,-1-1 0,-1 15 0,1-12 0,1 0 0,0 0 0,1 0 0,0 1 0,1-1 0,0 1 0,0-1 0,1 0 0,0 1 0,1-1 0,0 0 0,5 15 0,-4-20 0,-1-1 0,1 0 0,0 0 0,0-1 0,0 1 0,0 0 0,0-1 0,0 0 0,1 0 0,-1 0 0,1 0 0,0-1 0,-1 1 0,1-1 0,0 0 0,0 0 0,0 0 0,0-1 0,0 1 0,0-1 0,0 0 0,0 0 0,6-1 0,7 0 0,0-1 0,-1 0 0,1-1 0,21-7 0,-20 4 0,0-1 0,0-1 0,32-20 0,-44 24 0,0 0 0,0 0 0,0 0 0,-1-1 0,0 0 0,0 0 0,0 0 0,0-1 0,-1 0 0,0 0 0,0 0 0,-1 0 0,6-13 0,-9 19 0,1-1 0,-1 0 0,1 0 0,-1 0 0,0 0 0,1 0 0,-1 0 0,0 1 0,0-1 0,0 0 0,1 0 0,-1 0 0,0 0 0,0 0 0,0 0 0,-1 0 0,1 0 0,0 0 0,0 0 0,0 0 0,-1 0 0,1 0 0,0 1 0,-1-1 0,1 0 0,-1 0 0,1 0 0,-1 0 0,1 1 0,-1-1 0,0 0 0,1 1 0,-1-1 0,0 0 0,0 1 0,1-1 0,-1 1 0,0-1 0,0 1 0,-1-1 0,0 1 0,1 1 0,0-1 0,-1 0 0,1 1 0,0-1 0,0 1 0,-1 0 0,1-1 0,0 1 0,0 0 0,0 0 0,0 0 0,0 0 0,0 0 0,0 0 0,0 0 0,0 0 0,0 0 0,0 0 0,1 1 0,-1-1 0,1 0 0,-1 0 0,1 1 0,-1-1 0,1 0 0,-1 1 0,1-1 0,0 3 0,-1 2 0,0 1 0,0 0 0,1 0 0,0-1 0,0 1 0,1 0 0,-1 0 0,2-1 0,-1 1 0,1 0 0,3 8 0,-4-11 0,1-1 0,0 1 0,-1-1 0,1 1 0,1-1 0,-1 0 0,0 0 0,1 0 0,0 0 0,-1 0 0,1-1 0,0 1 0,1-1 0,-1 0 0,0 0 0,1 0 0,-1 0 0,1 0 0,-1-1 0,1 0 0,5 2 0,4-1 17,-1 0 0,1-1 1,0 0-1,0-1 0,0-1 0,21-2 0,-27 1-131,0 1 0,0-2-1,0 1 1,0-1 0,-1 1 0,1-2-1,-1 1 1,1-1 0,-1 0 0,0 0-1,-1-1 1,10-9 0,16-22-6712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8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3 425 24575,'0'457'0,"-2"-722"0,5-289 0,-3 549 0,0 1 0,1-1 0,-1 1 0,1-1 0,0 1 0,0-1 0,1 1 0,-1 0 0,1-1 0,2-3 0,-3 7 0,0 0 0,0 0 0,0 1 0,0-1 0,0 0 0,0 0 0,0 1 0,0-1 0,0 1 0,0-1 0,0 1 0,1-1 0,-1 1 0,0 0 0,0 0 0,1-1 0,-1 1 0,0 0 0,0 0 0,1 0 0,-1 0 0,0 1 0,0-1 0,1 0 0,-1 0 0,0 1 0,0-1 0,0 1 0,1-1 0,-1 1 0,0 0 0,0-1 0,0 1 0,0 0 0,0 0 0,0-1 0,1 3 0,12 8 0,0 0 0,-1 1 0,0 0 0,-1 1 0,-1 0 0,0 1 0,11 17 0,-15-19 0,0-1 0,-1 1 0,0 1 0,-1-1 0,-1 1 0,1 0 0,-2 0 0,0 0 0,-1 0 0,1 14 0,-2-24 0,-1-1 0,0 1 0,-1-1 0,1 0 0,0 1 0,0-1 0,-1 0 0,0 1 0,1-1 0,-1 0 0,0 0 0,0 1 0,0-1 0,0 0 0,-1 0 0,1 0 0,-1 0 0,1-1 0,-1 1 0,1 0 0,-1 0 0,0-1 0,0 1 0,0-1 0,-4 2 0,-2 1 0,-1-1 0,1-1 0,-1 0 0,0 0 0,-15 1 0,18-2 0,-1-1 0,0 1 0,0 1 0,1-1 0,-1 1 0,1 0 0,-1 1 0,-7 3 0,13-4 0,0-1 0,0 0 0,0 1 0,0-1 0,0 1 0,0-1 0,0 1 0,1-1 0,-1 1 0,1 0 0,-1-1 0,1 1 0,-1 0 0,1 0 0,0-1 0,0 1 0,0 0 0,0-1 0,0 1 0,0 0 0,1 0 0,-1-1 0,0 1 0,1 0 0,0-1 0,-1 1 0,1-1 0,0 1 0,0-1 0,0 1 0,0-1 0,1 2 0,38 54 0,-34-49 0,31 37 60,57 55 0,-76-82-308,2-2 1,0 0-1,1-1 1,0-1-1,40 18 1,-41-23-6579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8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54 193 24575,'3'0'0,"0"1"0,-1-1 0,1 0 0,0-1 0,0 1 0,-1 0 0,1-1 0,0 0 0,0 0 0,-1 1 0,1-2 0,-1 1 0,1 0 0,-1 0 0,1-1 0,-1 1 0,0-1 0,0 0 0,0 0 0,0 0 0,0 0 0,2-2 0,-1-2 0,-1 1 0,0 0 0,0-1 0,0 1 0,-1-1 0,0 0 0,0 1 0,0-1 0,-1 0 0,0-6 0,0 5 0,0-1 0,0 0 0,-1 1 0,0-1 0,0 1 0,-1 0 0,0-1 0,-4-7 0,6 13 0,-1 1 0,0-1 0,0 1 0,0-1 0,1 1 0,-2 0 0,1-1 0,0 1 0,0 0 0,0 0 0,0 0 0,-1 0 0,1 0 0,-1 0 0,1 0 0,0 0 0,-1 1 0,0-1 0,1 0 0,-1 1 0,1 0 0,-1-1 0,0 1 0,1 0 0,-1 0 0,0 0 0,1 0 0,-1 0 0,0 0 0,1 0 0,-1 0 0,0 1 0,1-1 0,-1 1 0,1-1 0,-1 1 0,1 0 0,-1-1 0,1 1 0,-1 0 0,1 0 0,0 0 0,-3 2 0,0 1 0,0-1 0,0 1 0,1 0 0,-1 0 0,1 0 0,0 0 0,0 1 0,0-1 0,0 1 0,1 0 0,0 0 0,0 0 0,0 0 0,1 0 0,0 0 0,0 0 0,-1 8 0,-1 14 0,2 0 0,2 31 0,-1-38 0,0-15 0,0 0 0,0 0 0,0 1 0,0-1 0,1 0 0,0 0 0,0 0 0,0 0 0,1 0 0,0 0 0,0-1 0,0 1 0,0 0 0,1-1 0,0 1 0,0-1 0,0 0 0,0 0 0,1 0 0,-1-1 0,1 1 0,0-1 0,0 0 0,0 0 0,1 0 0,-1 0 0,1-1 0,0 0 0,-1 0 0,1 0 0,0-1 0,0 1 0,0-1 0,0 0 0,0-1 0,1 1 0,4-1 0,-4 0 7,1 0 0,-1 0-1,0-1 1,0 1 0,0-1-1,0-1 1,0 1-1,0-1 1,0 0 0,0-1-1,-1 1 1,1-1 0,-1 0-1,0 0 1,0-1 0,0 0-1,6-5 1,-1-1-219,-1 0 0,0-1 0,-1 0-1,-1-1 1,1 1 0,9-22 0,-6 8-6614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19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24575,'-5'0'0,"0"4"0,0 6 0,0 12 0,2 12 0,1 8 0,1 4 0,1 8 0,0 10 0,0 10 0,0 10 0,1 7 0,-1-5 0,0-12 0,0-15 0,0-18-8191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20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66 24575,'-6'0'0,"0"0"0,0 0 0,0 0 0,0 1 0,1 0 0,-1 0 0,0 1 0,1 0 0,-1 0 0,1 0 0,-1 1 0,-5 3 0,8-3 0,-1 0 0,1 0 0,0 0 0,0 1 0,0-1 0,0 1 0,1 0 0,0 0 0,-1 0 0,1 0 0,1 0 0,-1 0 0,0 1 0,1-1 0,0 1 0,-1 5 0,0 1 0,1 1 0,0-1 0,0 1 0,1 0 0,0-1 0,4 23 0,-3-31 0,-1-1 0,1 0 0,-1 1 0,1-1 0,0 0 0,0 0 0,0 1 0,0-1 0,0 0 0,0 0 0,1 0 0,-1 0 0,1-1 0,-1 1 0,1 0 0,0-1 0,0 1 0,0-1 0,0 1 0,0-1 0,0 0 0,0 0 0,0 0 0,0 0 0,0 0 0,1 0 0,-1-1 0,0 1 0,1-1 0,-1 0 0,1 1 0,-1-1 0,0 0 0,1 0 0,-1-1 0,0 1 0,1 0 0,-1-1 0,0 0 0,3 0 0,9-4 0,-1 0 0,-1-1 0,1 0 0,-1 0 0,0-2 0,-1 1 0,0-2 0,0 1 0,0-1 0,-1-1 0,-1 0 0,9-12 0,-7 9 0,-1-1 0,0 0 0,-1-1 0,-1 1 0,0-2 0,-1 1 0,-1-1 0,-1 0 0,6-25 0,-8 25 0,-3 12 0,0 6 0,-4 43 0,4-35 0,0 0 0,1 0 0,1 1 0,-1-1 0,1 0 0,1 0 0,0-1 0,1 1 0,0-1 0,0 1 0,1-1 0,0 0 0,0-1 0,1 1 0,0-1 0,1 0 0,0 0 0,0-1 0,0 0 0,1-1 0,0 1 0,1-1 0,-1-1 0,1 0 0,0 0 0,19 7 0,50 13-1365,-56-21-5461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2:08:20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24575,'-1'0'0,"0"1"0,1-1 0,-1 0 0,0 1 0,0-1 0,0 1 0,0-1 0,1 1 0,-1-1 0,0 1 0,1-1 0,-1 1 0,0 0 0,1-1 0,-1 1 0,1 0 0,-1 0 0,1-1 0,-1 1 0,1 0 0,-1 0 0,1 0 0,0 0 0,-1-1 0,1 1 0,0 0 0,0 2 0,-5 30 0,5-28 0,-2 16 0,-1-3 0,2 0 0,0 0 0,0 0 0,2 0 0,0 0 0,7 31 0,-8-48 0,1 1 0,-1 0 0,1-1 0,0 1 0,-1-1 0,1 1 0,0 0 0,0-1 0,0 0 0,0 1 0,0-1 0,0 0 0,1 1 0,-1-1 0,0 0 0,1 0 0,-1 0 0,1 0 0,2 1 0,-3-2 0,1 0 0,-1 1 0,1-1 0,-1 0 0,0 0 0,1-1 0,-1 1 0,1 0 0,-1 0 0,1-1 0,-1 1 0,0-1 0,1 1 0,-1-1 0,0 0 0,0 1 0,1-1 0,1-1 0,2-3 0,0 0 0,0 0 0,0 0 0,-1 0 0,1-1 0,-1 0 0,6-12 0,5-1 0,-15 19 0,0 0 0,1 0 0,-1 0 0,0 0 0,1 0 0,-1 1 0,1-1 0,-1 0 0,0 0 0,0 0 0,1 1 0,-1-1 0,0 0 0,1 1 0,-1-1 0,0 0 0,0 1 0,0-1 0,1 0 0,-1 1 0,0-1 0,0 0 0,0 1 0,0-1 0,0 1 0,0-1 0,1 0 0,-1 1 0,0-1 0,0 1 0,0-1 0,-1 1 0,2 55 0,-1-47 0,-3 61 0,-4 0 0,-2-1 0,-3 0 0,-4-1 0,-2-1 0,-37 88 0,44-130 0,-1-1 0,-26 39 0,31-54 0,0 0 0,-1 0 0,0 0 0,0-1 0,-1 0 0,0 0 0,0-1 0,-17 10 0,22-16 6,1 1 0,0-1 0,-1 0-1,1 1 1,-1-1 0,1-1 0,-1 1 0,1-1-1,-1 1 1,0-1 0,1 0 0,-1 0-1,0-1 1,1 1 0,-1-1 0,1 1 0,-1-1-1,1 0 1,-5-3 0,1 1-191,0-1 0,0 0 0,1-1-1,-1 0 1,1 0 0,0 0 0,-8-10 0,-16-22-6641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01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C2DE7-CEC4-4B6E-A52D-058455C2E4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52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166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F27F-482D-8F27-6F72-BF110658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D3E200-CBA5-A7B6-1BCC-39BBE497C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44B122-95DD-A047-7FB0-3497C2D0F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A5192F-588B-352B-3A77-D4C230015B1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B1151C-9F42-A6DB-2DBA-EBA2A31464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1263B6-17EF-8A7B-3108-ED3DD1837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27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0DD6-0621-3966-C58D-C70C695A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CEC22A-A70D-2F58-209D-6D6254004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3F64D7-5DF1-1B79-311D-8CCF4B702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9E9177-0AF7-EE21-5E90-C00BD1ED44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D4F92-B59B-EE5D-D282-B4B6E6993E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FF549F-204E-AE24-BC75-D26959F26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706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A20E-24C9-E4BE-B226-377F1CC5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CB3646-F622-C31F-9478-F5F5EEFDE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DE0538-0061-42E8-C239-F0E8543B0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9C4B67-9102-909E-7230-D56C4A328E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D59D90-79A4-F4B5-75B4-22CA636646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19645E-9979-900C-670D-F9F334BC5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077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642D7-F344-6519-62D8-6093D225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FC5CC1-FDF4-9467-E6F4-E0423675E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31D21A-B4AF-9C49-F046-25807836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286DE-31DF-FF14-39FD-0802E2C5976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F6584-13A7-E3F1-B724-D41628E405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F03EA0-EEDB-6AE6-B5FB-49B3A83A0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091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8742-1755-3C64-72DD-B1DF67CC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BD80D6-81D7-7441-BDB6-591C42D24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D8F3D9-8848-A500-AFF2-1F972C33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D87E33-50DB-684B-55F3-8C72F279E5D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1D1E3C-A6EB-3DEA-ED69-870C97213A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F7A04-D62A-56D6-74B7-C124D82D7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535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EAD4-6D52-DD7C-1CAE-834FB757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AF3F3-DFD6-D1A0-A95D-4712CE892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6F188D-3561-940F-1C5C-9C8FCEF8E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3BF6B8-FE34-867A-90CD-59873906DF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C2C339-7D02-61CE-E829-0A03B099C3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48E98A-0F20-B150-C7BA-E656ADE1E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07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8839-CBDC-6A71-001D-A08069C5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7A2FF2-530B-FF89-DE96-B07EC44D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3C37519-1D14-609F-3D62-D9BEF9206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74A878-199A-37C4-27A4-281DC085CFD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FE0DF5-052F-6D5C-9A82-C0CC074416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96FED6-3B54-792F-AEC5-F614AFE54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50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C4A1-73CD-6D86-1D40-2AF40413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8340EC-4824-91A1-7587-43942A29D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BBDC86-8E6C-4E5B-F5BA-7084C4202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895CE5-FE64-62E5-6FA5-9A9E8BC1EF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A6778D-1202-D424-0CD2-E38B9F821F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D60E58-636F-BC4F-7FA9-8D96CEC88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5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B458-E04F-D26D-CDC9-A665C1B5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B48CDC-A884-EFDD-C9E7-02B843A10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935448-EED7-AFEF-D830-58422549A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6BFA7E-0B40-CF6E-0929-E6E46C7613C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EBE1FD-2B62-05FC-D6CE-6803976F32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DA729D-1ECB-F1D4-ECCB-956A0D91B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128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0A92-119F-AF18-6592-D8B93B65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6A908E-D899-3A15-A54A-FF661CA30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799DE11-4F98-DFCC-5657-2DCF48C49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9462BE-0647-7813-E7E9-D4C6A2A199D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3BBEBA-EEEA-6696-52FA-987BF837E8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8D843-6484-6F68-F73A-528FDDA4C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7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C97E-EE3A-BE66-0295-5ABD1A1B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94DC83-A1B3-7565-29DC-9AA9817CB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8465AC-6EA2-B1C3-2433-5C1AE5620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C6D1F0-CCAE-CE51-FCE8-6E9478F601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B976D-5D1F-E18D-8D49-F0B3CA7DDB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930041-D301-A7A9-3CBA-DCBD70774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843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2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C2DE7-CEC4-4B6E-A52D-058455C2E41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2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9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436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775" y="4112613"/>
            <a:ext cx="11016574" cy="792000"/>
          </a:xfrm>
        </p:spPr>
        <p:txBody>
          <a:bodyPr anchor="b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775" y="5192613"/>
            <a:ext cx="11016574" cy="864184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</a:t>
            </a:r>
          </a:p>
          <a:p>
            <a:r>
              <a:rPr lang="en-US"/>
              <a:t>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0" y="836613"/>
            <a:ext cx="12192000" cy="2880001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629775" y="3590613"/>
            <a:ext cx="2106000" cy="234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F1F146A-4D91-744D-C68E-D304E010A6D5}"/>
              </a:ext>
            </a:extLst>
          </p:cNvPr>
          <p:cNvSpPr/>
          <p:nvPr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3AE564-D8A4-F38B-4C3B-35F2456F33BD}"/>
              </a:ext>
            </a:extLst>
          </p:cNvPr>
          <p:cNvSpPr/>
          <p:nvPr userDrawn="1"/>
        </p:nvSpPr>
        <p:spPr>
          <a:xfrm>
            <a:off x="4440477" y="6457167"/>
            <a:ext cx="7272098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952B1B6F-E149-BD5D-9D2B-BA595168224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01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|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E48568-44D8-50E6-466E-547DF23D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7666" y="3357000"/>
            <a:ext cx="3484911" cy="1193387"/>
          </a:xfrm>
        </p:spPr>
        <p:txBody>
          <a:bodyPr anchor="t"/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B3C73EA-593C-22D6-FBA0-BA75DF7E8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27666" y="4879910"/>
            <a:ext cx="3484909" cy="583090"/>
          </a:xfrm>
        </p:spPr>
        <p:txBody>
          <a:bodyPr bIns="144000" anchor="b"/>
          <a:lstStyle>
            <a:lvl1pPr marL="0" indent="0" algn="l">
              <a:spcBef>
                <a:spcPts val="0"/>
              </a:spcBef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/ Month YYYY</a:t>
            </a:r>
          </a:p>
          <a:p>
            <a:r>
              <a:rPr lang="en-US"/>
              <a:t>Location / Channel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049E87-352A-6A4D-872A-38E661BA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8883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28419D-8FE8-7304-5834-21A35EE7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8883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929F9C-A534-7E25-A3D8-48191549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8883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13EB81D-D70D-3D96-48AD-DF7B947B5D1D}"/>
              </a:ext>
            </a:extLst>
          </p:cNvPr>
          <p:cNvSpPr/>
          <p:nvPr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EDF944B-DBF6-16A9-ACD1-78DB34F2C2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577"/>
            <a:ext cx="7751764" cy="6858000"/>
          </a:xfrm>
          <a:solidFill>
            <a:srgbClr val="E3E3E3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1CE1CC6-6F06-D7E5-DCD8-450A164DA97F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7633426" y="3357000"/>
            <a:ext cx="234000" cy="2106000"/>
          </a:xfrm>
          <a:solidFill>
            <a:srgbClr val="00893D"/>
          </a:solidFill>
        </p:spPr>
        <p:txBody>
          <a:bodyPr/>
          <a:lstStyle>
            <a:lvl1pPr>
              <a:defRPr sz="100">
                <a:solidFill>
                  <a:srgbClr val="00893D"/>
                </a:solidFill>
              </a:defRPr>
            </a:lvl1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A0C0D3-C7D1-47AD-DEA6-A0A5EED92C98}"/>
              </a:ext>
            </a:extLst>
          </p:cNvPr>
          <p:cNvSpPr/>
          <p:nvPr userDrawn="1"/>
        </p:nvSpPr>
        <p:spPr>
          <a:xfrm>
            <a:off x="7751763" y="6457167"/>
            <a:ext cx="3960811" cy="256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B8CDE0-1C55-A692-641F-226CB56DF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2526" y="6337101"/>
            <a:ext cx="1620000" cy="187524"/>
          </a:xfrm>
          <a:prstGeom prst="rect">
            <a:avLst/>
          </a:prstGeom>
        </p:spPr>
      </p:pic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6981DCB9-24B0-27F6-D959-DC9EF6AF73F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20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C9DAD4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799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90FAA563-D514-492E-CB17-0EBF5636BFC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50B44409-99CD-4263-E4A7-C3D7CE59BCCC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53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0" name="Number">
            <a:extLst>
              <a:ext uri="{FF2B5EF4-FFF2-40B4-BE49-F238E27FC236}">
                <a16:creationId xmlns:a16="http://schemas.microsoft.com/office/drawing/2014/main" id="{4D7E2CD3-2954-CD10-B150-9D1B569E91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0" y="1856660"/>
            <a:ext cx="12192000" cy="3934539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6196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>
            <a:solidFill>
              <a:srgbClr val="95B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42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 | Carbon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716EB2-9025-C60D-8D22-073E2FFBFD23}"/>
              </a:ext>
            </a:extLst>
          </p:cNvPr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baseline="0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94BFC9A3-C93C-90E9-D177-AA22DCFD0B7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3848993" y="6182049"/>
            <a:ext cx="8343007" cy="1666418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0000" b="1">
                <a:solidFill>
                  <a:srgbClr val="B0C9C0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defRPr>
            </a:lvl1pPr>
            <a:lvl2pPr algn="r">
              <a:defRPr sz="70000"/>
            </a:lvl2pPr>
            <a:lvl3pPr algn="r">
              <a:defRPr sz="70000"/>
            </a:lvl3pPr>
            <a:lvl4pPr algn="r">
              <a:defRPr sz="70000"/>
            </a:lvl4pPr>
            <a:lvl5pPr algn="r">
              <a:defRPr sz="70000"/>
            </a:lvl5pPr>
          </a:lstStyle>
          <a:p>
            <a:pPr lvl="0"/>
            <a:r>
              <a:rPr lang="de-DE"/>
              <a:t>#.#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23123F-7395-C3CA-E0AD-5051FCB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000" y="2787506"/>
            <a:ext cx="9629775" cy="1661993"/>
          </a:xfrm>
        </p:spPr>
        <p:txBody>
          <a:bodyPr/>
          <a:lstStyle>
            <a:lvl1pPr>
              <a:defRPr sz="5400">
                <a:solidFill>
                  <a:schemeClr val="dk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39537-1D30-AEF7-E049-F4A9E5A2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88713F-EE77-7EEF-7417-3D2FC4EC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C74595-52D4-CB11-2083-2D23393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5A09FEA6-3028-1D22-BBFA-F13C4ED124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7800" y="1447800"/>
            <a:ext cx="5220000" cy="1242938"/>
          </a:xfrm>
        </p:spPr>
        <p:txBody>
          <a:bodyPr wrap="none" anchor="b"/>
          <a:lstStyle>
            <a:lvl1pPr>
              <a:defRPr sz="2400" b="1" cap="none" baseline="0">
                <a:solidFill>
                  <a:srgbClr val="A8A8A8"/>
                </a:solidFill>
              </a:defRPr>
            </a:lvl1pPr>
          </a:lstStyle>
          <a:p>
            <a:pPr lvl="0"/>
            <a:r>
              <a:rPr lang="de-DE"/>
              <a:t>Topic # (optional)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90B497D3-40E6-112D-73AC-9B2A4FF2BBDF}"/>
              </a:ext>
            </a:extLst>
          </p:cNvPr>
          <p:cNvCxnSpPr>
            <a:cxnSpLocks/>
          </p:cNvCxnSpPr>
          <p:nvPr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607342D-0C7B-8520-0879-637463872D8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2590800"/>
            <a:ext cx="1295400" cy="0"/>
          </a:xfrm>
          <a:prstGeom prst="line">
            <a:avLst/>
          </a:prstGeom>
          <a:ln w="19050" cap="flat" cmpd="sng" algn="ctr">
            <a:solidFill>
              <a:srgbClr val="95B7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87CE385E-BE30-6D63-24AB-F7CD8088B82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6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C3346A-DE07-7BFF-EEC9-FFA259A0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6A55F-21D9-168D-92F2-91A935A4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63661-E5FB-09ED-FE17-C777F76D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3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Headlin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8A2D4D-3EBD-ACEB-DE33-22542A0B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82BEC0-E5EA-63F2-DBE4-6BC4FA9C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311B00-3E3E-6CE6-0822-36154CC6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56E01-27D2-C56C-4B02-3C76BD3B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68382814-9A79-F736-ADBE-7FE811FDAD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20336019-F854-364F-9FAC-6BBFF9F1C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01933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1123315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F73C92D8-6448-1167-A8D1-296E072412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20260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7439" y="1340580"/>
            <a:ext cx="5545138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A858F8A0-E7D7-C182-EC89-229FFDC209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409832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3" pos="3795">
          <p15:clr>
            <a:srgbClr val="FBAE40"/>
          </p15:clr>
        </p15:guide>
        <p15:guide id="4" pos="3885">
          <p15:clr>
            <a:srgbClr val="FBAE40"/>
          </p15:clr>
        </p15:guide>
        <p15:guide id="5" orient="horz" pos="3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 left">
            <a:extLst>
              <a:ext uri="{FF2B5EF4-FFF2-40B4-BE49-F238E27FC236}">
                <a16:creationId xmlns:a16="http://schemas.microsoft.com/office/drawing/2014/main" id="{CE7E2B4F-24AA-8198-5CCB-D00C6A6FA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middle">
            <a:extLst>
              <a:ext uri="{FF2B5EF4-FFF2-40B4-BE49-F238E27FC236}">
                <a16:creationId xmlns:a16="http://schemas.microsoft.com/office/drawing/2014/main" id="{84C85A17-75E6-CB78-AEB7-60BB1331E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2149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Content right">
            <a:extLst>
              <a:ext uri="{FF2B5EF4-FFF2-40B4-BE49-F238E27FC236}">
                <a16:creationId xmlns:a16="http://schemas.microsoft.com/office/drawing/2014/main" id="{48BA25C7-75CC-8521-D13E-9BBA4353A6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4922" y="1340580"/>
            <a:ext cx="3647662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9974B16A-1B20-17BB-F707-6B707E326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178827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5" pos="4989">
          <p15:clr>
            <a:srgbClr val="FBAE40"/>
          </p15:clr>
        </p15:guide>
        <p15:guide id="6" pos="5081">
          <p15:clr>
            <a:srgbClr val="FBAE40"/>
          </p15:clr>
        </p15:guide>
        <p15:guide id="7" pos="2690">
          <p15:clr>
            <a:srgbClr val="FBAE40"/>
          </p15:clr>
        </p15:guide>
        <p15:guide id="8" pos="2600">
          <p15:clr>
            <a:srgbClr val="FBAE40"/>
          </p15:clr>
        </p15:guide>
        <p15:guide id="9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2" name="Content 1">
            <a:extLst>
              <a:ext uri="{FF2B5EF4-FFF2-40B4-BE49-F238E27FC236}">
                <a16:creationId xmlns:a16="http://schemas.microsoft.com/office/drawing/2014/main" id="{37BE4B4D-CFDD-B8D1-ADCC-0FBE108A0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Content 2">
            <a:extLst>
              <a:ext uri="{FF2B5EF4-FFF2-40B4-BE49-F238E27FC236}">
                <a16:creationId xmlns:a16="http://schemas.microsoft.com/office/drawing/2014/main" id="{6866A2D6-5143-DA06-4EB1-AC3BEA04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3778" y="1340580"/>
            <a:ext cx="2700000" cy="48248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Content 3">
            <a:extLst>
              <a:ext uri="{FF2B5EF4-FFF2-40B4-BE49-F238E27FC236}">
                <a16:creationId xmlns:a16="http://schemas.microsoft.com/office/drawing/2014/main" id="{29054455-AD76-A317-FC31-A41B80ECF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81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4">
            <a:extLst>
              <a:ext uri="{FF2B5EF4-FFF2-40B4-BE49-F238E27FC236}">
                <a16:creationId xmlns:a16="http://schemas.microsoft.com/office/drawing/2014/main" id="{AE0F360B-178D-DF84-269E-46B3D56DDD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12585" y="1340580"/>
            <a:ext cx="2700000" cy="48248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6" name="footnote">
            <a:extLst>
              <a:ext uri="{FF2B5EF4-FFF2-40B4-BE49-F238E27FC236}">
                <a16:creationId xmlns:a16="http://schemas.microsoft.com/office/drawing/2014/main" id="{E671ABC2-6291-11C7-0DA9-7DCEA8FB2C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22735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2003">
          <p15:clr>
            <a:srgbClr val="FBAE40"/>
          </p15:clr>
        </p15:guide>
        <p15:guide id="3" pos="2091">
          <p15:clr>
            <a:srgbClr val="FBAE40"/>
          </p15:clr>
        </p15:guide>
        <p15:guide id="4" pos="3795">
          <p15:clr>
            <a:srgbClr val="FBAE40"/>
          </p15:clr>
        </p15:guide>
        <p15:guide id="5" pos="3885">
          <p15:clr>
            <a:srgbClr val="FBAE40"/>
          </p15:clr>
        </p15:guide>
        <p15:guide id="6" pos="5586">
          <p15:clr>
            <a:srgbClr val="FBAE40"/>
          </p15:clr>
        </p15:guide>
        <p15:guide id="7" pos="567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Aspects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92A341-AE59-7317-A60B-4FE47E5C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A3494C0-7E36-FAB6-E218-DAF4BB14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5" y="1340580"/>
            <a:ext cx="7848600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96FCF-A197-698E-1118-3E15F5D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FE71-560B-093C-2FB0-B95024DD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D1182C-8D76-C30C-69B3-7CBA4DBC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7" name="MIO_CONVERT_SLIDES_SUBTITLE">
            <a:extLst>
              <a:ext uri="{FF2B5EF4-FFF2-40B4-BE49-F238E27FC236}">
                <a16:creationId xmlns:a16="http://schemas.microsoft.com/office/drawing/2014/main" id="{7B9A43E5-A6DF-A714-B73D-13508E8D4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8158F510-4543-6AE7-9404-7270C56BAD6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erline">
            <a:extLst>
              <a:ext uri="{FF2B5EF4-FFF2-40B4-BE49-F238E27FC236}">
                <a16:creationId xmlns:a16="http://schemas.microsoft.com/office/drawing/2014/main" id="{54A57B10-0806-EE10-8CEC-EF03A91416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6400" y="1340724"/>
            <a:ext cx="2806170" cy="337447"/>
          </a:xfrm>
        </p:spPr>
        <p:txBody>
          <a:bodyPr/>
          <a:lstStyle>
            <a:lvl1pPr>
              <a:lnSpc>
                <a:spcPct val="100000"/>
              </a:lnSpc>
              <a:defRPr sz="1400" b="1"/>
            </a:lvl1pPr>
          </a:lstStyle>
          <a:p>
            <a:pPr lvl="0"/>
            <a:r>
              <a:rPr lang="de-DE" err="1"/>
              <a:t>Overline</a:t>
            </a:r>
            <a:r>
              <a:rPr lang="de-DE"/>
              <a:t> (Teaser </a:t>
            </a:r>
            <a:r>
              <a:rPr lang="de-DE" err="1"/>
              <a:t>text</a:t>
            </a:r>
            <a:r>
              <a:rPr lang="de-DE"/>
              <a:t>), </a:t>
            </a:r>
            <a:r>
              <a:rPr lang="de-DE" err="1"/>
              <a:t>bold</a:t>
            </a:r>
            <a:r>
              <a:rPr lang="de-DE"/>
              <a:t>.</a:t>
            </a:r>
          </a:p>
        </p:txBody>
      </p:sp>
      <p:sp>
        <p:nvSpPr>
          <p:cNvPr id="12" name="Content right">
            <a:extLst>
              <a:ext uri="{FF2B5EF4-FFF2-40B4-BE49-F238E27FC236}">
                <a16:creationId xmlns:a16="http://schemas.microsoft.com/office/drawing/2014/main" id="{0B93BF9A-33F5-4981-4957-85243F8EA1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06400" y="1678172"/>
            <a:ext cx="2808001" cy="34338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otnote">
            <a:extLst>
              <a:ext uri="{FF2B5EF4-FFF2-40B4-BE49-F238E27FC236}">
                <a16:creationId xmlns:a16="http://schemas.microsoft.com/office/drawing/2014/main" id="{A8105C7A-86DA-6E7B-6A18-59E74532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7848549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92BBBE9-7519-56FD-E90A-9D8E1D525B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06401" y="5573509"/>
            <a:ext cx="2808001" cy="591071"/>
          </a:xfrm>
          <a:solidFill>
            <a:srgbClr val="619685"/>
          </a:solidFill>
        </p:spPr>
        <p:txBody>
          <a:bodyPr lIns="144000" tIns="72000" rIns="144000" bIns="90000" anchor="b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</a:t>
            </a:r>
            <a:br>
              <a:rPr lang="de-DE"/>
            </a:br>
            <a:r>
              <a:rPr lang="de-DE"/>
              <a:t>bearbeiten</a:t>
            </a:r>
          </a:p>
        </p:txBody>
      </p: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A6043DE1-C47C-B3B2-9747-BEE9A45183C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>
            <a:off x="8618533" y="1340579"/>
            <a:ext cx="0" cy="4824001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77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C8A6BB-D48F-D011-12B9-1E74E47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E9A5-F45D-B3F9-6B6D-B1836B0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34B6C-5ED6-2A6D-D9F6-283BB3B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F559D9-4ECA-D578-8A99-D207A88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C5ACA44A-1380-E897-F955-D4697381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12C9B869-1223-B7DD-64CA-71F7DD3A7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375" y="1339200"/>
            <a:ext cx="5040569" cy="4824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Content right">
            <a:extLst>
              <a:ext uri="{FF2B5EF4-FFF2-40B4-BE49-F238E27FC236}">
                <a16:creationId xmlns:a16="http://schemas.microsoft.com/office/drawing/2014/main" id="{02B7A186-8034-ED64-E1E4-6562647A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15" y="1339200"/>
            <a:ext cx="5040569" cy="4824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BD46E923-F552-A039-9B3D-1A367BD52B2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 bwMode="gray">
          <a:xfrm>
            <a:off x="6096000" y="4363201"/>
            <a:ext cx="0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0">
            <a:extLst>
              <a:ext uri="{FF2B5EF4-FFF2-40B4-BE49-F238E27FC236}">
                <a16:creationId xmlns:a16="http://schemas.microsoft.com/office/drawing/2014/main" id="{6E1A39C5-D360-C3A7-4AD3-DE450DD786C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 bwMode="gray">
          <a:xfrm flipH="1">
            <a:off x="6095999" y="1340579"/>
            <a:ext cx="1" cy="1800000"/>
          </a:xfrm>
          <a:prstGeom prst="line">
            <a:avLst/>
          </a:prstGeom>
          <a:ln w="6350">
            <a:solidFill>
              <a:srgbClr val="87878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0A6D7AC7-847E-754F-B822-A76E53E8BA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0429" y="3457345"/>
            <a:ext cx="360000" cy="589091"/>
          </a:xfrm>
          <a:prstGeom prst="rect">
            <a:avLst/>
          </a:prstGeom>
        </p:spPr>
      </p:pic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AEC7CFA-3752-3263-EC58-30A15FB38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4" y="6166800"/>
            <a:ext cx="11232000" cy="25034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>
                <a:solidFill>
                  <a:srgbClr val="878787"/>
                </a:solidFill>
              </a:defRPr>
            </a:lvl1pPr>
          </a:lstStyle>
          <a:p>
            <a:pPr lvl="0"/>
            <a:r>
              <a:rPr lang="en-US"/>
              <a:t>¹ Insert footnotes for additional information here | ² Insert footnotes for additional information here | ³ Insert footnotes for additional information here | …</a:t>
            </a:r>
          </a:p>
        </p:txBody>
      </p:sp>
    </p:spTree>
    <p:extLst>
      <p:ext uri="{BB962C8B-B14F-4D97-AF65-F5344CB8AC3E}">
        <p14:creationId xmlns:p14="http://schemas.microsoft.com/office/powerpoint/2010/main" val="36013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DB293A-0A29-0326-DCB5-BD8AB9CE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D3C7FE-9588-2A3E-AFC5-00D93785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2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410E3D-A999-0083-C1B8-7501BBF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2"/>
            <a:ext cx="7056248" cy="123111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71C80C-009B-0AB0-BC0E-AE0937B3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2"/>
            <a:ext cx="360001" cy="123111"/>
          </a:xfrm>
        </p:spPr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MIO_CONVERT_SLIDES_SUBTITLE">
            <a:extLst>
              <a:ext uri="{FF2B5EF4-FFF2-40B4-BE49-F238E27FC236}">
                <a16:creationId xmlns:a16="http://schemas.microsoft.com/office/drawing/2014/main" id="{2159DC9A-A010-CFE0-9F91-1B18DB5773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A13BA07-06F1-C75E-B12F-D9ABCC4E79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40580"/>
            <a:ext cx="12192000" cy="5517420"/>
          </a:xfrm>
          <a:solidFill>
            <a:srgbClr val="E3E3E3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4332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F3D5A2-16D7-D2DB-C464-1CF731F1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8AB93A-6F01-B612-509A-25F546BB0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2EECA7-F994-4474-F5A9-67D2838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0B770A-895B-70DE-FDEC-714E84A8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MIO_CONVERT_SLIDES_SUBTITLE">
            <a:extLst>
              <a:ext uri="{FF2B5EF4-FFF2-40B4-BE49-F238E27FC236}">
                <a16:creationId xmlns:a16="http://schemas.microsoft.com/office/drawing/2014/main" id="{FBCF9CDF-8FA3-A63B-FA90-CB1F281910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375" y="476024"/>
            <a:ext cx="8928625" cy="115416"/>
          </a:xfrm>
        </p:spPr>
        <p:txBody>
          <a:bodyPr/>
          <a:lstStyle>
            <a:lvl1pPr>
              <a:defRPr sz="800" cap="all" spc="300" baseline="0">
                <a:solidFill>
                  <a:srgbClr val="878787"/>
                </a:solidFill>
              </a:defRPr>
            </a:lvl1pPr>
          </a:lstStyle>
          <a:p>
            <a:r>
              <a:rPr lang="en-US"/>
              <a:t>Topline usually Topic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85B3299-FE9F-8E3B-FC17-C1EB090D3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51764" y="1628772"/>
            <a:ext cx="3960821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4BE864C4-DE8B-777A-1A0D-CFC3C6A58C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5888" y="2228851"/>
            <a:ext cx="6119875" cy="18466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37864"/>
                </a:solidFill>
              </a:defRPr>
            </a:lvl1pPr>
          </a:lstStyle>
          <a:p>
            <a:pPr lvl="0"/>
            <a:r>
              <a:rPr lang="en-US"/>
              <a:t>“Quote. The text can be in any secondary color </a:t>
            </a:r>
            <a:br>
              <a:rPr lang="en-US"/>
            </a:br>
            <a:r>
              <a:rPr lang="en-US"/>
              <a:t>of 60-100% shading.”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2457AD6-FC75-AC51-81F6-9F00027FEAFB}"/>
              </a:ext>
            </a:extLst>
          </p:cNvPr>
          <p:cNvCxnSpPr>
            <a:cxnSpLocks/>
          </p:cNvCxnSpPr>
          <p:nvPr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Name">
            <a:extLst>
              <a:ext uri="{FF2B5EF4-FFF2-40B4-BE49-F238E27FC236}">
                <a16:creationId xmlns:a16="http://schemas.microsoft.com/office/drawing/2014/main" id="{9DF927A2-8E33-9704-D203-297E80F8A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3173" y="4385554"/>
            <a:ext cx="4892590" cy="246221"/>
          </a:xfrm>
        </p:spPr>
        <p:txBody>
          <a:bodyPr/>
          <a:lstStyle>
            <a:lvl1pPr>
              <a:defRPr sz="1600">
                <a:solidFill>
                  <a:srgbClr val="646464"/>
                </a:solidFill>
              </a:defRPr>
            </a:lvl1pPr>
          </a:lstStyle>
          <a:p>
            <a:pPr lvl="0"/>
            <a:r>
              <a:rPr lang="de-DE"/>
              <a:t>Name – Additional Info </a:t>
            </a:r>
            <a:r>
              <a:rPr lang="de-DE" err="1"/>
              <a:t>about</a:t>
            </a:r>
            <a:r>
              <a:rPr lang="de-DE"/>
              <a:t> </a:t>
            </a:r>
            <a:r>
              <a:rPr lang="de-DE" err="1"/>
              <a:t>author</a:t>
            </a:r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8C38F21-301C-1C7B-C83E-93CE7B8EDD6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055888" y="4549146"/>
            <a:ext cx="1080000" cy="0"/>
          </a:xfrm>
          <a:prstGeom prst="line">
            <a:avLst/>
          </a:prstGeom>
          <a:ln w="6350">
            <a:solidFill>
              <a:srgbClr val="646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73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&amp;A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7CAFE7-EBEF-EBE0-CCF5-ED8631B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115435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C11E8-DE5B-473E-693E-EC4BF91E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115435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CEB6AF-5005-160E-A119-CF142C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115435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FC50409-51B2-E654-EF34-5C2BB778DF8F}"/>
              </a:ext>
            </a:extLst>
          </p:cNvPr>
          <p:cNvGrpSpPr/>
          <p:nvPr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2AEE0FF-C8B2-9A15-27E7-F6E92CDB1149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AAEB60D-66B3-3C71-2473-EA2D2F91A4EB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91663BC-3829-501A-0B21-B1B4B2F36740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0A0AEE-315A-216A-B824-50760DDD18D0}"/>
              </a:ext>
            </a:extLst>
          </p:cNvPr>
          <p:cNvGrpSpPr/>
          <p:nvPr userDrawn="1"/>
        </p:nvGrpSpPr>
        <p:grpSpPr>
          <a:xfrm>
            <a:off x="2819646" y="2171374"/>
            <a:ext cx="6552709" cy="2515253"/>
            <a:chOff x="2819645" y="2138586"/>
            <a:chExt cx="6552709" cy="2515253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3519E45B-C904-4AB9-DC97-CF094459E785}"/>
                </a:ext>
              </a:extLst>
            </p:cNvPr>
            <p:cNvSpPr/>
            <p:nvPr/>
          </p:nvSpPr>
          <p:spPr>
            <a:xfrm>
              <a:off x="2819645" y="2138586"/>
              <a:ext cx="2004688" cy="2515253"/>
            </a:xfrm>
            <a:custGeom>
              <a:avLst/>
              <a:gdLst>
                <a:gd name="connsiteX0" fmla="*/ 1948483 w 2004688"/>
                <a:gd name="connsiteY0" fmla="*/ 1032800 h 2515253"/>
                <a:gd name="connsiteX1" fmla="*/ 1847780 w 2004688"/>
                <a:gd name="connsiteY1" fmla="*/ 1585500 h 2515253"/>
                <a:gd name="connsiteX2" fmla="*/ 1515226 w 2004688"/>
                <a:gd name="connsiteY2" fmla="*/ 1950844 h 2515253"/>
                <a:gd name="connsiteX3" fmla="*/ 2004689 w 2004688"/>
                <a:gd name="connsiteY3" fmla="*/ 2515253 h 2515253"/>
                <a:gd name="connsiteX4" fmla="*/ 1330214 w 2004688"/>
                <a:gd name="connsiteY4" fmla="*/ 2515253 h 2515253"/>
                <a:gd name="connsiteX5" fmla="*/ 992977 w 2004688"/>
                <a:gd name="connsiteY5" fmla="*/ 2065599 h 2515253"/>
                <a:gd name="connsiteX6" fmla="*/ 974241 w 2004688"/>
                <a:gd name="connsiteY6" fmla="*/ 2065599 h 2515253"/>
                <a:gd name="connsiteX7" fmla="*/ 421547 w 2004688"/>
                <a:gd name="connsiteY7" fmla="*/ 1936792 h 2515253"/>
                <a:gd name="connsiteX8" fmla="*/ 103045 w 2004688"/>
                <a:gd name="connsiteY8" fmla="*/ 1573790 h 2515253"/>
                <a:gd name="connsiteX9" fmla="*/ 0 w 2004688"/>
                <a:gd name="connsiteY9" fmla="*/ 1028116 h 2515253"/>
                <a:gd name="connsiteX10" fmla="*/ 103045 w 2004688"/>
                <a:gd name="connsiteY10" fmla="*/ 484783 h 2515253"/>
                <a:gd name="connsiteX11" fmla="*/ 423889 w 2004688"/>
                <a:gd name="connsiteY11" fmla="*/ 126465 h 2515253"/>
                <a:gd name="connsiteX12" fmla="*/ 976583 w 2004688"/>
                <a:gd name="connsiteY12" fmla="*/ 0 h 2515253"/>
                <a:gd name="connsiteX13" fmla="*/ 1533962 w 2004688"/>
                <a:gd name="connsiteY13" fmla="*/ 128807 h 2515253"/>
                <a:gd name="connsiteX14" fmla="*/ 1847780 w 2004688"/>
                <a:gd name="connsiteY14" fmla="*/ 489467 h 2515253"/>
                <a:gd name="connsiteX15" fmla="*/ 1948483 w 2004688"/>
                <a:gd name="connsiteY15" fmla="*/ 1032800 h 2515253"/>
                <a:gd name="connsiteX16" fmla="*/ 569088 w 2004688"/>
                <a:gd name="connsiteY16" fmla="*/ 1032800 h 2515253"/>
                <a:gd name="connsiteX17" fmla="*/ 662765 w 2004688"/>
                <a:gd name="connsiteY17" fmla="*/ 1459034 h 2515253"/>
                <a:gd name="connsiteX18" fmla="*/ 974241 w 2004688"/>
                <a:gd name="connsiteY18" fmla="*/ 1613603 h 2515253"/>
                <a:gd name="connsiteX19" fmla="*/ 1288059 w 2004688"/>
                <a:gd name="connsiteY19" fmla="*/ 1459034 h 2515253"/>
                <a:gd name="connsiteX20" fmla="*/ 1377053 w 2004688"/>
                <a:gd name="connsiteY20" fmla="*/ 1032800 h 2515253"/>
                <a:gd name="connsiteX21" fmla="*/ 1288059 w 2004688"/>
                <a:gd name="connsiteY21" fmla="*/ 601881 h 2515253"/>
                <a:gd name="connsiteX22" fmla="*/ 976583 w 2004688"/>
                <a:gd name="connsiteY22" fmla="*/ 444970 h 2515253"/>
                <a:gd name="connsiteX23" fmla="*/ 662765 w 2004688"/>
                <a:gd name="connsiteY23" fmla="*/ 601881 h 2515253"/>
                <a:gd name="connsiteX24" fmla="*/ 569088 w 2004688"/>
                <a:gd name="connsiteY24" fmla="*/ 1032800 h 25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4688" h="2515253">
                  <a:moveTo>
                    <a:pt x="1948483" y="1032800"/>
                  </a:moveTo>
                  <a:cubicBezTo>
                    <a:pt x="1948483" y="1243575"/>
                    <a:pt x="1915695" y="1426247"/>
                    <a:pt x="1847780" y="1585500"/>
                  </a:cubicBezTo>
                  <a:cubicBezTo>
                    <a:pt x="1779864" y="1744752"/>
                    <a:pt x="1669793" y="1866533"/>
                    <a:pt x="1515226" y="1950844"/>
                  </a:cubicBezTo>
                  <a:lnTo>
                    <a:pt x="2004689" y="2515253"/>
                  </a:lnTo>
                  <a:lnTo>
                    <a:pt x="1330214" y="2515253"/>
                  </a:lnTo>
                  <a:lnTo>
                    <a:pt x="992977" y="2065599"/>
                  </a:lnTo>
                  <a:lnTo>
                    <a:pt x="974241" y="2065599"/>
                  </a:lnTo>
                  <a:cubicBezTo>
                    <a:pt x="749416" y="2065599"/>
                    <a:pt x="564404" y="2023444"/>
                    <a:pt x="421547" y="1936792"/>
                  </a:cubicBezTo>
                  <a:cubicBezTo>
                    <a:pt x="276347" y="1850140"/>
                    <a:pt x="170961" y="1730700"/>
                    <a:pt x="103045" y="1573790"/>
                  </a:cubicBezTo>
                  <a:cubicBezTo>
                    <a:pt x="35129" y="1419221"/>
                    <a:pt x="0" y="1236549"/>
                    <a:pt x="0" y="1028116"/>
                  </a:cubicBezTo>
                  <a:cubicBezTo>
                    <a:pt x="0" y="819682"/>
                    <a:pt x="35129" y="639352"/>
                    <a:pt x="103045" y="484783"/>
                  </a:cubicBezTo>
                  <a:cubicBezTo>
                    <a:pt x="173303" y="330215"/>
                    <a:pt x="278689" y="210775"/>
                    <a:pt x="423889" y="126465"/>
                  </a:cubicBezTo>
                  <a:cubicBezTo>
                    <a:pt x="569088" y="42155"/>
                    <a:pt x="751758" y="0"/>
                    <a:pt x="976583" y="0"/>
                  </a:cubicBezTo>
                  <a:cubicBezTo>
                    <a:pt x="1201408" y="0"/>
                    <a:pt x="1391104" y="42155"/>
                    <a:pt x="1533962" y="128807"/>
                  </a:cubicBezTo>
                  <a:cubicBezTo>
                    <a:pt x="1676819" y="213117"/>
                    <a:pt x="1782206" y="334899"/>
                    <a:pt x="1847780" y="489467"/>
                  </a:cubicBezTo>
                  <a:cubicBezTo>
                    <a:pt x="1913354" y="644036"/>
                    <a:pt x="1948483" y="824366"/>
                    <a:pt x="1948483" y="1032800"/>
                  </a:cubicBezTo>
                  <a:close/>
                  <a:moveTo>
                    <a:pt x="569088" y="1032800"/>
                  </a:moveTo>
                  <a:cubicBezTo>
                    <a:pt x="569088" y="1215472"/>
                    <a:pt x="599533" y="1355989"/>
                    <a:pt x="662765" y="1459034"/>
                  </a:cubicBezTo>
                  <a:cubicBezTo>
                    <a:pt x="725997" y="1562080"/>
                    <a:pt x="829042" y="1613603"/>
                    <a:pt x="974241" y="1613603"/>
                  </a:cubicBezTo>
                  <a:cubicBezTo>
                    <a:pt x="1119441" y="1613603"/>
                    <a:pt x="1229511" y="1562080"/>
                    <a:pt x="1288059" y="1459034"/>
                  </a:cubicBezTo>
                  <a:cubicBezTo>
                    <a:pt x="1348949" y="1355989"/>
                    <a:pt x="1377053" y="1213130"/>
                    <a:pt x="1377053" y="1032800"/>
                  </a:cubicBezTo>
                  <a:cubicBezTo>
                    <a:pt x="1377053" y="852470"/>
                    <a:pt x="1346608" y="707269"/>
                    <a:pt x="1288059" y="601881"/>
                  </a:cubicBezTo>
                  <a:cubicBezTo>
                    <a:pt x="1227169" y="496493"/>
                    <a:pt x="1124125" y="444970"/>
                    <a:pt x="976583" y="444970"/>
                  </a:cubicBezTo>
                  <a:cubicBezTo>
                    <a:pt x="829042" y="444970"/>
                    <a:pt x="723655" y="496493"/>
                    <a:pt x="662765" y="601881"/>
                  </a:cubicBezTo>
                  <a:cubicBezTo>
                    <a:pt x="601875" y="707269"/>
                    <a:pt x="569088" y="850128"/>
                    <a:pt x="569088" y="103280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F604F882-1278-F975-67CD-BCEB7853A553}"/>
                </a:ext>
              </a:extLst>
            </p:cNvPr>
            <p:cNvSpPr/>
            <p:nvPr/>
          </p:nvSpPr>
          <p:spPr>
            <a:xfrm>
              <a:off x="5014030" y="2145611"/>
              <a:ext cx="2161597" cy="2060915"/>
            </a:xfrm>
            <a:custGeom>
              <a:avLst/>
              <a:gdLst>
                <a:gd name="connsiteX0" fmla="*/ 833726 w 2161597"/>
                <a:gd name="connsiteY0" fmla="*/ 0 h 2060915"/>
                <a:gd name="connsiteX1" fmla="*/ 1281034 w 2161597"/>
                <a:gd name="connsiteY1" fmla="*/ 126465 h 2060915"/>
                <a:gd name="connsiteX2" fmla="*/ 1444968 w 2161597"/>
                <a:gd name="connsiteY2" fmla="*/ 477758 h 2060915"/>
                <a:gd name="connsiteX3" fmla="*/ 1344266 w 2161597"/>
                <a:gd name="connsiteY3" fmla="*/ 777527 h 2060915"/>
                <a:gd name="connsiteX4" fmla="*/ 1081970 w 2161597"/>
                <a:gd name="connsiteY4" fmla="*/ 1002354 h 2060915"/>
                <a:gd name="connsiteX5" fmla="*/ 1353633 w 2161597"/>
                <a:gd name="connsiteY5" fmla="*/ 1259969 h 2060915"/>
                <a:gd name="connsiteX6" fmla="*/ 1496491 w 2161597"/>
                <a:gd name="connsiteY6" fmla="*/ 903992 h 2060915"/>
                <a:gd name="connsiteX7" fmla="*/ 2053869 w 2161597"/>
                <a:gd name="connsiteY7" fmla="*/ 903992 h 2060915"/>
                <a:gd name="connsiteX8" fmla="*/ 1918037 w 2161597"/>
                <a:gd name="connsiteY8" fmla="*/ 1297440 h 2060915"/>
                <a:gd name="connsiteX9" fmla="*/ 1723658 w 2161597"/>
                <a:gd name="connsiteY9" fmla="*/ 1608919 h 2060915"/>
                <a:gd name="connsiteX10" fmla="*/ 2161598 w 2161597"/>
                <a:gd name="connsiteY10" fmla="*/ 2030470 h 2060915"/>
                <a:gd name="connsiteX11" fmla="*/ 1468388 w 2161597"/>
                <a:gd name="connsiteY11" fmla="*/ 2030470 h 2060915"/>
                <a:gd name="connsiteX12" fmla="*/ 1332556 w 2161597"/>
                <a:gd name="connsiteY12" fmla="*/ 1889953 h 2060915"/>
                <a:gd name="connsiteX13" fmla="*/ 1182673 w 2161597"/>
                <a:gd name="connsiteY13" fmla="*/ 1976605 h 2060915"/>
                <a:gd name="connsiteX14" fmla="*/ 1002344 w 2161597"/>
                <a:gd name="connsiteY14" fmla="*/ 2037496 h 2060915"/>
                <a:gd name="connsiteX15" fmla="*/ 728339 w 2161597"/>
                <a:gd name="connsiteY15" fmla="*/ 2060915 h 2060915"/>
                <a:gd name="connsiteX16" fmla="*/ 332554 w 2161597"/>
                <a:gd name="connsiteY16" fmla="*/ 1981289 h 2060915"/>
                <a:gd name="connsiteX17" fmla="*/ 84309 w 2161597"/>
                <a:gd name="connsiteY17" fmla="*/ 1768172 h 2060915"/>
                <a:gd name="connsiteX18" fmla="*/ 0 w 2161597"/>
                <a:gd name="connsiteY18" fmla="*/ 1475428 h 2060915"/>
                <a:gd name="connsiteX19" fmla="*/ 96019 w 2161597"/>
                <a:gd name="connsiteY19" fmla="*/ 1156923 h 2060915"/>
                <a:gd name="connsiteX20" fmla="*/ 372366 w 2161597"/>
                <a:gd name="connsiteY20" fmla="*/ 925070 h 2060915"/>
                <a:gd name="connsiteX21" fmla="*/ 241218 w 2161597"/>
                <a:gd name="connsiteY21" fmla="*/ 718978 h 2060915"/>
                <a:gd name="connsiteX22" fmla="*/ 194380 w 2161597"/>
                <a:gd name="connsiteY22" fmla="*/ 477758 h 2060915"/>
                <a:gd name="connsiteX23" fmla="*/ 355973 w 2161597"/>
                <a:gd name="connsiteY23" fmla="*/ 135833 h 2060915"/>
                <a:gd name="connsiteX24" fmla="*/ 833726 w 2161597"/>
                <a:gd name="connsiteY24" fmla="*/ 0 h 2060915"/>
                <a:gd name="connsiteX25" fmla="*/ 669791 w 2161597"/>
                <a:gd name="connsiteY25" fmla="*/ 1220156 h 2060915"/>
                <a:gd name="connsiteX26" fmla="*/ 583140 w 2161597"/>
                <a:gd name="connsiteY26" fmla="*/ 1318517 h 2060915"/>
                <a:gd name="connsiteX27" fmla="*/ 557378 w 2161597"/>
                <a:gd name="connsiteY27" fmla="*/ 1435615 h 2060915"/>
                <a:gd name="connsiteX28" fmla="*/ 618269 w 2161597"/>
                <a:gd name="connsiteY28" fmla="*/ 1578474 h 2060915"/>
                <a:gd name="connsiteX29" fmla="*/ 782203 w 2161597"/>
                <a:gd name="connsiteY29" fmla="*/ 1632339 h 2060915"/>
                <a:gd name="connsiteX30" fmla="*/ 920377 w 2161597"/>
                <a:gd name="connsiteY30" fmla="*/ 1611261 h 2060915"/>
                <a:gd name="connsiteX31" fmla="*/ 1009370 w 2161597"/>
                <a:gd name="connsiteY31" fmla="*/ 1564422 h 2060915"/>
                <a:gd name="connsiteX32" fmla="*/ 669791 w 2161597"/>
                <a:gd name="connsiteY32" fmla="*/ 1217814 h 2060915"/>
                <a:gd name="connsiteX33" fmla="*/ 824358 w 2161597"/>
                <a:gd name="connsiteY33" fmla="*/ 351292 h 2060915"/>
                <a:gd name="connsiteX34" fmla="*/ 723655 w 2161597"/>
                <a:gd name="connsiteY34" fmla="*/ 384080 h 2060915"/>
                <a:gd name="connsiteX35" fmla="*/ 679159 w 2161597"/>
                <a:gd name="connsiteY35" fmla="*/ 494151 h 2060915"/>
                <a:gd name="connsiteX36" fmla="*/ 716629 w 2161597"/>
                <a:gd name="connsiteY36" fmla="*/ 608907 h 2060915"/>
                <a:gd name="connsiteX37" fmla="*/ 800939 w 2161597"/>
                <a:gd name="connsiteY37" fmla="*/ 707269 h 2060915"/>
                <a:gd name="connsiteX38" fmla="*/ 920377 w 2161597"/>
                <a:gd name="connsiteY38" fmla="*/ 599539 h 2060915"/>
                <a:gd name="connsiteX39" fmla="*/ 960190 w 2161597"/>
                <a:gd name="connsiteY39" fmla="*/ 475416 h 2060915"/>
                <a:gd name="connsiteX40" fmla="*/ 920377 w 2161597"/>
                <a:gd name="connsiteY40" fmla="*/ 379396 h 2060915"/>
                <a:gd name="connsiteX41" fmla="*/ 822016 w 2161597"/>
                <a:gd name="connsiteY41" fmla="*/ 348950 h 206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161597" h="2060915">
                  <a:moveTo>
                    <a:pt x="833726" y="0"/>
                  </a:moveTo>
                  <a:cubicBezTo>
                    <a:pt x="1023422" y="0"/>
                    <a:pt x="1173305" y="42155"/>
                    <a:pt x="1281034" y="126465"/>
                  </a:cubicBezTo>
                  <a:cubicBezTo>
                    <a:pt x="1391104" y="210775"/>
                    <a:pt x="1444968" y="327873"/>
                    <a:pt x="1444968" y="477758"/>
                  </a:cubicBezTo>
                  <a:cubicBezTo>
                    <a:pt x="1444968" y="594855"/>
                    <a:pt x="1412181" y="693217"/>
                    <a:pt x="1344266" y="777527"/>
                  </a:cubicBezTo>
                  <a:cubicBezTo>
                    <a:pt x="1276350" y="861837"/>
                    <a:pt x="1189698" y="936780"/>
                    <a:pt x="1081970" y="1002354"/>
                  </a:cubicBezTo>
                  <a:lnTo>
                    <a:pt x="1353633" y="1259969"/>
                  </a:lnTo>
                  <a:cubicBezTo>
                    <a:pt x="1421549" y="1156923"/>
                    <a:pt x="1468388" y="1037483"/>
                    <a:pt x="1496491" y="903992"/>
                  </a:cubicBezTo>
                  <a:lnTo>
                    <a:pt x="2053869" y="903992"/>
                  </a:lnTo>
                  <a:cubicBezTo>
                    <a:pt x="2023424" y="1039825"/>
                    <a:pt x="1978928" y="1170975"/>
                    <a:pt x="1918037" y="1297440"/>
                  </a:cubicBezTo>
                  <a:cubicBezTo>
                    <a:pt x="1857147" y="1423905"/>
                    <a:pt x="1793916" y="1526951"/>
                    <a:pt x="1723658" y="1608919"/>
                  </a:cubicBezTo>
                  <a:lnTo>
                    <a:pt x="2161598" y="2030470"/>
                  </a:lnTo>
                  <a:lnTo>
                    <a:pt x="1468388" y="2030470"/>
                  </a:lnTo>
                  <a:lnTo>
                    <a:pt x="1332556" y="1889953"/>
                  </a:lnTo>
                  <a:cubicBezTo>
                    <a:pt x="1281034" y="1922740"/>
                    <a:pt x="1231853" y="1950844"/>
                    <a:pt x="1182673" y="1976605"/>
                  </a:cubicBezTo>
                  <a:cubicBezTo>
                    <a:pt x="1133492" y="2002366"/>
                    <a:pt x="1072602" y="2021102"/>
                    <a:pt x="1002344" y="2037496"/>
                  </a:cubicBezTo>
                  <a:cubicBezTo>
                    <a:pt x="932087" y="2051547"/>
                    <a:pt x="840752" y="2060915"/>
                    <a:pt x="728339" y="2060915"/>
                  </a:cubicBezTo>
                  <a:cubicBezTo>
                    <a:pt x="573772" y="2060915"/>
                    <a:pt x="440282" y="2035154"/>
                    <a:pt x="332554" y="1981289"/>
                  </a:cubicBezTo>
                  <a:cubicBezTo>
                    <a:pt x="224825" y="1927424"/>
                    <a:pt x="140515" y="1857166"/>
                    <a:pt x="84309" y="1768172"/>
                  </a:cubicBezTo>
                  <a:cubicBezTo>
                    <a:pt x="28103" y="1679178"/>
                    <a:pt x="0" y="1580816"/>
                    <a:pt x="0" y="1475428"/>
                  </a:cubicBezTo>
                  <a:cubicBezTo>
                    <a:pt x="0" y="1355989"/>
                    <a:pt x="32787" y="1248259"/>
                    <a:pt x="96019" y="1156923"/>
                  </a:cubicBezTo>
                  <a:cubicBezTo>
                    <a:pt x="161593" y="1063245"/>
                    <a:pt x="252928" y="985961"/>
                    <a:pt x="372366" y="925070"/>
                  </a:cubicBezTo>
                  <a:cubicBezTo>
                    <a:pt x="316160" y="859495"/>
                    <a:pt x="271663" y="791579"/>
                    <a:pt x="241218" y="718978"/>
                  </a:cubicBezTo>
                  <a:cubicBezTo>
                    <a:pt x="208432" y="648720"/>
                    <a:pt x="194380" y="566752"/>
                    <a:pt x="194380" y="477758"/>
                  </a:cubicBezTo>
                  <a:cubicBezTo>
                    <a:pt x="194380" y="339583"/>
                    <a:pt x="248244" y="224827"/>
                    <a:pt x="355973" y="135833"/>
                  </a:cubicBezTo>
                  <a:cubicBezTo>
                    <a:pt x="466043" y="46839"/>
                    <a:pt x="625294" y="0"/>
                    <a:pt x="833726" y="0"/>
                  </a:cubicBezTo>
                  <a:close/>
                  <a:moveTo>
                    <a:pt x="669791" y="1220156"/>
                  </a:moveTo>
                  <a:cubicBezTo>
                    <a:pt x="629978" y="1250601"/>
                    <a:pt x="601875" y="1283388"/>
                    <a:pt x="583140" y="1318517"/>
                  </a:cubicBezTo>
                  <a:cubicBezTo>
                    <a:pt x="564404" y="1353647"/>
                    <a:pt x="557378" y="1393460"/>
                    <a:pt x="557378" y="1435615"/>
                  </a:cubicBezTo>
                  <a:cubicBezTo>
                    <a:pt x="557378" y="1494164"/>
                    <a:pt x="578456" y="1541003"/>
                    <a:pt x="618269" y="1578474"/>
                  </a:cubicBezTo>
                  <a:cubicBezTo>
                    <a:pt x="660423" y="1615945"/>
                    <a:pt x="714288" y="1632339"/>
                    <a:pt x="782203" y="1632339"/>
                  </a:cubicBezTo>
                  <a:cubicBezTo>
                    <a:pt x="833726" y="1632339"/>
                    <a:pt x="880564" y="1625313"/>
                    <a:pt x="920377" y="1611261"/>
                  </a:cubicBezTo>
                  <a:cubicBezTo>
                    <a:pt x="960190" y="1597209"/>
                    <a:pt x="990635" y="1580816"/>
                    <a:pt x="1009370" y="1564422"/>
                  </a:cubicBezTo>
                  <a:lnTo>
                    <a:pt x="669791" y="1217814"/>
                  </a:lnTo>
                  <a:close/>
                  <a:moveTo>
                    <a:pt x="824358" y="351292"/>
                  </a:moveTo>
                  <a:cubicBezTo>
                    <a:pt x="786887" y="351292"/>
                    <a:pt x="754100" y="363002"/>
                    <a:pt x="723655" y="384080"/>
                  </a:cubicBezTo>
                  <a:cubicBezTo>
                    <a:pt x="695552" y="407499"/>
                    <a:pt x="679159" y="442628"/>
                    <a:pt x="679159" y="494151"/>
                  </a:cubicBezTo>
                  <a:cubicBezTo>
                    <a:pt x="679159" y="536306"/>
                    <a:pt x="690868" y="573778"/>
                    <a:pt x="716629" y="608907"/>
                  </a:cubicBezTo>
                  <a:cubicBezTo>
                    <a:pt x="740049" y="644036"/>
                    <a:pt x="768152" y="676823"/>
                    <a:pt x="800939" y="707269"/>
                  </a:cubicBezTo>
                  <a:cubicBezTo>
                    <a:pt x="852461" y="676823"/>
                    <a:pt x="892274" y="641694"/>
                    <a:pt x="920377" y="599539"/>
                  </a:cubicBezTo>
                  <a:cubicBezTo>
                    <a:pt x="948480" y="557384"/>
                    <a:pt x="960190" y="517571"/>
                    <a:pt x="960190" y="475416"/>
                  </a:cubicBezTo>
                  <a:cubicBezTo>
                    <a:pt x="960190" y="430919"/>
                    <a:pt x="946138" y="398131"/>
                    <a:pt x="920377" y="379396"/>
                  </a:cubicBezTo>
                  <a:cubicBezTo>
                    <a:pt x="894616" y="360660"/>
                    <a:pt x="861829" y="348950"/>
                    <a:pt x="822016" y="348950"/>
                  </a:cubicBez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692A519-84F0-1F9C-3659-7D9BD49BF223}"/>
                </a:ext>
              </a:extLst>
            </p:cNvPr>
            <p:cNvSpPr/>
            <p:nvPr/>
          </p:nvSpPr>
          <p:spPr>
            <a:xfrm>
              <a:off x="7334879" y="2164347"/>
              <a:ext cx="2037475" cy="2014076"/>
            </a:xfrm>
            <a:custGeom>
              <a:avLst/>
              <a:gdLst>
                <a:gd name="connsiteX0" fmla="*/ 1444968 w 2037475"/>
                <a:gd name="connsiteY0" fmla="*/ 2014076 h 2014076"/>
                <a:gd name="connsiteX1" fmla="*/ 1346608 w 2037475"/>
                <a:gd name="connsiteY1" fmla="*/ 1637023 h 2014076"/>
                <a:gd name="connsiteX2" fmla="*/ 695552 w 2037475"/>
                <a:gd name="connsiteY2" fmla="*/ 1637023 h 2014076"/>
                <a:gd name="connsiteX3" fmla="*/ 594849 w 2037475"/>
                <a:gd name="connsiteY3" fmla="*/ 2014076 h 2014076"/>
                <a:gd name="connsiteX4" fmla="*/ 0 w 2037475"/>
                <a:gd name="connsiteY4" fmla="*/ 2014076 h 2014076"/>
                <a:gd name="connsiteX5" fmla="*/ 653397 w 2037475"/>
                <a:gd name="connsiteY5" fmla="*/ 0 h 2014076"/>
                <a:gd name="connsiteX6" fmla="*/ 1374710 w 2037475"/>
                <a:gd name="connsiteY6" fmla="*/ 0 h 2014076"/>
                <a:gd name="connsiteX7" fmla="*/ 2037475 w 2037475"/>
                <a:gd name="connsiteY7" fmla="*/ 2014076 h 2014076"/>
                <a:gd name="connsiteX8" fmla="*/ 1444968 w 2037475"/>
                <a:gd name="connsiteY8" fmla="*/ 2014076 h 2014076"/>
                <a:gd name="connsiteX9" fmla="*/ 1147544 w 2037475"/>
                <a:gd name="connsiteY9" fmla="*/ 864179 h 2014076"/>
                <a:gd name="connsiteX10" fmla="*/ 1107731 w 2037475"/>
                <a:gd name="connsiteY10" fmla="*/ 711953 h 2014076"/>
                <a:gd name="connsiteX11" fmla="*/ 1056208 w 2037475"/>
                <a:gd name="connsiteY11" fmla="*/ 505861 h 2014076"/>
                <a:gd name="connsiteX12" fmla="*/ 1016396 w 2037475"/>
                <a:gd name="connsiteY12" fmla="*/ 332557 h 2014076"/>
                <a:gd name="connsiteX13" fmla="*/ 981267 w 2037475"/>
                <a:gd name="connsiteY13" fmla="*/ 501177 h 2014076"/>
                <a:gd name="connsiteX14" fmla="*/ 934428 w 2037475"/>
                <a:gd name="connsiteY14" fmla="*/ 700243 h 2014076"/>
                <a:gd name="connsiteX15" fmla="*/ 894616 w 2037475"/>
                <a:gd name="connsiteY15" fmla="*/ 866521 h 2014076"/>
                <a:gd name="connsiteX16" fmla="*/ 807964 w 2037475"/>
                <a:gd name="connsiteY16" fmla="*/ 1194394 h 2014076"/>
                <a:gd name="connsiteX17" fmla="*/ 1234195 w 2037475"/>
                <a:gd name="connsiteY17" fmla="*/ 1194394 h 2014076"/>
                <a:gd name="connsiteX18" fmla="*/ 1147544 w 2037475"/>
                <a:gd name="connsiteY18" fmla="*/ 866521 h 201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7475" h="2014076">
                  <a:moveTo>
                    <a:pt x="1444968" y="2014076"/>
                  </a:moveTo>
                  <a:lnTo>
                    <a:pt x="1346608" y="1637023"/>
                  </a:lnTo>
                  <a:lnTo>
                    <a:pt x="695552" y="1637023"/>
                  </a:lnTo>
                  <a:lnTo>
                    <a:pt x="594849" y="2014076"/>
                  </a:lnTo>
                  <a:lnTo>
                    <a:pt x="0" y="2014076"/>
                  </a:lnTo>
                  <a:lnTo>
                    <a:pt x="653397" y="0"/>
                  </a:lnTo>
                  <a:lnTo>
                    <a:pt x="1374710" y="0"/>
                  </a:lnTo>
                  <a:lnTo>
                    <a:pt x="2037475" y="2014076"/>
                  </a:lnTo>
                  <a:lnTo>
                    <a:pt x="1444968" y="2014076"/>
                  </a:lnTo>
                  <a:close/>
                  <a:moveTo>
                    <a:pt x="1147544" y="864179"/>
                  </a:moveTo>
                  <a:cubicBezTo>
                    <a:pt x="1138176" y="829050"/>
                    <a:pt x="1124124" y="777527"/>
                    <a:pt x="1107731" y="711953"/>
                  </a:cubicBezTo>
                  <a:cubicBezTo>
                    <a:pt x="1091338" y="646378"/>
                    <a:pt x="1074944" y="576119"/>
                    <a:pt x="1056208" y="505861"/>
                  </a:cubicBezTo>
                  <a:cubicBezTo>
                    <a:pt x="1039815" y="435603"/>
                    <a:pt x="1025763" y="377054"/>
                    <a:pt x="1016396" y="332557"/>
                  </a:cubicBezTo>
                  <a:cubicBezTo>
                    <a:pt x="1009370" y="377054"/>
                    <a:pt x="997660" y="433261"/>
                    <a:pt x="981267" y="501177"/>
                  </a:cubicBezTo>
                  <a:cubicBezTo>
                    <a:pt x="964873" y="569094"/>
                    <a:pt x="948480" y="634668"/>
                    <a:pt x="934428" y="700243"/>
                  </a:cubicBezTo>
                  <a:cubicBezTo>
                    <a:pt x="918035" y="765817"/>
                    <a:pt x="903983" y="822024"/>
                    <a:pt x="894616" y="866521"/>
                  </a:cubicBezTo>
                  <a:lnTo>
                    <a:pt x="807964" y="1194394"/>
                  </a:lnTo>
                  <a:lnTo>
                    <a:pt x="1234195" y="1194394"/>
                  </a:lnTo>
                  <a:lnTo>
                    <a:pt x="1147544" y="866521"/>
                  </a:lnTo>
                  <a:close/>
                </a:path>
              </a:pathLst>
            </a:custGeom>
            <a:solidFill>
              <a:srgbClr val="2378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MIO_AGENDA_LAST_SLIDE" hidden="1">
            <a:extLst>
              <a:ext uri="{FF2B5EF4-FFF2-40B4-BE49-F238E27FC236}">
                <a16:creationId xmlns:a16="http://schemas.microsoft.com/office/drawing/2014/main" id="{6FDF728C-D777-2B69-2880-133B2D8E168E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MIO_AGENDA_IGNORE_CHAPTER_REFERENCE" hidden="1">
            <a:extLst>
              <a:ext uri="{FF2B5EF4-FFF2-40B4-BE49-F238E27FC236}">
                <a16:creationId xmlns:a16="http://schemas.microsoft.com/office/drawing/2014/main" id="{CBA219C9-0994-659C-3599-F2F4ADF0D79E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2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916385-4702-E442-A501-646E3816D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626213"/>
            <a:ext cx="1500411" cy="415498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Contact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B268D-1F0C-59E9-B43E-88D29D8D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B30387-DC76-FEE3-2A9D-DD2F0996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66663D-FBFC-D342-8EA5-183080C7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Contact">
            <a:extLst>
              <a:ext uri="{FF2B5EF4-FFF2-40B4-BE49-F238E27FC236}">
                <a16:creationId xmlns:a16="http://schemas.microsoft.com/office/drawing/2014/main" id="{B5A16EF1-CDF0-7254-D322-F06EFDDD4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2184400"/>
            <a:ext cx="2519363" cy="37095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1372BCE-998D-66B4-7E47-F578C22B81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2289" y="1628772"/>
            <a:ext cx="7380296" cy="4679951"/>
          </a:xfrm>
          <a:solidFill>
            <a:srgbClr val="E3E3E3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ADD762F8-E25A-0D3C-7DCC-B491A8AD66C6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MIO_AGENDA_IGNORE_CHAPTER_REFERENCE" hidden="1">
            <a:extLst>
              <a:ext uri="{FF2B5EF4-FFF2-40B4-BE49-F238E27FC236}">
                <a16:creationId xmlns:a16="http://schemas.microsoft.com/office/drawing/2014/main" id="{54ADC98D-7E74-AD51-72A4-2A3B23358A39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74B9C5-C9DE-EEE9-71B2-87A3F870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363E01-C46E-D150-29D1-15D6E0F7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EFE1E6-6569-B1B5-E529-67D5FD0C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" name="Backup">
            <a:extLst>
              <a:ext uri="{FF2B5EF4-FFF2-40B4-BE49-F238E27FC236}">
                <a16:creationId xmlns:a16="http://schemas.microsoft.com/office/drawing/2014/main" id="{590171D9-AF30-B251-0ADF-2F2A33A9BF73}"/>
              </a:ext>
            </a:extLst>
          </p:cNvPr>
          <p:cNvSpPr txBox="1">
            <a:spLocks/>
          </p:cNvSpPr>
          <p:nvPr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2F1F0947-2317-D217-BAD8-AB43A8719C52}"/>
              </a:ext>
            </a:extLst>
          </p:cNvPr>
          <p:cNvSpPr/>
          <p:nvPr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7" name="Backup">
            <a:extLst>
              <a:ext uri="{FF2B5EF4-FFF2-40B4-BE49-F238E27FC236}">
                <a16:creationId xmlns:a16="http://schemas.microsoft.com/office/drawing/2014/main" id="{231D9800-3821-4F44-452E-947DB158823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017264" y="6195498"/>
            <a:ext cx="8343007" cy="116980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>
              <a:lnSpc>
                <a:spcPts val="7000"/>
              </a:lnSpc>
            </a:pPr>
            <a:r>
              <a:rPr lang="en-US" sz="15000" cap="all">
                <a:solidFill>
                  <a:srgbClr val="C9DAD4"/>
                </a:solidFill>
                <a:latin typeface="Noto Sans Black" panose="020B0A02040504020204" pitchFamily="34" charset="0"/>
              </a:rPr>
              <a:t>Backup</a:t>
            </a:r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A37BB2FA-B08C-2DC3-DFE0-7F300B36CA86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mated Logo +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IO_AGENDA_LAST_SLIDE" hidden="1">
            <a:extLst>
              <a:ext uri="{FF2B5EF4-FFF2-40B4-BE49-F238E27FC236}">
                <a16:creationId xmlns:a16="http://schemas.microsoft.com/office/drawing/2014/main" id="{1AA4D300-56CC-7A5E-594A-25AE78B27C66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F1C6BF7A-6069-1F4B-FD10-D8894C16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409D7BE9-666D-0345-2CB9-216DCBC4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816AAEC7-0DAD-E2BD-FA26-5DCF8624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E84A75D0-FC40-3E59-5EEE-88005EB74DC2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  <p:pic>
        <p:nvPicPr>
          <p:cNvPr id="10" name="Claim" descr="Ein Bild, das Blume enthält.&#10;&#10;Automatisch generierte Beschreibung">
            <a:extLst>
              <a:ext uri="{FF2B5EF4-FFF2-40B4-BE49-F238E27FC236}">
                <a16:creationId xmlns:a16="http://schemas.microsoft.com/office/drawing/2014/main" id="{386D5743-7822-1C00-FB2A-6A0998B23E7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56" b="39456"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grpSp>
        <p:nvGrpSpPr>
          <p:cNvPr id="13" name="Logo">
            <a:extLst>
              <a:ext uri="{FF2B5EF4-FFF2-40B4-BE49-F238E27FC236}">
                <a16:creationId xmlns:a16="http://schemas.microsoft.com/office/drawing/2014/main" id="{FF2E3CDE-84AA-15A8-F8A2-814DC4C10836}"/>
              </a:ext>
            </a:extLst>
          </p:cNvPr>
          <p:cNvGrpSpPr/>
          <p:nvPr userDrawn="1"/>
        </p:nvGrpSpPr>
        <p:grpSpPr>
          <a:xfrm>
            <a:off x="2255520" y="2715900"/>
            <a:ext cx="7680960" cy="1426200"/>
            <a:chOff x="2255520" y="2715900"/>
            <a:chExt cx="7680960" cy="1426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1EB3B-0A2C-B4A6-F3E2-7C0F7C7DE32C}"/>
                </a:ext>
              </a:extLst>
            </p:cNvPr>
            <p:cNvSpPr/>
            <p:nvPr userDrawn="1"/>
          </p:nvSpPr>
          <p:spPr>
            <a:xfrm>
              <a:off x="2255520" y="2715900"/>
              <a:ext cx="7680960" cy="142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72000" rIns="54000" bIns="72000"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de-DE" sz="1200">
                <a:solidFill>
                  <a:schemeClr val="tx1"/>
                </a:solidFill>
              </a:endParaRPr>
            </a:p>
          </p:txBody>
        </p:sp>
        <p:pic>
          <p:nvPicPr>
            <p:cNvPr id="11" name="Grafik 1">
              <a:extLst>
                <a:ext uri="{FF2B5EF4-FFF2-40B4-BE49-F238E27FC236}">
                  <a16:creationId xmlns:a16="http://schemas.microsoft.com/office/drawing/2014/main" id="{8FA64D0A-35F3-4081-7986-3A0D2A3CC2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109" y="3044152"/>
              <a:ext cx="6887783" cy="769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D34AA96-2B1B-4223-F2EF-36F4F64AB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239" y="3044151"/>
            <a:ext cx="6887783" cy="769697"/>
          </a:xfrm>
          <a:prstGeom prst="rect">
            <a:avLst/>
          </a:prstGeom>
        </p:spPr>
      </p:pic>
      <p:sp>
        <p:nvSpPr>
          <p:cNvPr id="5" name="MIO_AGENDA_LAST_SLIDE" hidden="1">
            <a:extLst>
              <a:ext uri="{FF2B5EF4-FFF2-40B4-BE49-F238E27FC236}">
                <a16:creationId xmlns:a16="http://schemas.microsoft.com/office/drawing/2014/main" id="{ED1003C1-50ED-25C2-C909-0E9D9DBD7814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245FC8B-C213-3E39-B87B-F0F4B91B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B52DB5-E630-2241-67AA-2C0DCDF0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A028F50-4B27-255F-7875-FA9CFD68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MIO_AGENDA_IGNORE_CHAPTER_REFERENCE" hidden="1">
            <a:extLst>
              <a:ext uri="{FF2B5EF4-FFF2-40B4-BE49-F238E27FC236}">
                <a16:creationId xmlns:a16="http://schemas.microsoft.com/office/drawing/2014/main" id="{CF0BC07D-C38C-3B04-A816-435D42AC5BB0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91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Blume enthält.&#10;&#10;Automatisch generierte Beschreibung">
            <a:extLst>
              <a:ext uri="{FF2B5EF4-FFF2-40B4-BE49-F238E27FC236}">
                <a16:creationId xmlns:a16="http://schemas.microsoft.com/office/drawing/2014/main" id="{422B50DF-9CE6-8EE7-8665-2088A9FD0F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4351" y="2881360"/>
            <a:ext cx="8503298" cy="1267720"/>
          </a:xfrm>
          <a:prstGeom prst="rect">
            <a:avLst/>
          </a:prstGeom>
        </p:spPr>
      </p:pic>
      <p:sp>
        <p:nvSpPr>
          <p:cNvPr id="4" name="MIO_AGENDA_LAST_SLIDE" hidden="1">
            <a:extLst>
              <a:ext uri="{FF2B5EF4-FFF2-40B4-BE49-F238E27FC236}">
                <a16:creationId xmlns:a16="http://schemas.microsoft.com/office/drawing/2014/main" id="{4DAD5D0A-FE19-B140-3A77-ECABE5A3FFEF}"/>
              </a:ext>
            </a:extLst>
          </p:cNvPr>
          <p:cNvSpPr/>
          <p:nvPr userDrawn="1"/>
        </p:nvSpPr>
        <p:spPr>
          <a:xfrm>
            <a:off x="11087100" y="228600"/>
            <a:ext cx="733425" cy="73342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4A9C6-C3B9-461E-D738-B28EAF4B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July 2024</a:t>
            </a:r>
            <a:endParaRPr lang="en-US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BA48D1D-A205-BF7E-C6FA-21F32106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102A822C-15A1-56E7-1817-1E7C7D79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MIO_AGENDA_IGNORE_CHAPTER_REFERENCE" hidden="1">
            <a:extLst>
              <a:ext uri="{FF2B5EF4-FFF2-40B4-BE49-F238E27FC236}">
                <a16:creationId xmlns:a16="http://schemas.microsoft.com/office/drawing/2014/main" id="{58F5DB44-9F15-9CCF-974D-6B21428DD25B}"/>
              </a:ext>
            </a:extLst>
          </p:cNvPr>
          <p:cNvSpPr/>
          <p:nvPr userDrawn="1"/>
        </p:nvSpPr>
        <p:spPr>
          <a:xfrm>
            <a:off x="10722634" y="491706"/>
            <a:ext cx="776377" cy="66423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de-DE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C279C114-3B31-27C4-0D6B-EE174D17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22" y="7033793"/>
            <a:ext cx="625478" cy="123111"/>
          </a:xfrm>
        </p:spPr>
        <p:txBody>
          <a:bodyPr/>
          <a:lstStyle/>
          <a:p>
            <a:r>
              <a:rPr lang="de-DE"/>
              <a:t>June 2024</a:t>
            </a:r>
            <a:endParaRPr lang="en-US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E2AA3BB6-E8F6-259D-03DE-F599D500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9424" y="7033793"/>
            <a:ext cx="7056248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1FD9E84-4AB5-68D6-419C-DF216CD7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3" y="7033793"/>
            <a:ext cx="360001" cy="123111"/>
          </a:xfrm>
        </p:spPr>
        <p:txBody>
          <a:bodyPr/>
          <a:lstStyle/>
          <a:p>
            <a:fld id="{42C4E3B7-B340-4E97-8B0E-D9BA764217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6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tags" Target="../tags/tag4.xml"/><Relationship Id="rId39" Type="http://schemas.openxmlformats.org/officeDocument/2006/relationships/image" Target="../media/image3.svg"/><Relationship Id="rId21" Type="http://schemas.openxmlformats.org/officeDocument/2006/relationships/slideLayout" Target="../slideLayouts/slideLayout25.xml"/><Relationship Id="rId34" Type="http://schemas.openxmlformats.org/officeDocument/2006/relationships/tags" Target="../tags/tag12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ags" Target="../tags/tag3.xml"/><Relationship Id="rId33" Type="http://schemas.openxmlformats.org/officeDocument/2006/relationships/tags" Target="../tags/tag11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29" Type="http://schemas.openxmlformats.org/officeDocument/2006/relationships/tags" Target="../tags/tag7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tags" Target="../tags/tag2.xml"/><Relationship Id="rId32" Type="http://schemas.openxmlformats.org/officeDocument/2006/relationships/tags" Target="../tags/tag10.xml"/><Relationship Id="rId37" Type="http://schemas.openxmlformats.org/officeDocument/2006/relationships/tags" Target="../tags/tag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theme" Target="../theme/theme2.xml"/><Relationship Id="rId28" Type="http://schemas.openxmlformats.org/officeDocument/2006/relationships/tags" Target="../tags/tag6.xml"/><Relationship Id="rId36" Type="http://schemas.openxmlformats.org/officeDocument/2006/relationships/tags" Target="../tags/tag14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tags" Target="../tags/tag9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tags" Target="../tags/tag5.xml"/><Relationship Id="rId30" Type="http://schemas.openxmlformats.org/officeDocument/2006/relationships/tags" Target="../tags/tag8.xml"/><Relationship Id="rId35" Type="http://schemas.openxmlformats.org/officeDocument/2006/relationships/tags" Target="../tags/tag13.xml"/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AE0247-C7CF-1DCE-F08B-E24A4A92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5" y="720000"/>
            <a:ext cx="8928625" cy="2462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SG" err="1"/>
              <a:t>Mastertitelformat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F63E6158-CFC5-8C45-CBE1-542BF5B9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5" y="1340580"/>
            <a:ext cx="11233150" cy="4824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SG" err="1"/>
              <a:t>Mastertextformat</a:t>
            </a:r>
            <a:r>
              <a:rPr lang="en-US" altLang="zh-SG"/>
              <a:t> </a:t>
            </a:r>
            <a:r>
              <a:rPr lang="en-US" altLang="zh-SG" err="1"/>
              <a:t>bearbeiten</a:t>
            </a:r>
            <a:endParaRPr lang="en-US" altLang="zh-SG"/>
          </a:p>
          <a:p>
            <a:pPr lvl="1"/>
            <a:r>
              <a:rPr lang="en-US" altLang="zh-SG" err="1"/>
              <a:t>Zweite</a:t>
            </a:r>
            <a:r>
              <a:rPr lang="en-US" altLang="zh-SG"/>
              <a:t> Ebene</a:t>
            </a:r>
          </a:p>
          <a:p>
            <a:pPr lvl="2"/>
            <a:r>
              <a:rPr lang="en-US" altLang="zh-SG" err="1"/>
              <a:t>Dritte</a:t>
            </a:r>
            <a:r>
              <a:rPr lang="en-US" altLang="zh-SG"/>
              <a:t> Ebene</a:t>
            </a:r>
          </a:p>
          <a:p>
            <a:pPr lvl="3"/>
            <a:r>
              <a:rPr lang="en-US" altLang="zh-SG" err="1"/>
              <a:t>Vierte</a:t>
            </a:r>
            <a:r>
              <a:rPr lang="en-US" altLang="zh-SG"/>
              <a:t> Ebene</a:t>
            </a:r>
          </a:p>
          <a:p>
            <a:pPr lvl="4"/>
            <a:r>
              <a:rPr lang="en-US" altLang="zh-SG" err="1"/>
              <a:t>Fünfte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Sechste</a:t>
            </a:r>
            <a:r>
              <a:rPr lang="en-US" altLang="zh-SG"/>
              <a:t> Ebene</a:t>
            </a:r>
          </a:p>
          <a:p>
            <a:pPr lvl="5"/>
            <a:r>
              <a:rPr lang="en-US" altLang="zh-SG" err="1"/>
              <a:t>Siebte</a:t>
            </a:r>
            <a:r>
              <a:rPr lang="en-US" altLang="zh-SG"/>
              <a:t> Ebene</a:t>
            </a:r>
          </a:p>
          <a:p>
            <a:pPr lvl="6"/>
            <a:r>
              <a:rPr lang="en-US" altLang="zh-SG" err="1"/>
              <a:t>Achte</a:t>
            </a:r>
            <a:r>
              <a:rPr lang="en-US" altLang="zh-SG"/>
              <a:t> Ebene</a:t>
            </a:r>
          </a:p>
          <a:p>
            <a:pPr lvl="7"/>
            <a:r>
              <a:rPr lang="en-US" altLang="zh-SG" err="1"/>
              <a:t>Neunte</a:t>
            </a:r>
            <a:r>
              <a:rPr lang="en-US" altLang="zh-SG"/>
              <a:t>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4003BE-6DC3-F50E-8C1A-EBCFCFF32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2" y="6527607"/>
            <a:ext cx="1024616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altLang="zh-SG"/>
              <a:t>July 2024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FFEBC-917A-B186-8FB4-C0C5AA2B3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7743" y="6527607"/>
            <a:ext cx="5642208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altLang="zh-SG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812E0-949B-A2D4-3D5D-95F4138023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527607"/>
            <a:ext cx="244484" cy="1231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610F28-5C11-4E52-A7B2-F9D693A74473}" type="slidenum">
              <a:rPr lang="en-US" altLang="zh-SG" smtClean="0"/>
              <a:t>‹#›</a:t>
            </a:fld>
            <a:endParaRPr lang="en-US" altLang="zh-SG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E171B75-AA2A-1DE1-5063-7F629FAEC120}"/>
              </a:ext>
            </a:extLst>
          </p:cNvPr>
          <p:cNvCxnSpPr/>
          <p:nvPr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3">
            <a:extLst>
              <a:ext uri="{FF2B5EF4-FFF2-40B4-BE49-F238E27FC236}">
                <a16:creationId xmlns:a16="http://schemas.microsoft.com/office/drawing/2014/main" id="{599C3DDC-12C2-D485-0779-6C2AA6C59B53}"/>
              </a:ext>
            </a:extLst>
          </p:cNvPr>
          <p:cNvCxnSpPr/>
          <p:nvPr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4">
            <a:extLst>
              <a:ext uri="{FF2B5EF4-FFF2-40B4-BE49-F238E27FC236}">
                <a16:creationId xmlns:a16="http://schemas.microsoft.com/office/drawing/2014/main" id="{49D31C59-0CE0-CD0D-46D5-30A339DFF80D}"/>
              </a:ext>
            </a:extLst>
          </p:cNvPr>
          <p:cNvCxnSpPr/>
          <p:nvPr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6">
            <a:extLst>
              <a:ext uri="{FF2B5EF4-FFF2-40B4-BE49-F238E27FC236}">
                <a16:creationId xmlns:a16="http://schemas.microsoft.com/office/drawing/2014/main" id="{382DF3F6-648A-5219-3286-1A9B31D9025E}"/>
              </a:ext>
            </a:extLst>
          </p:cNvPr>
          <p:cNvCxnSpPr/>
          <p:nvPr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FE60D2AD-9196-8EA6-7138-6D25B70C2074}"/>
              </a:ext>
            </a:extLst>
          </p:cNvPr>
          <p:cNvCxnSpPr/>
          <p:nvPr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9">
            <a:extLst>
              <a:ext uri="{FF2B5EF4-FFF2-40B4-BE49-F238E27FC236}">
                <a16:creationId xmlns:a16="http://schemas.microsoft.com/office/drawing/2014/main" id="{453EA128-1C2A-A4FB-5277-0BA073E26846}"/>
              </a:ext>
            </a:extLst>
          </p:cNvPr>
          <p:cNvCxnSpPr/>
          <p:nvPr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5">
            <a:extLst>
              <a:ext uri="{FF2B5EF4-FFF2-40B4-BE49-F238E27FC236}">
                <a16:creationId xmlns:a16="http://schemas.microsoft.com/office/drawing/2014/main" id="{15F2A9CA-E629-47BC-93F1-95F2D581DEB0}"/>
              </a:ext>
            </a:extLst>
          </p:cNvPr>
          <p:cNvCxnSpPr/>
          <p:nvPr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47A675DF-6481-2754-9960-E602F8DF045A}"/>
              </a:ext>
            </a:extLst>
          </p:cNvPr>
          <p:cNvCxnSpPr/>
          <p:nvPr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7">
            <a:extLst>
              <a:ext uri="{FF2B5EF4-FFF2-40B4-BE49-F238E27FC236}">
                <a16:creationId xmlns:a16="http://schemas.microsoft.com/office/drawing/2014/main" id="{26F9AF0D-FC9C-EDA9-165D-E982738ED0BC}"/>
              </a:ext>
            </a:extLst>
          </p:cNvPr>
          <p:cNvCxnSpPr/>
          <p:nvPr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8">
            <a:extLst>
              <a:ext uri="{FF2B5EF4-FFF2-40B4-BE49-F238E27FC236}">
                <a16:creationId xmlns:a16="http://schemas.microsoft.com/office/drawing/2014/main" id="{865D49E9-1627-96D9-39EB-4D29B8085F05}"/>
              </a:ext>
            </a:extLst>
          </p:cNvPr>
          <p:cNvCxnSpPr/>
          <p:nvPr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9">
            <a:extLst>
              <a:ext uri="{FF2B5EF4-FFF2-40B4-BE49-F238E27FC236}">
                <a16:creationId xmlns:a16="http://schemas.microsoft.com/office/drawing/2014/main" id="{DD19C659-2CCA-167E-4839-E983BDF66032}"/>
              </a:ext>
            </a:extLst>
          </p:cNvPr>
          <p:cNvCxnSpPr/>
          <p:nvPr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AC3427F3-C0B3-E03F-0BEA-CB6881C206D6}"/>
              </a:ext>
            </a:extLst>
          </p:cNvPr>
          <p:cNvCxnSpPr/>
          <p:nvPr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41">
            <a:extLst>
              <a:ext uri="{FF2B5EF4-FFF2-40B4-BE49-F238E27FC236}">
                <a16:creationId xmlns:a16="http://schemas.microsoft.com/office/drawing/2014/main" id="{5F336E89-1DC8-AC90-8A12-FC854125D3DF}"/>
              </a:ext>
            </a:extLst>
          </p:cNvPr>
          <p:cNvCxnSpPr/>
          <p:nvPr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2">
            <a:extLst>
              <a:ext uri="{FF2B5EF4-FFF2-40B4-BE49-F238E27FC236}">
                <a16:creationId xmlns:a16="http://schemas.microsoft.com/office/drawing/2014/main" id="{55C33C20-A074-D374-4C65-D4623B81230F}"/>
              </a:ext>
            </a:extLst>
          </p:cNvPr>
          <p:cNvCxnSpPr/>
          <p:nvPr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3">
            <a:extLst>
              <a:ext uri="{FF2B5EF4-FFF2-40B4-BE49-F238E27FC236}">
                <a16:creationId xmlns:a16="http://schemas.microsoft.com/office/drawing/2014/main" id="{F242C792-3892-FFA4-6CDD-4D3118B03044}"/>
              </a:ext>
            </a:extLst>
          </p:cNvPr>
          <p:cNvCxnSpPr/>
          <p:nvPr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44">
            <a:extLst>
              <a:ext uri="{FF2B5EF4-FFF2-40B4-BE49-F238E27FC236}">
                <a16:creationId xmlns:a16="http://schemas.microsoft.com/office/drawing/2014/main" id="{4C583551-ECC6-0561-061E-AD35E3D1FD10}"/>
              </a:ext>
            </a:extLst>
          </p:cNvPr>
          <p:cNvCxnSpPr/>
          <p:nvPr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F49800E-BCAE-FB1E-ED95-E5260B05D8D8}"/>
              </a:ext>
            </a:extLst>
          </p:cNvPr>
          <p:cNvCxnSpPr/>
          <p:nvPr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6">
            <a:extLst>
              <a:ext uri="{FF2B5EF4-FFF2-40B4-BE49-F238E27FC236}">
                <a16:creationId xmlns:a16="http://schemas.microsoft.com/office/drawing/2014/main" id="{B628D4CD-AD53-143F-5E1F-471804AF93EB}"/>
              </a:ext>
            </a:extLst>
          </p:cNvPr>
          <p:cNvCxnSpPr/>
          <p:nvPr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id="{5EDA6EEF-73CF-FE09-192B-F0717C466724}"/>
              </a:ext>
            </a:extLst>
          </p:cNvPr>
          <p:cNvCxnSpPr/>
          <p:nvPr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2">
            <a:extLst>
              <a:ext uri="{FF2B5EF4-FFF2-40B4-BE49-F238E27FC236}">
                <a16:creationId xmlns:a16="http://schemas.microsoft.com/office/drawing/2014/main" id="{F0C7867B-6061-845E-7919-B239A10F7E4C}"/>
              </a:ext>
            </a:extLst>
          </p:cNvPr>
          <p:cNvCxnSpPr/>
          <p:nvPr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994CF3DB-DC86-C820-E5C0-A4885BB0BD2A}"/>
              </a:ext>
            </a:extLst>
          </p:cNvPr>
          <p:cNvCxnSpPr/>
          <p:nvPr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46F789E4-1CA3-30F9-383D-4A47F4A93140}"/>
              </a:ext>
            </a:extLst>
          </p:cNvPr>
          <p:cNvCxnSpPr/>
          <p:nvPr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">
            <a:extLst>
              <a:ext uri="{FF2B5EF4-FFF2-40B4-BE49-F238E27FC236}">
                <a16:creationId xmlns:a16="http://schemas.microsoft.com/office/drawing/2014/main" id="{A15C04BC-E8AD-D67D-7A37-CE66BD8108D3}"/>
              </a:ext>
            </a:extLst>
          </p:cNvPr>
          <p:cNvCxnSpPr/>
          <p:nvPr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48">
            <a:extLst>
              <a:ext uri="{FF2B5EF4-FFF2-40B4-BE49-F238E27FC236}">
                <a16:creationId xmlns:a16="http://schemas.microsoft.com/office/drawing/2014/main" id="{B2B1FFC2-A967-9992-BF92-539258A03BDF}"/>
              </a:ext>
            </a:extLst>
          </p:cNvPr>
          <p:cNvCxnSpPr/>
          <p:nvPr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9">
            <a:extLst>
              <a:ext uri="{FF2B5EF4-FFF2-40B4-BE49-F238E27FC236}">
                <a16:creationId xmlns:a16="http://schemas.microsoft.com/office/drawing/2014/main" id="{02C3F396-ACB8-5666-11C9-65988885B904}"/>
              </a:ext>
            </a:extLst>
          </p:cNvPr>
          <p:cNvCxnSpPr/>
          <p:nvPr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50">
            <a:extLst>
              <a:ext uri="{FF2B5EF4-FFF2-40B4-BE49-F238E27FC236}">
                <a16:creationId xmlns:a16="http://schemas.microsoft.com/office/drawing/2014/main" id="{C56B92D2-E114-4A46-6E6A-9267816179F5}"/>
              </a:ext>
            </a:extLst>
          </p:cNvPr>
          <p:cNvCxnSpPr/>
          <p:nvPr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51">
            <a:extLst>
              <a:ext uri="{FF2B5EF4-FFF2-40B4-BE49-F238E27FC236}">
                <a16:creationId xmlns:a16="http://schemas.microsoft.com/office/drawing/2014/main" id="{B0901BAB-DBF3-B595-14E3-B41ED1629B56}"/>
              </a:ext>
            </a:extLst>
          </p:cNvPr>
          <p:cNvCxnSpPr/>
          <p:nvPr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52">
            <a:extLst>
              <a:ext uri="{FF2B5EF4-FFF2-40B4-BE49-F238E27FC236}">
                <a16:creationId xmlns:a16="http://schemas.microsoft.com/office/drawing/2014/main" id="{3A3B61FA-2541-49C7-73A4-3C1EF58217D2}"/>
              </a:ext>
            </a:extLst>
          </p:cNvPr>
          <p:cNvCxnSpPr/>
          <p:nvPr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53">
            <a:extLst>
              <a:ext uri="{FF2B5EF4-FFF2-40B4-BE49-F238E27FC236}">
                <a16:creationId xmlns:a16="http://schemas.microsoft.com/office/drawing/2014/main" id="{36F83073-0558-62B3-125A-6FD45FCDDB20}"/>
              </a:ext>
            </a:extLst>
          </p:cNvPr>
          <p:cNvCxnSpPr/>
          <p:nvPr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54">
            <a:extLst>
              <a:ext uri="{FF2B5EF4-FFF2-40B4-BE49-F238E27FC236}">
                <a16:creationId xmlns:a16="http://schemas.microsoft.com/office/drawing/2014/main" id="{D27B1371-A90C-8CE2-C1ED-899641C034C0}"/>
              </a:ext>
            </a:extLst>
          </p:cNvPr>
          <p:cNvCxnSpPr/>
          <p:nvPr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55">
            <a:extLst>
              <a:ext uri="{FF2B5EF4-FFF2-40B4-BE49-F238E27FC236}">
                <a16:creationId xmlns:a16="http://schemas.microsoft.com/office/drawing/2014/main" id="{D05E774B-D745-5462-63C2-3CEE39DCDB68}"/>
              </a:ext>
            </a:extLst>
          </p:cNvPr>
          <p:cNvCxnSpPr/>
          <p:nvPr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56">
            <a:extLst>
              <a:ext uri="{FF2B5EF4-FFF2-40B4-BE49-F238E27FC236}">
                <a16:creationId xmlns:a16="http://schemas.microsoft.com/office/drawing/2014/main" id="{0D217093-6E4A-98BD-0D0D-CFCA771D7700}"/>
              </a:ext>
            </a:extLst>
          </p:cNvPr>
          <p:cNvCxnSpPr/>
          <p:nvPr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57">
            <a:extLst>
              <a:ext uri="{FF2B5EF4-FFF2-40B4-BE49-F238E27FC236}">
                <a16:creationId xmlns:a16="http://schemas.microsoft.com/office/drawing/2014/main" id="{77FF41E2-5532-923D-472F-00CE8C2DF7CD}"/>
              </a:ext>
            </a:extLst>
          </p:cNvPr>
          <p:cNvCxnSpPr/>
          <p:nvPr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58">
            <a:extLst>
              <a:ext uri="{FF2B5EF4-FFF2-40B4-BE49-F238E27FC236}">
                <a16:creationId xmlns:a16="http://schemas.microsoft.com/office/drawing/2014/main" id="{7B02F80F-A04A-0504-6EC3-B45183A5FBF3}"/>
              </a:ext>
            </a:extLst>
          </p:cNvPr>
          <p:cNvCxnSpPr/>
          <p:nvPr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59">
            <a:extLst>
              <a:ext uri="{FF2B5EF4-FFF2-40B4-BE49-F238E27FC236}">
                <a16:creationId xmlns:a16="http://schemas.microsoft.com/office/drawing/2014/main" id="{E97FBD3C-9D11-1E33-9E58-1D0573868365}"/>
              </a:ext>
            </a:extLst>
          </p:cNvPr>
          <p:cNvCxnSpPr/>
          <p:nvPr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60">
            <a:extLst>
              <a:ext uri="{FF2B5EF4-FFF2-40B4-BE49-F238E27FC236}">
                <a16:creationId xmlns:a16="http://schemas.microsoft.com/office/drawing/2014/main" id="{1E45FF18-04A9-3D6F-EF30-0FAECA8FC1E4}"/>
              </a:ext>
            </a:extLst>
          </p:cNvPr>
          <p:cNvCxnSpPr/>
          <p:nvPr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1">
            <a:extLst>
              <a:ext uri="{FF2B5EF4-FFF2-40B4-BE49-F238E27FC236}">
                <a16:creationId xmlns:a16="http://schemas.microsoft.com/office/drawing/2014/main" id="{5AFA40FA-C41B-E7B6-C0B1-C30A59E469F0}"/>
              </a:ext>
            </a:extLst>
          </p:cNvPr>
          <p:cNvCxnSpPr/>
          <p:nvPr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2">
            <a:extLst>
              <a:ext uri="{FF2B5EF4-FFF2-40B4-BE49-F238E27FC236}">
                <a16:creationId xmlns:a16="http://schemas.microsoft.com/office/drawing/2014/main" id="{1581303F-B3EC-8E1B-A1E1-7C8785710FF3}"/>
              </a:ext>
            </a:extLst>
          </p:cNvPr>
          <p:cNvCxnSpPr/>
          <p:nvPr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44">
            <a:extLst>
              <a:ext uri="{FF2B5EF4-FFF2-40B4-BE49-F238E27FC236}">
                <a16:creationId xmlns:a16="http://schemas.microsoft.com/office/drawing/2014/main" id="{F9C4586C-AE10-4B41-CEAA-296FE383E6F1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092526" y="477000"/>
            <a:ext cx="1620000" cy="181032"/>
          </a:xfrm>
          <a:prstGeom prst="rect">
            <a:avLst/>
          </a:prstGeom>
        </p:spPr>
      </p:pic>
      <p:sp>
        <p:nvSpPr>
          <p:cNvPr id="46" name="empower - DO NOT DELETE!!!">
            <a:extLst>
              <a:ext uri="{FF2B5EF4-FFF2-40B4-BE49-F238E27FC236}">
                <a16:creationId xmlns:a16="http://schemas.microsoft.com/office/drawing/2014/main" id="{07B13A24-35EF-1AFB-79B6-BBB95D9825B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9" name="Rechteck 48" hidden="1">
            <a:extLst>
              <a:ext uri="{FF2B5EF4-FFF2-40B4-BE49-F238E27FC236}">
                <a16:creationId xmlns:a16="http://schemas.microsoft.com/office/drawing/2014/main" id="{1CC66FD3-DD42-DB8C-2390-847D71D42A73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9912526" y="297516"/>
            <a:ext cx="1980000" cy="5144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cxnSp>
        <p:nvCxnSpPr>
          <p:cNvPr id="50" name="Straight Connector 4">
            <a:extLst>
              <a:ext uri="{FF2B5EF4-FFF2-40B4-BE49-F238E27FC236}">
                <a16:creationId xmlns:a16="http://schemas.microsoft.com/office/drawing/2014/main" id="{EE08DDD8-E0B8-ABA8-C961-4A5242777C9B}"/>
              </a:ext>
            </a:extLst>
          </p:cNvPr>
          <p:cNvCxnSpPr/>
          <p:nvPr userDrawn="1"/>
        </p:nvCxnSpPr>
        <p:spPr bwMode="gray">
          <a:xfrm>
            <a:off x="616800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23">
            <a:extLst>
              <a:ext uri="{FF2B5EF4-FFF2-40B4-BE49-F238E27FC236}">
                <a16:creationId xmlns:a16="http://schemas.microsoft.com/office/drawing/2014/main" id="{3A1A6A83-E41E-557C-AE8B-80240320AEEC}"/>
              </a:ext>
            </a:extLst>
          </p:cNvPr>
          <p:cNvCxnSpPr/>
          <p:nvPr userDrawn="1"/>
        </p:nvCxnSpPr>
        <p:spPr bwMode="gray">
          <a:xfrm>
            <a:off x="602399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>
            <a:extLst>
              <a:ext uri="{FF2B5EF4-FFF2-40B4-BE49-F238E27FC236}">
                <a16:creationId xmlns:a16="http://schemas.microsoft.com/office/drawing/2014/main" id="{19D231A6-2314-6743-DCAE-8B228362CA30}"/>
              </a:ext>
            </a:extLst>
          </p:cNvPr>
          <p:cNvCxnSpPr/>
          <p:nvPr userDrawn="1"/>
        </p:nvCxnSpPr>
        <p:spPr bwMode="gray">
          <a:xfrm>
            <a:off x="472784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3AAB3263-5EA9-579C-2A70-262BBC5A7B34}"/>
              </a:ext>
            </a:extLst>
          </p:cNvPr>
          <p:cNvCxnSpPr/>
          <p:nvPr userDrawn="1"/>
        </p:nvCxnSpPr>
        <p:spPr bwMode="gray">
          <a:xfrm>
            <a:off x="458383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8">
            <a:extLst>
              <a:ext uri="{FF2B5EF4-FFF2-40B4-BE49-F238E27FC236}">
                <a16:creationId xmlns:a16="http://schemas.microsoft.com/office/drawing/2014/main" id="{EAB77F55-2E10-7892-056B-E0F305FF49B5}"/>
              </a:ext>
            </a:extLst>
          </p:cNvPr>
          <p:cNvCxnSpPr/>
          <p:nvPr userDrawn="1"/>
        </p:nvCxnSpPr>
        <p:spPr bwMode="gray">
          <a:xfrm>
            <a:off x="746415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9">
            <a:extLst>
              <a:ext uri="{FF2B5EF4-FFF2-40B4-BE49-F238E27FC236}">
                <a16:creationId xmlns:a16="http://schemas.microsoft.com/office/drawing/2014/main" id="{6DAF9430-E864-CDAD-0DC9-AAE17E75EEF7}"/>
              </a:ext>
            </a:extLst>
          </p:cNvPr>
          <p:cNvCxnSpPr/>
          <p:nvPr userDrawn="1"/>
        </p:nvCxnSpPr>
        <p:spPr bwMode="gray">
          <a:xfrm>
            <a:off x="760816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35">
            <a:extLst>
              <a:ext uri="{FF2B5EF4-FFF2-40B4-BE49-F238E27FC236}">
                <a16:creationId xmlns:a16="http://schemas.microsoft.com/office/drawing/2014/main" id="{976FCB41-59CB-A93C-BDB7-5BDE4F04F5B3}"/>
              </a:ext>
            </a:extLst>
          </p:cNvPr>
          <p:cNvCxnSpPr/>
          <p:nvPr userDrawn="1"/>
        </p:nvCxnSpPr>
        <p:spPr bwMode="gray">
          <a:xfrm>
            <a:off x="32876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36">
            <a:extLst>
              <a:ext uri="{FF2B5EF4-FFF2-40B4-BE49-F238E27FC236}">
                <a16:creationId xmlns:a16="http://schemas.microsoft.com/office/drawing/2014/main" id="{3FB19D06-F322-E9C1-0343-8FDFE6124376}"/>
              </a:ext>
            </a:extLst>
          </p:cNvPr>
          <p:cNvCxnSpPr/>
          <p:nvPr userDrawn="1"/>
        </p:nvCxnSpPr>
        <p:spPr bwMode="gray">
          <a:xfrm>
            <a:off x="31436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37">
            <a:extLst>
              <a:ext uri="{FF2B5EF4-FFF2-40B4-BE49-F238E27FC236}">
                <a16:creationId xmlns:a16="http://schemas.microsoft.com/office/drawing/2014/main" id="{2BB1C7FE-6995-1E6A-0CEB-0329BEF6FB6A}"/>
              </a:ext>
            </a:extLst>
          </p:cNvPr>
          <p:cNvCxnSpPr/>
          <p:nvPr userDrawn="1"/>
        </p:nvCxnSpPr>
        <p:spPr bwMode="gray">
          <a:xfrm>
            <a:off x="18475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8">
            <a:extLst>
              <a:ext uri="{FF2B5EF4-FFF2-40B4-BE49-F238E27FC236}">
                <a16:creationId xmlns:a16="http://schemas.microsoft.com/office/drawing/2014/main" id="{3E572205-FF66-8A0C-4622-C2C0B703C844}"/>
              </a:ext>
            </a:extLst>
          </p:cNvPr>
          <p:cNvCxnSpPr/>
          <p:nvPr userDrawn="1"/>
        </p:nvCxnSpPr>
        <p:spPr bwMode="gray">
          <a:xfrm>
            <a:off x="17035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9">
            <a:extLst>
              <a:ext uri="{FF2B5EF4-FFF2-40B4-BE49-F238E27FC236}">
                <a16:creationId xmlns:a16="http://schemas.microsoft.com/office/drawing/2014/main" id="{AC921497-88A3-355B-8E4C-FCEC49046D21}"/>
              </a:ext>
            </a:extLst>
          </p:cNvPr>
          <p:cNvCxnSpPr/>
          <p:nvPr userDrawn="1"/>
        </p:nvCxnSpPr>
        <p:spPr bwMode="gray">
          <a:xfrm>
            <a:off x="33536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0">
            <a:extLst>
              <a:ext uri="{FF2B5EF4-FFF2-40B4-BE49-F238E27FC236}">
                <a16:creationId xmlns:a16="http://schemas.microsoft.com/office/drawing/2014/main" id="{5E30F394-E4F1-7965-A63E-8D69114D4837}"/>
              </a:ext>
            </a:extLst>
          </p:cNvPr>
          <p:cNvCxnSpPr/>
          <p:nvPr userDrawn="1"/>
        </p:nvCxnSpPr>
        <p:spPr bwMode="gray">
          <a:xfrm>
            <a:off x="890431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41">
            <a:extLst>
              <a:ext uri="{FF2B5EF4-FFF2-40B4-BE49-F238E27FC236}">
                <a16:creationId xmlns:a16="http://schemas.microsoft.com/office/drawing/2014/main" id="{9EB63C7A-3956-FF43-DBC8-AC876FC1EE79}"/>
              </a:ext>
            </a:extLst>
          </p:cNvPr>
          <p:cNvCxnSpPr/>
          <p:nvPr userDrawn="1"/>
        </p:nvCxnSpPr>
        <p:spPr bwMode="gray">
          <a:xfrm>
            <a:off x="904832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2">
            <a:extLst>
              <a:ext uri="{FF2B5EF4-FFF2-40B4-BE49-F238E27FC236}">
                <a16:creationId xmlns:a16="http://schemas.microsoft.com/office/drawing/2014/main" id="{715260CC-9329-D505-B50B-BB52D1763C80}"/>
              </a:ext>
            </a:extLst>
          </p:cNvPr>
          <p:cNvCxnSpPr/>
          <p:nvPr userDrawn="1"/>
        </p:nvCxnSpPr>
        <p:spPr bwMode="gray">
          <a:xfrm>
            <a:off x="10344472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43">
            <a:extLst>
              <a:ext uri="{FF2B5EF4-FFF2-40B4-BE49-F238E27FC236}">
                <a16:creationId xmlns:a16="http://schemas.microsoft.com/office/drawing/2014/main" id="{C3523AB2-5A9A-2381-7691-48BFDAA7785E}"/>
              </a:ext>
            </a:extLst>
          </p:cNvPr>
          <p:cNvCxnSpPr/>
          <p:nvPr userDrawn="1"/>
        </p:nvCxnSpPr>
        <p:spPr bwMode="gray">
          <a:xfrm>
            <a:off x="10488488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4">
            <a:extLst>
              <a:ext uri="{FF2B5EF4-FFF2-40B4-BE49-F238E27FC236}">
                <a16:creationId xmlns:a16="http://schemas.microsoft.com/office/drawing/2014/main" id="{D5241D39-FCC7-AAA8-47C7-98AC86D647BD}"/>
              </a:ext>
            </a:extLst>
          </p:cNvPr>
          <p:cNvCxnSpPr/>
          <p:nvPr userDrawn="1"/>
        </p:nvCxnSpPr>
        <p:spPr bwMode="gray">
          <a:xfrm>
            <a:off x="11856640" y="-189392"/>
            <a:ext cx="0" cy="90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32968F97-9B07-D1F1-A0B8-E8717B4B8CA3}"/>
              </a:ext>
            </a:extLst>
          </p:cNvPr>
          <p:cNvCxnSpPr/>
          <p:nvPr userDrawn="1"/>
        </p:nvCxnSpPr>
        <p:spPr bwMode="gray">
          <a:xfrm>
            <a:off x="-240704" y="1340768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46">
            <a:extLst>
              <a:ext uri="{FF2B5EF4-FFF2-40B4-BE49-F238E27FC236}">
                <a16:creationId xmlns:a16="http://schemas.microsoft.com/office/drawing/2014/main" id="{AC7F0241-1B60-B23F-3A25-A498892583AB}"/>
              </a:ext>
            </a:extLst>
          </p:cNvPr>
          <p:cNvCxnSpPr/>
          <p:nvPr userDrawn="1"/>
        </p:nvCxnSpPr>
        <p:spPr bwMode="gray">
          <a:xfrm>
            <a:off x="-240704" y="6309320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47">
            <a:extLst>
              <a:ext uri="{FF2B5EF4-FFF2-40B4-BE49-F238E27FC236}">
                <a16:creationId xmlns:a16="http://schemas.microsoft.com/office/drawing/2014/main" id="{ECDCBA83-AB55-A23F-6205-23BFAAA6FAD2}"/>
              </a:ext>
            </a:extLst>
          </p:cNvPr>
          <p:cNvCxnSpPr/>
          <p:nvPr userDrawn="1"/>
        </p:nvCxnSpPr>
        <p:spPr bwMode="gray">
          <a:xfrm>
            <a:off x="-240704" y="1628800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32">
            <a:extLst>
              <a:ext uri="{FF2B5EF4-FFF2-40B4-BE49-F238E27FC236}">
                <a16:creationId xmlns:a16="http://schemas.microsoft.com/office/drawing/2014/main" id="{A515F58C-26A7-EB92-E595-58FD7CF66BA6}"/>
              </a:ext>
            </a:extLst>
          </p:cNvPr>
          <p:cNvCxnSpPr/>
          <p:nvPr userDrawn="1"/>
        </p:nvCxnSpPr>
        <p:spPr bwMode="gray">
          <a:xfrm>
            <a:off x="63120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3">
            <a:extLst>
              <a:ext uri="{FF2B5EF4-FFF2-40B4-BE49-F238E27FC236}">
                <a16:creationId xmlns:a16="http://schemas.microsoft.com/office/drawing/2014/main" id="{1C9D756F-A538-E9D4-CC9A-5945279ECF21}"/>
              </a:ext>
            </a:extLst>
          </p:cNvPr>
          <p:cNvCxnSpPr/>
          <p:nvPr userDrawn="1"/>
        </p:nvCxnSpPr>
        <p:spPr bwMode="gray">
          <a:xfrm>
            <a:off x="487186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34">
            <a:extLst>
              <a:ext uri="{FF2B5EF4-FFF2-40B4-BE49-F238E27FC236}">
                <a16:creationId xmlns:a16="http://schemas.microsoft.com/office/drawing/2014/main" id="{9D370273-601A-66C9-15D5-54B5C7B8C67C}"/>
              </a:ext>
            </a:extLst>
          </p:cNvPr>
          <p:cNvCxnSpPr/>
          <p:nvPr userDrawn="1"/>
        </p:nvCxnSpPr>
        <p:spPr bwMode="gray">
          <a:xfrm>
            <a:off x="775218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">
            <a:extLst>
              <a:ext uri="{FF2B5EF4-FFF2-40B4-BE49-F238E27FC236}">
                <a16:creationId xmlns:a16="http://schemas.microsoft.com/office/drawing/2014/main" id="{2E17C18E-3E08-C596-A53A-7EE153D2D439}"/>
              </a:ext>
            </a:extLst>
          </p:cNvPr>
          <p:cNvCxnSpPr/>
          <p:nvPr userDrawn="1"/>
        </p:nvCxnSpPr>
        <p:spPr bwMode="gray">
          <a:xfrm>
            <a:off x="34317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48">
            <a:extLst>
              <a:ext uri="{FF2B5EF4-FFF2-40B4-BE49-F238E27FC236}">
                <a16:creationId xmlns:a16="http://schemas.microsoft.com/office/drawing/2014/main" id="{FFF824E2-53C3-5B00-3CA4-5D04B9CAE4AD}"/>
              </a:ext>
            </a:extLst>
          </p:cNvPr>
          <p:cNvCxnSpPr/>
          <p:nvPr userDrawn="1"/>
        </p:nvCxnSpPr>
        <p:spPr bwMode="gray">
          <a:xfrm>
            <a:off x="19915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49">
            <a:extLst>
              <a:ext uri="{FF2B5EF4-FFF2-40B4-BE49-F238E27FC236}">
                <a16:creationId xmlns:a16="http://schemas.microsoft.com/office/drawing/2014/main" id="{1E1A7769-8D17-F295-8A57-110E63757D30}"/>
              </a:ext>
            </a:extLst>
          </p:cNvPr>
          <p:cNvCxnSpPr/>
          <p:nvPr userDrawn="1"/>
        </p:nvCxnSpPr>
        <p:spPr bwMode="gray">
          <a:xfrm>
            <a:off x="919234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50">
            <a:extLst>
              <a:ext uri="{FF2B5EF4-FFF2-40B4-BE49-F238E27FC236}">
                <a16:creationId xmlns:a16="http://schemas.microsoft.com/office/drawing/2014/main" id="{8B0803D1-FF58-5903-1E0E-282B389F8214}"/>
              </a:ext>
            </a:extLst>
          </p:cNvPr>
          <p:cNvCxnSpPr/>
          <p:nvPr userDrawn="1"/>
        </p:nvCxnSpPr>
        <p:spPr bwMode="gray">
          <a:xfrm>
            <a:off x="1063250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51">
            <a:extLst>
              <a:ext uri="{FF2B5EF4-FFF2-40B4-BE49-F238E27FC236}">
                <a16:creationId xmlns:a16="http://schemas.microsoft.com/office/drawing/2014/main" id="{457612E9-6A06-2284-2E35-01420E9D1FA2}"/>
              </a:ext>
            </a:extLst>
          </p:cNvPr>
          <p:cNvCxnSpPr/>
          <p:nvPr userDrawn="1"/>
        </p:nvCxnSpPr>
        <p:spPr bwMode="gray">
          <a:xfrm>
            <a:off x="58799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52">
            <a:extLst>
              <a:ext uri="{FF2B5EF4-FFF2-40B4-BE49-F238E27FC236}">
                <a16:creationId xmlns:a16="http://schemas.microsoft.com/office/drawing/2014/main" id="{92EDCF37-557F-F7B3-3A79-9294CD9CD8CA}"/>
              </a:ext>
            </a:extLst>
          </p:cNvPr>
          <p:cNvCxnSpPr/>
          <p:nvPr userDrawn="1"/>
        </p:nvCxnSpPr>
        <p:spPr bwMode="gray">
          <a:xfrm>
            <a:off x="443981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53">
            <a:extLst>
              <a:ext uri="{FF2B5EF4-FFF2-40B4-BE49-F238E27FC236}">
                <a16:creationId xmlns:a16="http://schemas.microsoft.com/office/drawing/2014/main" id="{A2F77116-B730-8FFA-31AF-9CEE2CAE3B93}"/>
              </a:ext>
            </a:extLst>
          </p:cNvPr>
          <p:cNvCxnSpPr/>
          <p:nvPr userDrawn="1"/>
        </p:nvCxnSpPr>
        <p:spPr bwMode="gray">
          <a:xfrm>
            <a:off x="732013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54">
            <a:extLst>
              <a:ext uri="{FF2B5EF4-FFF2-40B4-BE49-F238E27FC236}">
                <a16:creationId xmlns:a16="http://schemas.microsoft.com/office/drawing/2014/main" id="{98028A3D-FB19-68AC-4A30-FD7AA781041E}"/>
              </a:ext>
            </a:extLst>
          </p:cNvPr>
          <p:cNvCxnSpPr/>
          <p:nvPr userDrawn="1"/>
        </p:nvCxnSpPr>
        <p:spPr bwMode="gray">
          <a:xfrm>
            <a:off x="29996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55">
            <a:extLst>
              <a:ext uri="{FF2B5EF4-FFF2-40B4-BE49-F238E27FC236}">
                <a16:creationId xmlns:a16="http://schemas.microsoft.com/office/drawing/2014/main" id="{7F0AB38E-D361-ADFE-178F-F0571A1C64CF}"/>
              </a:ext>
            </a:extLst>
          </p:cNvPr>
          <p:cNvCxnSpPr/>
          <p:nvPr userDrawn="1"/>
        </p:nvCxnSpPr>
        <p:spPr bwMode="gray">
          <a:xfrm>
            <a:off x="15594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56">
            <a:extLst>
              <a:ext uri="{FF2B5EF4-FFF2-40B4-BE49-F238E27FC236}">
                <a16:creationId xmlns:a16="http://schemas.microsoft.com/office/drawing/2014/main" id="{8ED96107-86D8-3FF8-7604-B44E5AEE107A}"/>
              </a:ext>
            </a:extLst>
          </p:cNvPr>
          <p:cNvCxnSpPr/>
          <p:nvPr userDrawn="1"/>
        </p:nvCxnSpPr>
        <p:spPr bwMode="gray">
          <a:xfrm>
            <a:off x="876029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57">
            <a:extLst>
              <a:ext uri="{FF2B5EF4-FFF2-40B4-BE49-F238E27FC236}">
                <a16:creationId xmlns:a16="http://schemas.microsoft.com/office/drawing/2014/main" id="{6BD228CC-8643-AAAF-6934-C03BEE2102AA}"/>
              </a:ext>
            </a:extLst>
          </p:cNvPr>
          <p:cNvCxnSpPr/>
          <p:nvPr userDrawn="1"/>
        </p:nvCxnSpPr>
        <p:spPr bwMode="gray">
          <a:xfrm>
            <a:off x="1020045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8">
            <a:extLst>
              <a:ext uri="{FF2B5EF4-FFF2-40B4-BE49-F238E27FC236}">
                <a16:creationId xmlns:a16="http://schemas.microsoft.com/office/drawing/2014/main" id="{9F96A705-7F66-FBC4-4B60-F2BA12E308DA}"/>
              </a:ext>
            </a:extLst>
          </p:cNvPr>
          <p:cNvCxnSpPr/>
          <p:nvPr userDrawn="1"/>
        </p:nvCxnSpPr>
        <p:spPr bwMode="gray">
          <a:xfrm>
            <a:off x="479376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59">
            <a:extLst>
              <a:ext uri="{FF2B5EF4-FFF2-40B4-BE49-F238E27FC236}">
                <a16:creationId xmlns:a16="http://schemas.microsoft.com/office/drawing/2014/main" id="{B8D5531A-4602-B948-25A4-8733A9A19D52}"/>
              </a:ext>
            </a:extLst>
          </p:cNvPr>
          <p:cNvCxnSpPr/>
          <p:nvPr userDrawn="1"/>
        </p:nvCxnSpPr>
        <p:spPr bwMode="gray">
          <a:xfrm>
            <a:off x="11712624" y="-189392"/>
            <a:ext cx="0" cy="9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60">
            <a:extLst>
              <a:ext uri="{FF2B5EF4-FFF2-40B4-BE49-F238E27FC236}">
                <a16:creationId xmlns:a16="http://schemas.microsoft.com/office/drawing/2014/main" id="{D90D9BDD-A4F3-C0FC-1111-7FB6658E5DF3}"/>
              </a:ext>
            </a:extLst>
          </p:cNvPr>
          <p:cNvCxnSpPr/>
          <p:nvPr userDrawn="1"/>
        </p:nvCxnSpPr>
        <p:spPr bwMode="gray">
          <a:xfrm>
            <a:off x="-240704" y="148478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1">
            <a:extLst>
              <a:ext uri="{FF2B5EF4-FFF2-40B4-BE49-F238E27FC236}">
                <a16:creationId xmlns:a16="http://schemas.microsoft.com/office/drawing/2014/main" id="{CACA7169-32EC-BA50-ACB8-76143E3EBE6B}"/>
              </a:ext>
            </a:extLst>
          </p:cNvPr>
          <p:cNvCxnSpPr/>
          <p:nvPr userDrawn="1"/>
        </p:nvCxnSpPr>
        <p:spPr bwMode="gray">
          <a:xfrm>
            <a:off x="-240704" y="6165304"/>
            <a:ext cx="9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62">
            <a:extLst>
              <a:ext uri="{FF2B5EF4-FFF2-40B4-BE49-F238E27FC236}">
                <a16:creationId xmlns:a16="http://schemas.microsoft.com/office/drawing/2014/main" id="{BCA51FDF-5595-58D6-553C-41891CEF7C41}"/>
              </a:ext>
            </a:extLst>
          </p:cNvPr>
          <p:cNvCxnSpPr/>
          <p:nvPr userDrawn="1"/>
        </p:nvCxnSpPr>
        <p:spPr bwMode="gray">
          <a:xfrm>
            <a:off x="-240704" y="6021288"/>
            <a:ext cx="9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mpower - DO NOT DELETE!!!">
            <a:extLst>
              <a:ext uri="{FF2B5EF4-FFF2-40B4-BE49-F238E27FC236}">
                <a16:creationId xmlns:a16="http://schemas.microsoft.com/office/drawing/2014/main" id="{F7CFE3E2-DFEB-A7B2-C986-3995ABB91B22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lvl="0" algn="ctr">
              <a:lnSpc>
                <a:spcPct val="120000"/>
              </a:lnSpc>
              <a:spcBef>
                <a:spcPts val="600"/>
              </a:spcBef>
            </a:pPr>
            <a:endParaRPr lang="en-US" altLang="zh-SG" sz="1200">
              <a:solidFill>
                <a:schemeClr val="tx1"/>
              </a:solidFill>
            </a:endParaRPr>
          </a:p>
        </p:txBody>
      </p:sp>
      <p:sp>
        <p:nvSpPr>
          <p:cNvPr id="48" name="en (USA)">
            <a:extLst>
              <a:ext uri="{FF2B5EF4-FFF2-40B4-BE49-F238E27FC236}">
                <a16:creationId xmlns:a16="http://schemas.microsoft.com/office/drawing/2014/main" id="{C6210D07-7702-228D-D6D4-6A02250A8066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endParaRPr lang="en-US" altLang="zh-SG">
              <a:solidFill>
                <a:srgbClr val="878787"/>
              </a:solidFill>
            </a:endParaRPr>
          </a:p>
        </p:txBody>
      </p:sp>
      <p:sp>
        <p:nvSpPr>
          <p:cNvPr id="90" name="de" hidden="1">
            <a:extLst>
              <a:ext uri="{FF2B5EF4-FFF2-40B4-BE49-F238E27FC236}">
                <a16:creationId xmlns:a16="http://schemas.microsoft.com/office/drawing/2014/main" id="{F93F5F92-0B1E-0923-D808-9FC469D12DCE}"/>
              </a:ext>
            </a:extLst>
          </p:cNvPr>
          <p:cNvSpPr txBox="1"/>
          <p:nvPr userDrawn="1">
            <p:custDataLst>
              <p:tags r:id="rId28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Sondermaschinenbau AG &amp; Co. KG, 2024 – Alle Rechte vorbehalten. |</a:t>
            </a:r>
          </a:p>
        </p:txBody>
      </p:sp>
      <p:sp>
        <p:nvSpPr>
          <p:cNvPr id="47" name="po" hidden="1">
            <a:extLst>
              <a:ext uri="{FF2B5EF4-FFF2-40B4-BE49-F238E27FC236}">
                <a16:creationId xmlns:a16="http://schemas.microsoft.com/office/drawing/2014/main" id="{11593875-C117-C1D0-80E2-1CFCB7239B12}"/>
              </a:ext>
            </a:extLst>
          </p:cNvPr>
          <p:cNvSpPr txBox="1"/>
          <p:nvPr userDrawn="1">
            <p:custDataLst>
              <p:tags r:id="rId29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Todos os direitos reservados. |</a:t>
            </a:r>
          </a:p>
        </p:txBody>
      </p:sp>
      <p:sp>
        <p:nvSpPr>
          <p:cNvPr id="91" name="cn" hidden="1">
            <a:extLst>
              <a:ext uri="{FF2B5EF4-FFF2-40B4-BE49-F238E27FC236}">
                <a16:creationId xmlns:a16="http://schemas.microsoft.com/office/drawing/2014/main" id="{BB4EC6DB-3381-40A2-F1AB-8E4725A44F5C}"/>
              </a:ext>
            </a:extLst>
          </p:cNvPr>
          <p:cNvSpPr txBox="1"/>
          <p:nvPr userDrawn="1">
            <p:custDataLst>
              <p:tags r:id="rId30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zh-SG" altLang="en-US">
                <a:solidFill>
                  <a:srgbClr val="878787"/>
                </a:solidFill>
              </a:rPr>
              <a:t>版权所有</a:t>
            </a:r>
            <a:r>
              <a:rPr lang="en-US" altLang="zh-SG">
                <a:solidFill>
                  <a:srgbClr val="878787"/>
                </a:solidFill>
              </a:rPr>
              <a:t>Schaeffler Technologies AG &amp; Co. KG</a:t>
            </a:r>
            <a:r>
              <a:rPr lang="zh-SG" altLang="en-US">
                <a:solidFill>
                  <a:srgbClr val="878787"/>
                </a:solidFill>
              </a:rPr>
              <a:t>保留所有权利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客户特殊要求</a:t>
            </a:r>
            <a:r>
              <a:rPr lang="en-US" altLang="zh-SG">
                <a:solidFill>
                  <a:srgbClr val="878787"/>
                </a:solidFill>
              </a:rPr>
              <a:t>, </a:t>
            </a:r>
            <a:r>
              <a:rPr lang="zh-SG" altLang="en-US">
                <a:solidFill>
                  <a:srgbClr val="878787"/>
                </a:solidFill>
              </a:rPr>
              <a:t>使用内部放行标准</a:t>
            </a:r>
            <a:r>
              <a:rPr lang="en-US" altLang="zh-SG">
                <a:solidFill>
                  <a:srgbClr val="878787"/>
                </a:solidFill>
              </a:rPr>
              <a:t>. |</a:t>
            </a:r>
          </a:p>
        </p:txBody>
      </p:sp>
      <p:sp>
        <p:nvSpPr>
          <p:cNvPr id="92" name="en (UK)" hidden="1">
            <a:extLst>
              <a:ext uri="{FF2B5EF4-FFF2-40B4-BE49-F238E27FC236}">
                <a16:creationId xmlns:a16="http://schemas.microsoft.com/office/drawing/2014/main" id="{3EF96ECE-3444-736E-8752-EF205337AF16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3" name="en (CN, VR)" hidden="1">
            <a:extLst>
              <a:ext uri="{FF2B5EF4-FFF2-40B4-BE49-F238E27FC236}">
                <a16:creationId xmlns:a16="http://schemas.microsoft.com/office/drawing/2014/main" id="{7C96ECF6-8007-D3A1-0CD3-D3A2DE4EC741}"/>
              </a:ext>
            </a:extLst>
          </p:cNvPr>
          <p:cNvSpPr txBox="1"/>
          <p:nvPr userDrawn="1">
            <p:custDataLst>
              <p:tags r:id="rId32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Technologies AG &amp; Co. KG, 2024 – All rights reserved. |</a:t>
            </a:r>
          </a:p>
        </p:txBody>
      </p:sp>
      <p:sp>
        <p:nvSpPr>
          <p:cNvPr id="94" name="en (FR)" hidden="1">
            <a:extLst>
              <a:ext uri="{FF2B5EF4-FFF2-40B4-BE49-F238E27FC236}">
                <a16:creationId xmlns:a16="http://schemas.microsoft.com/office/drawing/2014/main" id="{6D8ED63D-2140-F1D8-00A5-4707802295E6}"/>
              </a:ext>
            </a:extLst>
          </p:cNvPr>
          <p:cNvSpPr txBox="1"/>
          <p:nvPr userDrawn="1">
            <p:custDataLst>
              <p:tags r:id="rId33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5" name="en (RU)" hidden="1">
            <a:extLst>
              <a:ext uri="{FF2B5EF4-FFF2-40B4-BE49-F238E27FC236}">
                <a16:creationId xmlns:a16="http://schemas.microsoft.com/office/drawing/2014/main" id="{688AD97E-86EE-9957-155B-E9E878E3DD3B}"/>
              </a:ext>
            </a:extLst>
          </p:cNvPr>
          <p:cNvSpPr txBox="1"/>
          <p:nvPr userDrawn="1">
            <p:custDataLst>
              <p:tags r:id="rId34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6" name="en (JPN)" hidden="1">
            <a:extLst>
              <a:ext uri="{FF2B5EF4-FFF2-40B4-BE49-F238E27FC236}">
                <a16:creationId xmlns:a16="http://schemas.microsoft.com/office/drawing/2014/main" id="{862E64FB-F6EC-141A-A145-513C5AE71A28}"/>
              </a:ext>
            </a:extLst>
          </p:cNvPr>
          <p:cNvSpPr txBox="1"/>
          <p:nvPr userDrawn="1">
            <p:custDataLst>
              <p:tags r:id="rId35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97" name="en (ESP)" hidden="1">
            <a:extLst>
              <a:ext uri="{FF2B5EF4-FFF2-40B4-BE49-F238E27FC236}">
                <a16:creationId xmlns:a16="http://schemas.microsoft.com/office/drawing/2014/main" id="{4FBE9ACF-0374-8A06-15F6-19F04A6EEFEB}"/>
              </a:ext>
            </a:extLst>
          </p:cNvPr>
          <p:cNvSpPr txBox="1"/>
          <p:nvPr userDrawn="1">
            <p:custDataLst>
              <p:tags r:id="rId36"/>
            </p:custDataLst>
          </p:nvPr>
        </p:nvSpPr>
        <p:spPr>
          <a:xfrm>
            <a:off x="7615238" y="6527607"/>
            <a:ext cx="385640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>
              <a:defRPr sz="800"/>
            </a:lvl1pPr>
          </a:lstStyle>
          <a:p>
            <a:pPr lvl="0" algn="r"/>
            <a:r>
              <a:rPr lang="en-US" altLang="zh-SG">
                <a:solidFill>
                  <a:srgbClr val="878787"/>
                </a:solidFill>
              </a:rPr>
              <a:t>Copyright Schaeffler Automotive </a:t>
            </a:r>
            <a:r>
              <a:rPr lang="en-US" altLang="zh-SG" err="1">
                <a:solidFill>
                  <a:srgbClr val="878787"/>
                </a:solidFill>
              </a:rPr>
              <a:t>Buehl</a:t>
            </a:r>
            <a:r>
              <a:rPr lang="en-US" altLang="zh-SG">
                <a:solidFill>
                  <a:srgbClr val="878787"/>
                </a:solidFill>
              </a:rPr>
              <a:t> GmbH &amp; Co. KG, 2024 – All rights reserved. |</a:t>
            </a:r>
          </a:p>
        </p:txBody>
      </p:sp>
      <p:sp>
        <p:nvSpPr>
          <p:cNvPr id="88" name="empower - DO NOT DELETE!!!" hidden="1">
            <a:extLst>
              <a:ext uri="{FF2B5EF4-FFF2-40B4-BE49-F238E27FC236}">
                <a16:creationId xmlns:a16="http://schemas.microsoft.com/office/drawing/2014/main" id="{FB957308-AD3E-D492-B1A1-958C859A1C6B}"/>
              </a:ext>
            </a:extLst>
          </p:cNvPr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72000" rIns="54000" bIns="72000"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1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28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5600" indent="-172800" algn="l" defTabSz="914400" rtl="0" eaLnBrk="1" latinLnBrk="0" hangingPunct="1">
        <a:lnSpc>
          <a:spcPct val="120000"/>
        </a:lnSpc>
        <a:spcBef>
          <a:spcPts val="600"/>
        </a:spcBef>
        <a:buClr>
          <a:srgbClr val="23786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72800" algn="l" defTabSz="91440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2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843">
          <p15:clr>
            <a:srgbClr val="F26B43"/>
          </p15:clr>
        </p15:guide>
        <p15:guide id="8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8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slideLayout" Target="../slideLayouts/slideLayout11.xml"/><Relationship Id="rId21" Type="http://schemas.openxmlformats.org/officeDocument/2006/relationships/image" Target="../media/image17.png"/><Relationship Id="rId7" Type="http://schemas.openxmlformats.org/officeDocument/2006/relationships/diagramQuickStyle" Target="../diagrams/quickStyle1.xml"/><Relationship Id="rId12" Type="http://schemas.openxmlformats.org/officeDocument/2006/relationships/customXml" Target="../ink/ink4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2" Type="http://schemas.openxmlformats.org/officeDocument/2006/relationships/tags" Target="../tags/tag30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21.png"/><Relationship Id="rId1" Type="http://schemas.openxmlformats.org/officeDocument/2006/relationships/tags" Target="../tags/tag29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2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5" Type="http://schemas.openxmlformats.org/officeDocument/2006/relationships/diagramData" Target="../diagrams/data1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2.xml"/><Relationship Id="rId10" Type="http://schemas.openxmlformats.org/officeDocument/2006/relationships/customXml" Target="../ink/ink3.xml"/><Relationship Id="rId19" Type="http://schemas.openxmlformats.org/officeDocument/2006/relationships/image" Target="../media/image16.png"/><Relationship Id="rId31" Type="http://schemas.openxmlformats.org/officeDocument/2006/relationships/image" Target="../media/image22.png"/><Relationship Id="rId4" Type="http://schemas.openxmlformats.org/officeDocument/2006/relationships/notesSlide" Target="../notesSlides/notesSlide4.xml"/><Relationship Id="rId9" Type="http://schemas.microsoft.com/office/2007/relationships/diagramDrawing" Target="../diagrams/drawing1.xml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20.png"/><Relationship Id="rId30" Type="http://schemas.openxmlformats.org/officeDocument/2006/relationships/customXml" Target="../ink/ink13.xml"/><Relationship Id="rId8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1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tags" Target="../tags/tag34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9" Type="http://schemas.openxmlformats.org/officeDocument/2006/relationships/image" Target="../media/image2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7.xml"/><Relationship Id="rId4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11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8.xml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2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6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2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42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46.png"/><Relationship Id="rId7" Type="http://schemas.openxmlformats.org/officeDocument/2006/relationships/image" Target="../media/image39.png"/><Relationship Id="rId12" Type="http://schemas.openxmlformats.org/officeDocument/2006/relationships/customXml" Target="../ink/ink19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2" Type="http://schemas.openxmlformats.org/officeDocument/2006/relationships/slideLayout" Target="../slideLayouts/slideLayout11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1" Type="http://schemas.openxmlformats.org/officeDocument/2006/relationships/tags" Target="../tags/tag43.xml"/><Relationship Id="rId6" Type="http://schemas.openxmlformats.org/officeDocument/2006/relationships/customXml" Target="../ink/ink16.xml"/><Relationship Id="rId11" Type="http://schemas.openxmlformats.org/officeDocument/2006/relationships/image" Target="../media/image41.png"/><Relationship Id="rId24" Type="http://schemas.openxmlformats.org/officeDocument/2006/relationships/customXml" Target="../ink/ink25.xml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10" Type="http://schemas.openxmlformats.org/officeDocument/2006/relationships/customXml" Target="../ink/ink18.xml"/><Relationship Id="rId19" Type="http://schemas.openxmlformats.org/officeDocument/2006/relationships/image" Target="../media/image45.png"/><Relationship Id="rId4" Type="http://schemas.openxmlformats.org/officeDocument/2006/relationships/customXml" Target="../ink/ink15.xml"/><Relationship Id="rId9" Type="http://schemas.openxmlformats.org/officeDocument/2006/relationships/image" Target="../media/image40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tags" Target="../tags/tag47.xml"/><Relationship Id="rId7" Type="http://schemas.openxmlformats.org/officeDocument/2006/relationships/oleObject" Target="../embeddings/oleObject1.bin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50.jpe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8D1E2F-6529-35FF-B0DF-5896DD59D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E-BOX AETS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432506-4F8E-1FA9-4197-941AB23E6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Vojtěch Míček</a:t>
            </a:r>
          </a:p>
          <a:p>
            <a:r>
              <a:rPr lang="en-US" dirty="0"/>
              <a:t>19.3.2026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E33B87B-67D1-105B-0F71-892131A94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rgbClr val="619685"/>
          </a:solidFill>
        </p:spPr>
        <p:txBody>
          <a:bodyPr/>
          <a:lstStyle/>
          <a:p>
            <a:endParaRPr lang="en-CA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37FF49E-EE30-F9F2-64AA-EAE8331E60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FC36CB0-59B5-03C8-EAF9-13D37B989EAE}"/>
              </a:ext>
            </a:extLst>
          </p:cNvPr>
          <p:cNvSpPr txBox="1"/>
          <p:nvPr/>
        </p:nvSpPr>
        <p:spPr>
          <a:xfrm>
            <a:off x="479375" y="1340580"/>
            <a:ext cx="11233152" cy="2232000"/>
          </a:xfrm>
          <a:prstGeom prst="rect">
            <a:avLst/>
          </a:prstGeom>
          <a:solidFill>
            <a:srgbClr val="619685"/>
          </a:solidFill>
        </p:spPr>
        <p:txBody>
          <a:bodyPr wrap="square" lIns="0" tIns="0" rIns="288000" bIns="3600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6500" cap="all" spc="-50" dirty="0">
                <a:solidFill>
                  <a:srgbClr val="005E46"/>
                </a:solidFill>
                <a:latin typeface="Noto Sans Black" panose="020B0A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Diploma thesis: E-BOX AETS</a:t>
            </a:r>
            <a:endParaRPr kumimoji="0" lang="en-US" sz="6500" b="0" i="0" u="none" strike="noStrike" kern="1200" cap="all" spc="-50" normalizeH="0" baseline="0" noProof="0" dirty="0">
              <a:ln>
                <a:noFill/>
              </a:ln>
              <a:solidFill>
                <a:srgbClr val="C9DAD4"/>
              </a:solidFill>
              <a:effectLst/>
              <a:uLnTx/>
              <a:uFillTx/>
              <a:latin typeface="Noto Sans Black" panose="020B0A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72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A4F0E29-DA12-D65F-E830-6F04D24B8D1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description of the system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2FED09-D15B-1061-0CA9-2091B2BA6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A074C-3FBE-AA7D-A6E2-7D03F3AE8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687" y="533732"/>
            <a:ext cx="7829588" cy="6050136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36150D9D-52C1-46D4-BD46-79AF379FDBAE}"/>
              </a:ext>
            </a:extLst>
          </p:cNvPr>
          <p:cNvSpPr/>
          <p:nvPr/>
        </p:nvSpPr>
        <p:spPr>
          <a:xfrm>
            <a:off x="551976" y="2848287"/>
            <a:ext cx="5544024" cy="2263853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Laboratory equipment for electrical testing of automotive components</a:t>
            </a:r>
          </a:p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Combines relay and MOSFET branches, local UI and PC control</a:t>
            </a:r>
          </a:p>
          <a:p>
            <a:pPr marL="171450" indent="-171450">
              <a:lnSpc>
                <a:spcPct val="300000"/>
              </a:lnSpc>
              <a:spcBef>
                <a:spcPts val="1200"/>
              </a:spcBef>
            </a:pPr>
            <a:r>
              <a:rPr lang="en-US" sz="1200" dirty="0">
                <a:solidFill>
                  <a:schemeClr val="dk1"/>
                </a:solidFill>
                <a:latin typeface="Noto Sans" panose="020B0502040504020204" pitchFamily="34" charset="0"/>
              </a:rPr>
              <a:t>Designed for faster, repeatable, safer and easier testing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F5749EB-7C35-8BB1-64B2-83E28DCE19EE}"/>
              </a:ext>
            </a:extLst>
          </p:cNvPr>
          <p:cNvSpPr/>
          <p:nvPr/>
        </p:nvSpPr>
        <p:spPr>
          <a:xfrm>
            <a:off x="551976" y="2095810"/>
            <a:ext cx="5544024" cy="752477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AETS</a:t>
            </a:r>
            <a:br>
              <a:rPr lang="en-US" sz="1200" b="1" dirty="0">
                <a:solidFill>
                  <a:schemeClr val="bg1"/>
                </a:solidFill>
                <a:latin typeface="+mj-lt"/>
              </a:rPr>
            </a:br>
            <a:r>
              <a:rPr lang="en-US" sz="1200" b="1" dirty="0">
                <a:solidFill>
                  <a:schemeClr val="bg1"/>
                </a:solidFill>
                <a:latin typeface="+mj-lt"/>
              </a:rPr>
              <a:t>Automated Electrical Testing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35011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550E-7DAB-7009-2F3F-BFFDC16D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0E21FD0-838F-46EF-D7A7-0F17263D2E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Why was the device developed?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991D67-82E5-F861-640C-3CDCCC850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91A2D1-090E-6A8D-1C4C-E678D118525B}"/>
              </a:ext>
            </a:extLst>
          </p:cNvPr>
          <p:cNvSpPr/>
          <p:nvPr/>
        </p:nvSpPr>
        <p:spPr>
          <a:xfrm>
            <a:off x="479375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Acceleration of repetitive electrical tests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Universal platform across EE Teams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Reproducibility of test sequences.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7A276B-706E-23A0-5678-27A5AEA9437D}"/>
              </a:ext>
            </a:extLst>
          </p:cNvPr>
          <p:cNvSpPr/>
          <p:nvPr/>
        </p:nvSpPr>
        <p:spPr>
          <a:xfrm>
            <a:off x="479375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Need in practice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F817C-5450-A8BD-350A-8E75EBE09DA8}"/>
              </a:ext>
            </a:extLst>
          </p:cNvPr>
          <p:cNvSpPr/>
          <p:nvPr/>
        </p:nvSpPr>
        <p:spPr>
          <a:xfrm>
            <a:off x="4271392" y="2506168"/>
            <a:ext cx="3648016" cy="269555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Switching of tested branches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switching capabilities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Basic internal supervision of test progress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Communication with host PC with option to remotely control the device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3984504-C12A-08B8-172E-96B5E4AEEAB4}"/>
              </a:ext>
            </a:extLst>
          </p:cNvPr>
          <p:cNvSpPr/>
          <p:nvPr/>
        </p:nvSpPr>
        <p:spPr>
          <a:xfrm>
            <a:off x="4271392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What it does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6EEE779-2FF6-274F-E64F-674EFE50C976}"/>
              </a:ext>
            </a:extLst>
          </p:cNvPr>
          <p:cNvSpPr/>
          <p:nvPr/>
        </p:nvSpPr>
        <p:spPr>
          <a:xfrm>
            <a:off x="8063408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ON/OFF tests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Switching sequences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switching for INRUSH current testing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Long-term cyclic tests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50581B8-071F-65B1-24EC-8253BDE1E34E}"/>
              </a:ext>
            </a:extLst>
          </p:cNvPr>
          <p:cNvSpPr/>
          <p:nvPr/>
        </p:nvSpPr>
        <p:spPr>
          <a:xfrm>
            <a:off x="8063408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Typical usage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17DB9A-B3BC-1A2F-5A87-D586BDD5CDDE}"/>
                  </a:ext>
                </a:extLst>
              </p14:cNvPr>
              <p14:cNvContentPartPr/>
              <p14:nvPr/>
            </p14:nvContentPartPr>
            <p14:xfrm>
              <a:off x="7090743" y="3079685"/>
              <a:ext cx="360" cy="216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17DB9A-B3BC-1A2F-5A87-D586BDD5CD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84623" y="3073565"/>
                <a:ext cx="126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C4C330C-9C5D-5A5D-B8D4-D9FB1D7409FA}"/>
                  </a:ext>
                </a:extLst>
              </p14:cNvPr>
              <p14:cNvContentPartPr/>
              <p14:nvPr/>
            </p14:nvContentPartPr>
            <p14:xfrm>
              <a:off x="7077783" y="3399365"/>
              <a:ext cx="29520" cy="44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C4C330C-9C5D-5A5D-B8D4-D9FB1D7409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663" y="3393245"/>
                <a:ext cx="41760" cy="565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9578735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7878-B847-9ED6-1CD1-7ED02340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32101E8-A5A9-AF94-1BB8-8BA3F55C225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Brief description of how the system 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991A67-F059-B79D-8DF5-3FA73D252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BC3CDA43-0B88-3FA8-276B-B024A805EF1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62044612"/>
              </p:ext>
            </p:extLst>
          </p:nvPr>
        </p:nvGraphicFramePr>
        <p:xfrm>
          <a:off x="479425" y="1094360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B490FAD7-ADB6-4FBE-373C-E20E2C019C07}"/>
              </a:ext>
            </a:extLst>
          </p:cNvPr>
          <p:cNvSpPr txBox="1">
            <a:spLocks/>
          </p:cNvSpPr>
          <p:nvPr/>
        </p:nvSpPr>
        <p:spPr>
          <a:xfrm>
            <a:off x="8058962" y="390261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Additional functions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Advanced UI, Trigger, Relay cycle counter &amp; </a:t>
            </a:r>
            <a:r>
              <a:rPr lang="en-US" dirty="0">
                <a:solidFill>
                  <a:srgbClr val="646464"/>
                </a:solidFill>
                <a:latin typeface="Noto Sans"/>
                <a:ea typeface="Noto Sans" panose="020B0502040504020204" pitchFamily="34"/>
                <a:cs typeface="Noto Sans" panose="020B0502040504020204" pitchFamily="34"/>
              </a:rPr>
              <a:t>c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urrent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Noto Sans"/>
                <a:ea typeface="Noto Sans" panose="020B0502040504020204" pitchFamily="34"/>
                <a:cs typeface="Noto Sans" panose="020B0502040504020204" pitchFamily="34"/>
              </a:rPr>
              <a:t> monitoring, External MOSFET control</a:t>
            </a: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5F136ADB-1B38-FD23-8A6A-C6C71C7B789B}"/>
              </a:ext>
            </a:extLst>
          </p:cNvPr>
          <p:cNvSpPr txBox="1">
            <a:spLocks/>
          </p:cNvSpPr>
          <p:nvPr/>
        </p:nvSpPr>
        <p:spPr>
          <a:xfrm>
            <a:off x="4269169" y="390261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MOSFETs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Fast switching for precise timing, short pulses, and monitoring of transient signals.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BC063149-A4C3-C424-D8C1-0606BAD37A02}"/>
              </a:ext>
            </a:extLst>
          </p:cNvPr>
          <p:cNvSpPr txBox="1">
            <a:spLocks/>
          </p:cNvSpPr>
          <p:nvPr/>
        </p:nvSpPr>
        <p:spPr>
          <a:xfrm>
            <a:off x="479376" y="390261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Relays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Robust switching, low contact resistance, suitable for normal ON/OFF sequences and long-term cycles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20E2CB-85E5-626F-D2E9-20EE75792561}"/>
                  </a:ext>
                </a:extLst>
              </p14:cNvPr>
              <p14:cNvContentPartPr/>
              <p14:nvPr/>
            </p14:nvContentPartPr>
            <p14:xfrm>
              <a:off x="7394583" y="4466045"/>
              <a:ext cx="159480" cy="160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20E2CB-85E5-626F-D2E9-20EE757925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88463" y="4459925"/>
                <a:ext cx="17172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0F91C93-99E8-5908-A4AB-674267AF3567}"/>
              </a:ext>
            </a:extLst>
          </p:cNvPr>
          <p:cNvGrpSpPr/>
          <p:nvPr/>
        </p:nvGrpSpPr>
        <p:grpSpPr>
          <a:xfrm>
            <a:off x="4537623" y="4743605"/>
            <a:ext cx="2984760" cy="18360"/>
            <a:chOff x="4537623" y="4743605"/>
            <a:chExt cx="2984760" cy="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570F1E8-F5E5-7908-49CE-47E8DC022CFC}"/>
                    </a:ext>
                  </a:extLst>
                </p14:cNvPr>
                <p14:cNvContentPartPr/>
                <p14:nvPr/>
              </p14:nvContentPartPr>
              <p14:xfrm>
                <a:off x="4537623" y="4743605"/>
                <a:ext cx="2612520" cy="18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570F1E8-F5E5-7908-49CE-47E8DC022C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31503" y="4737485"/>
                  <a:ext cx="2624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15339FF-4AD7-F472-9006-485558DC01ED}"/>
                    </a:ext>
                  </a:extLst>
                </p14:cNvPr>
                <p14:cNvContentPartPr/>
                <p14:nvPr/>
              </p14:nvContentPartPr>
              <p14:xfrm>
                <a:off x="7522023" y="4744325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15339FF-4AD7-F472-9006-485558DC01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15903" y="473820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6FEB3F7-D767-02FD-B1C2-4A0F86ACBCAD}"/>
                  </a:ext>
                </a:extLst>
              </p14:cNvPr>
              <p14:cNvContentPartPr/>
              <p14:nvPr/>
            </p14:nvContentPartPr>
            <p14:xfrm>
              <a:off x="759063" y="4538405"/>
              <a:ext cx="1362240" cy="78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6FEB3F7-D767-02FD-B1C2-4A0F86ACBC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2943" y="4532285"/>
                <a:ext cx="13744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965B5ED-EA47-5C5B-E1B8-90A916B54CEF}"/>
                  </a:ext>
                </a:extLst>
              </p14:cNvPr>
              <p14:cNvContentPartPr/>
              <p14:nvPr/>
            </p14:nvContentPartPr>
            <p14:xfrm>
              <a:off x="767343" y="4968605"/>
              <a:ext cx="786240" cy="20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965B5ED-EA47-5C5B-E1B8-90A916B54CE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1223" y="4962485"/>
                <a:ext cx="7984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5CE738-A744-F371-2A57-602AEC9DB59F}"/>
                  </a:ext>
                </a:extLst>
              </p14:cNvPr>
              <p14:cNvContentPartPr/>
              <p14:nvPr/>
            </p14:nvContentPartPr>
            <p14:xfrm>
              <a:off x="2294463" y="4726685"/>
              <a:ext cx="906840" cy="180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5CE738-A744-F371-2A57-602AEC9DB5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88343" y="4720565"/>
                <a:ext cx="91908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5DF8D5C1-133E-97E8-3C53-243FC2029998}"/>
              </a:ext>
            </a:extLst>
          </p:cNvPr>
          <p:cNvGrpSpPr/>
          <p:nvPr/>
        </p:nvGrpSpPr>
        <p:grpSpPr>
          <a:xfrm>
            <a:off x="3439623" y="4356245"/>
            <a:ext cx="545760" cy="235440"/>
            <a:chOff x="3439623" y="4356245"/>
            <a:chExt cx="54576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5B3951-5716-9731-4873-4688E93C1925}"/>
                    </a:ext>
                  </a:extLst>
                </p14:cNvPr>
                <p14:cNvContentPartPr/>
                <p14:nvPr/>
              </p14:nvContentPartPr>
              <p14:xfrm>
                <a:off x="3439623" y="4451285"/>
                <a:ext cx="102960" cy="14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5B3951-5716-9731-4873-4688E93C19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33503" y="4445165"/>
                  <a:ext cx="115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4F7A6D-6732-331D-5604-91431770D049}"/>
                    </a:ext>
                  </a:extLst>
                </p14:cNvPr>
                <p14:cNvContentPartPr/>
                <p14:nvPr/>
              </p14:nvContentPartPr>
              <p14:xfrm>
                <a:off x="3545463" y="4493405"/>
                <a:ext cx="170640" cy="79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4F7A6D-6732-331D-5604-91431770D04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39343" y="4487285"/>
                  <a:ext cx="182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79EC3E-3FCD-E46E-6209-D7D323E79E21}"/>
                    </a:ext>
                  </a:extLst>
                </p14:cNvPr>
                <p14:cNvContentPartPr/>
                <p14:nvPr/>
              </p14:nvContentPartPr>
              <p14:xfrm>
                <a:off x="3734823" y="4356245"/>
                <a:ext cx="9360" cy="179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79EC3E-3FCD-E46E-6209-D7D323E79E2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28703" y="4350125"/>
                  <a:ext cx="21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3D7431-DC22-DEF9-E9C1-6BE0793E13DF}"/>
                    </a:ext>
                  </a:extLst>
                </p14:cNvPr>
                <p14:cNvContentPartPr/>
                <p14:nvPr/>
              </p14:nvContentPartPr>
              <p14:xfrm>
                <a:off x="3795303" y="4476845"/>
                <a:ext cx="43920" cy="69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3D7431-DC22-DEF9-E9C1-6BE0793E13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89183" y="4470725"/>
                  <a:ext cx="56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7CE65D-3529-8947-53DC-2F56E91B68CE}"/>
                    </a:ext>
                  </a:extLst>
                </p14:cNvPr>
                <p14:cNvContentPartPr/>
                <p14:nvPr/>
              </p14:nvContentPartPr>
              <p14:xfrm>
                <a:off x="3887463" y="4451285"/>
                <a:ext cx="97920" cy="131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7CE65D-3529-8947-53DC-2F56E91B68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81343" y="4445165"/>
                  <a:ext cx="110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B8ACD8-C383-DD90-6F99-03A799D282FE}"/>
                    </a:ext>
                  </a:extLst>
                </p14:cNvPr>
                <p14:cNvContentPartPr/>
                <p14:nvPr/>
              </p14:nvContentPartPr>
              <p14:xfrm>
                <a:off x="3898983" y="4520045"/>
                <a:ext cx="8568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B8ACD8-C383-DD90-6F99-03A799D282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92863" y="4513925"/>
                  <a:ext cx="9792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9777727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2B45-764C-3EFD-179B-2B8403CF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29C37CC-20EF-4BE6-472C-1C269563142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Brief description of how the system works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68C659-C6FA-11AA-0067-5B672318A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287F0E-1149-35ED-A38B-58117E88A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4627" y="1029875"/>
            <a:ext cx="7199638" cy="54410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130361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6ED4-C658-5692-259C-D60A0BF6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CD91996-3E48-E6C6-2DCA-9592D48EF0C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Connectors and interfaces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F799D0-3A90-75E7-FDD7-3EACBEF1EA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2" name="Inhaltsplatzhalter 16">
            <a:extLst>
              <a:ext uri="{FF2B5EF4-FFF2-40B4-BE49-F238E27FC236}">
                <a16:creationId xmlns:a16="http://schemas.microsoft.com/office/drawing/2014/main" id="{A1C40D44-4043-3B8F-6B83-A4BE022788EA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rcRect/>
          <a:stretch/>
        </p:blipFill>
        <p:spPr bwMode="gray">
          <a:xfrm>
            <a:off x="953876" y="3826260"/>
            <a:ext cx="4181345" cy="234742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C6C6C6"/>
                </a:solidFill>
              </a14:hiddenLine>
            </a:ext>
          </a:extLst>
        </p:spPr>
      </p:pic>
      <p:sp>
        <p:nvSpPr>
          <p:cNvPr id="4" name="Rechteck 4">
            <a:extLst>
              <a:ext uri="{FF2B5EF4-FFF2-40B4-BE49-F238E27FC236}">
                <a16:creationId xmlns:a16="http://schemas.microsoft.com/office/drawing/2014/main" id="{A920D084-316A-60B2-1B0D-3A75EC133934}"/>
              </a:ext>
            </a:extLst>
          </p:cNvPr>
          <p:cNvSpPr/>
          <p:nvPr/>
        </p:nvSpPr>
        <p:spPr>
          <a:xfrm>
            <a:off x="953876" y="1340580"/>
            <a:ext cx="5616576" cy="234742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6" name="Gruppieren 29">
            <a:extLst>
              <a:ext uri="{FF2B5EF4-FFF2-40B4-BE49-F238E27FC236}">
                <a16:creationId xmlns:a16="http://schemas.microsoft.com/office/drawing/2014/main" id="{14D9C68F-0166-A5F4-57F7-91C332A50710}"/>
              </a:ext>
            </a:extLst>
          </p:cNvPr>
          <p:cNvGrpSpPr/>
          <p:nvPr/>
        </p:nvGrpSpPr>
        <p:grpSpPr>
          <a:xfrm>
            <a:off x="1241252" y="1627199"/>
            <a:ext cx="4702348" cy="1839461"/>
            <a:chOff x="766800" y="1627200"/>
            <a:chExt cx="3859200" cy="1358649"/>
          </a:xfrm>
        </p:grpSpPr>
        <p:sp>
          <p:nvSpPr>
            <p:cNvPr id="7" name="Basic text boxes / 1/4 page / right">
              <a:extLst>
                <a:ext uri="{FF2B5EF4-FFF2-40B4-BE49-F238E27FC236}">
                  <a16:creationId xmlns:a16="http://schemas.microsoft.com/office/drawing/2014/main" id="{FE6159FA-29E0-059A-50FA-99F70E36FCCF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Control Connectors</a:t>
              </a:r>
            </a:p>
          </p:txBody>
        </p:sp>
        <p:sp>
          <p:nvSpPr>
            <p:cNvPr id="9" name="Basic text boxes / 1/4 page / right">
              <a:extLst>
                <a:ext uri="{FF2B5EF4-FFF2-40B4-BE49-F238E27FC236}">
                  <a16:creationId xmlns:a16="http://schemas.microsoft.com/office/drawing/2014/main" id="{C3134BC3-D930-E68F-1559-AC14380B50E5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766800" y="1951698"/>
              <a:ext cx="3859200" cy="103415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12 V DC power supply jack</a:t>
              </a:r>
            </a:p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2x BNC input for external control of MOSFETs </a:t>
              </a:r>
            </a:p>
            <a:p>
              <a:pPr marL="171450" lvl="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BNC TRIGGER output for synchronization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DSUB-9 CAN OUTPUT for extended communication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USB for connection to a PC and remote control</a:t>
              </a:r>
            </a:p>
          </p:txBody>
        </p:sp>
      </p:grpSp>
      <p:pic>
        <p:nvPicPr>
          <p:cNvPr id="10" name="Inhaltsplatzhalter 16">
            <a:extLst>
              <a:ext uri="{FF2B5EF4-FFF2-40B4-BE49-F238E27FC236}">
                <a16:creationId xmlns:a16="http://schemas.microsoft.com/office/drawing/2014/main" id="{4C50E194-7CF3-C76E-0670-5ACAEA207961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rcRect/>
          <a:stretch/>
        </p:blipFill>
        <p:spPr bwMode="gray">
          <a:xfrm>
            <a:off x="6768457" y="1340580"/>
            <a:ext cx="4181345" cy="234742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C6C6C6"/>
                </a:solidFill>
              </a14:hiddenLine>
            </a:ext>
          </a:extLst>
        </p:spPr>
      </p:pic>
      <p:sp>
        <p:nvSpPr>
          <p:cNvPr id="11" name="Rechteck 24">
            <a:extLst>
              <a:ext uri="{FF2B5EF4-FFF2-40B4-BE49-F238E27FC236}">
                <a16:creationId xmlns:a16="http://schemas.microsoft.com/office/drawing/2014/main" id="{4988FC84-EF37-4FAA-FB58-68D8EF0ADAE4}"/>
              </a:ext>
            </a:extLst>
          </p:cNvPr>
          <p:cNvSpPr/>
          <p:nvPr/>
        </p:nvSpPr>
        <p:spPr>
          <a:xfrm>
            <a:off x="5335735" y="3817965"/>
            <a:ext cx="5616576" cy="2347422"/>
          </a:xfrm>
          <a:prstGeom prst="rect">
            <a:avLst/>
          </a:prstGeom>
          <a:solidFill>
            <a:srgbClr val="EBEB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6" name="Gruppieren 29">
            <a:extLst>
              <a:ext uri="{FF2B5EF4-FFF2-40B4-BE49-F238E27FC236}">
                <a16:creationId xmlns:a16="http://schemas.microsoft.com/office/drawing/2014/main" id="{4911A689-F8C0-2E01-6B1E-016FAEB86DFE}"/>
              </a:ext>
            </a:extLst>
          </p:cNvPr>
          <p:cNvGrpSpPr/>
          <p:nvPr/>
        </p:nvGrpSpPr>
        <p:grpSpPr>
          <a:xfrm>
            <a:off x="5620604" y="4130836"/>
            <a:ext cx="3859200" cy="828995"/>
            <a:chOff x="766800" y="1627200"/>
            <a:chExt cx="3859200" cy="828995"/>
          </a:xfrm>
        </p:grpSpPr>
        <p:sp>
          <p:nvSpPr>
            <p:cNvPr id="17" name="Basic text boxes / 1/4 page / right">
              <a:extLst>
                <a:ext uri="{FF2B5EF4-FFF2-40B4-BE49-F238E27FC236}">
                  <a16:creationId xmlns:a16="http://schemas.microsoft.com/office/drawing/2014/main" id="{3754AE29-54B1-1732-E9CE-423E82679288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>
            <a:xfrm>
              <a:off x="766800" y="1627200"/>
              <a:ext cx="3859200" cy="32449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0" tIns="0" rIns="0" bIns="10800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6E5D"/>
                </a:buClr>
                <a:buSzPct val="100000"/>
                <a:buFont typeface="Calibri" panose="020F0502020204030204" pitchFamily="34" charset="0"/>
                <a:buChar char="•"/>
                <a:def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Noto Sans"/>
                  <a:ea typeface="+mn-ea"/>
                  <a:cs typeface="+mn-cs"/>
                </a:rPr>
                <a:t>Test Connectors</a:t>
              </a:r>
            </a:p>
          </p:txBody>
        </p:sp>
        <p:sp>
          <p:nvSpPr>
            <p:cNvPr id="18" name="Basic text boxes / 1/4 page / right">
              <a:extLst>
                <a:ext uri="{FF2B5EF4-FFF2-40B4-BE49-F238E27FC236}">
                  <a16:creationId xmlns:a16="http://schemas.microsoft.com/office/drawing/2014/main" id="{EE6040CC-47B8-7B2F-7ACB-DAFDFF19C968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766800" y="1951698"/>
              <a:ext cx="3859200" cy="50449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2880" indent="-18288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619685"/>
                </a:buClr>
                <a:buSzPct val="100000"/>
                <a:buFont typeface="Calibri" panose="020F050202020403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661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39496" indent="-1800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39496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Font typeface="Calibri" panose="020F050202020403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4330" lvl="1" indent="-171450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4 Relay Branches</a:t>
              </a:r>
            </a:p>
            <a:p>
              <a:pPr marL="354330" lvl="1" indent="-171450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C2C2C"/>
                  </a:solidFill>
                  <a:ea typeface="Noto Sans Black" panose="020B0A02040504020204" pitchFamily="34" charset="0"/>
                  <a:cs typeface="Noto Sans Black" panose="020B0A02040504020204" pitchFamily="34" charset="0"/>
                </a:rPr>
                <a:t>2 MOSFET switch pairs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3807370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DA04-5F6D-1C31-1417-BD5F0EA6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8F16B6A-1051-B172-3A1D-4A60B2D722A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/>
              <a:t>Complete Assembly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46F43F-16F7-A829-EFB7-2D01EE04DB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B7BB9-6695-8B8E-26A1-56E657DBA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827" y="1227937"/>
            <a:ext cx="6365475" cy="4845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723676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B064-3B91-0982-C7D5-12CD395D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DAADF62-BF51-2ADF-C192-D6A889C2D96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System configuration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03EB34-D5F4-C580-6196-AC160D225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graphicFrame>
        <p:nvGraphicFramePr>
          <p:cNvPr id="2" name="Process">
            <a:extLst>
              <a:ext uri="{FF2B5EF4-FFF2-40B4-BE49-F238E27FC236}">
                <a16:creationId xmlns:a16="http://schemas.microsoft.com/office/drawing/2014/main" id="{DBF9606C-B5AF-04F5-A12B-DE62FC969973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0142366"/>
              </p:ext>
            </p:extLst>
          </p:nvPr>
        </p:nvGraphicFramePr>
        <p:xfrm>
          <a:off x="479425" y="3906568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FA9DB5B5-2312-67BA-38C5-52321E79B48E}"/>
              </a:ext>
            </a:extLst>
          </p:cNvPr>
          <p:cNvSpPr txBox="1">
            <a:spLocks/>
          </p:cNvSpPr>
          <p:nvPr/>
        </p:nvSpPr>
        <p:spPr>
          <a:xfrm>
            <a:off x="8058962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System options</a:t>
            </a:r>
          </a:p>
          <a:p>
            <a:pPr lvl="0">
              <a:lnSpc>
                <a:spcPct val="120000"/>
              </a:lnSpc>
              <a:defRPr/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Trigger, communication and data storage in profiles.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288E61B1-0278-0E21-787D-E6E9B54B9D80}"/>
              </a:ext>
            </a:extLst>
          </p:cNvPr>
          <p:cNvSpPr txBox="1">
            <a:spLocks/>
          </p:cNvSpPr>
          <p:nvPr/>
        </p:nvSpPr>
        <p:spPr>
          <a:xfrm>
            <a:off x="4269169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MOSFETs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Channel enable, turn-on time, turn-off time, internal or external control selection, and number of cycles.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D20A4C3-3DD9-D517-ED73-FE8D664D34D9}"/>
              </a:ext>
            </a:extLst>
          </p:cNvPr>
          <p:cNvSpPr txBox="1">
            <a:spLocks/>
          </p:cNvSpPr>
          <p:nvPr/>
        </p:nvSpPr>
        <p:spPr>
          <a:xfrm>
            <a:off x="479376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Relays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Channel enable, turn-on time, turn-off time, number of cycles, and internal current control limits.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092094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8CE7-05DE-7FEC-6F05-91E155B6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FF9F503-AC10-0B48-412A-221AAD8BEE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System configuration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BF5AD3-2305-171B-FEB7-4D24453C57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1C1BBC-1A9D-861F-E9F1-1B13967E8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975" y="1568929"/>
            <a:ext cx="5237568" cy="37201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48918A-98DE-13C5-065C-D7721E990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2268" y="966221"/>
            <a:ext cx="5595757" cy="55159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654180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9BFE-C6F0-709F-E558-C85AEB2A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64237C8-405B-CAF3-F72D-E322F7D7F2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navigation and modes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02EBD-34D5-2416-99EF-E7598BABE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9" name="Inhaltsplatzhalter 12">
            <a:extLst>
              <a:ext uri="{FF2B5EF4-FFF2-40B4-BE49-F238E27FC236}">
                <a16:creationId xmlns:a16="http://schemas.microsoft.com/office/drawing/2014/main" id="{B8D92905-9F67-9CE3-C766-51FB066A64F2}"/>
              </a:ext>
            </a:extLst>
          </p:cNvPr>
          <p:cNvSpPr txBox="1">
            <a:spLocks/>
          </p:cNvSpPr>
          <p:nvPr/>
        </p:nvSpPr>
        <p:spPr>
          <a:xfrm>
            <a:off x="8058962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TEST</a:t>
            </a:r>
          </a:p>
          <a:p>
            <a:pPr lvl="0">
              <a:lnSpc>
                <a:spcPct val="120000"/>
              </a:lnSpc>
              <a:defRPr/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Run sequence with supervision. In case of failure, the system will switch to a safe state and report the error.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D33A77F2-1F94-C6FE-2B5A-9643FC67EB34}"/>
              </a:ext>
            </a:extLst>
          </p:cNvPr>
          <p:cNvSpPr txBox="1">
            <a:spLocks/>
          </p:cNvSpPr>
          <p:nvPr/>
        </p:nvSpPr>
        <p:spPr>
          <a:xfrm>
            <a:off x="4269169" y="1642508"/>
            <a:ext cx="3644369" cy="2084400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REMOTE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Control from a PC via USB. Suitable for automation and integration into laboratory workflow.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Noto Sans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93C5F17-072E-71FD-BF54-583DFAF647A1}"/>
              </a:ext>
            </a:extLst>
          </p:cNvPr>
          <p:cNvSpPr txBox="1">
            <a:spLocks/>
          </p:cNvSpPr>
          <p:nvPr/>
        </p:nvSpPr>
        <p:spPr>
          <a:xfrm>
            <a:off x="479376" y="1642508"/>
            <a:ext cx="3644369" cy="2083336"/>
          </a:xfrm>
          <a:prstGeom prst="rect">
            <a:avLst/>
          </a:prstGeom>
          <a:solidFill>
            <a:srgbClr val="E7F0E7"/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Noto Sans"/>
                <a:ea typeface="+mn-ea"/>
                <a:cs typeface="+mn-cs"/>
              </a:rPr>
              <a:t>MANUAL</a:t>
            </a:r>
          </a:p>
          <a:p>
            <a:pPr lvl="0">
              <a:lnSpc>
                <a:spcPct val="120000"/>
              </a:lnSpc>
            </a:pPr>
            <a:r>
              <a:rPr lang="en-US" dirty="0">
                <a:solidFill>
                  <a:srgbClr val="646464"/>
                </a:solidFill>
                <a:ea typeface="Noto Sans" panose="020B0502040504020204" pitchFamily="34"/>
                <a:cs typeface="Noto Sans" panose="020B0502040504020204" pitchFamily="34"/>
              </a:rPr>
              <a:t>Local operation via display and encoder. Suitable for quick function checks, servicing, and simple sequences.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1252FF-764F-583E-11F7-5793794AF72A}"/>
              </a:ext>
            </a:extLst>
          </p:cNvPr>
          <p:cNvSpPr/>
          <p:nvPr/>
        </p:nvSpPr>
        <p:spPr>
          <a:xfrm>
            <a:off x="1207698" y="4063042"/>
            <a:ext cx="9644332" cy="243264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display shows the basic status of the device, function selection, and test progress.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encoder is used to navigate the menu, change parameters, and confirm selections.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The system can be controlled remotely using commands and telemetry/status information can be obtained.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Important operating data is stored in EEPROM and is retained in the event of a brownout.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863099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7927-CF00-3BFE-6A2D-9C4F4482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6AF2C79-5FB3-B0A8-507B-DD92F82A648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Basic navigation and modes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4CC506-1900-73E7-BC5B-1A6B21B93C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EE6F936-F2E1-AFB8-A638-9CD640A074A7}"/>
              </a:ext>
            </a:extLst>
          </p:cNvPr>
          <p:cNvSpPr/>
          <p:nvPr/>
        </p:nvSpPr>
        <p:spPr>
          <a:xfrm>
            <a:off x="479375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MANUAL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C9D45E-C1CE-68FF-5960-3083D4B0FA69}"/>
              </a:ext>
            </a:extLst>
          </p:cNvPr>
          <p:cNvSpPr/>
          <p:nvPr/>
        </p:nvSpPr>
        <p:spPr>
          <a:xfrm>
            <a:off x="4271392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REMOTE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02A1A2-F94B-5888-ED86-95B0CACD4CCF}"/>
              </a:ext>
            </a:extLst>
          </p:cNvPr>
          <p:cNvSpPr/>
          <p:nvPr/>
        </p:nvSpPr>
        <p:spPr>
          <a:xfrm>
            <a:off x="8063408" y="116806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 algn="ctr"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80B11-3B9E-CFC4-803A-3D4379B32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2537760"/>
            <a:ext cx="3648016" cy="1444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526807-4729-2C93-D3BF-E6B59AE3F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5" y="3954549"/>
            <a:ext cx="3648017" cy="1435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31CD9-D689-DCFE-B0AF-DAB745EA79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881"/>
          <a:stretch>
            <a:fillRect/>
          </a:stretch>
        </p:blipFill>
        <p:spPr>
          <a:xfrm>
            <a:off x="5198489" y="1791275"/>
            <a:ext cx="1793822" cy="4989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B5E40-057F-ADF0-3768-5412F554F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3222" y="2537760"/>
            <a:ext cx="3648016" cy="14252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1B1479-ED4B-38CD-57C1-281FE375B8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222" y="3944508"/>
            <a:ext cx="3648016" cy="14387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17919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4DF2-8781-5067-EF8A-79D4DD70A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4B0A5BF-727D-0CF5-2F65-F9D0BC797EF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Maximum values and performance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4E8316-4F74-DD30-3494-9F2340B17E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4BD0A9-746C-4D7A-8BA5-8C4AE1559EC2}"/>
              </a:ext>
            </a:extLst>
          </p:cNvPr>
          <p:cNvSpPr/>
          <p:nvPr/>
        </p:nvSpPr>
        <p:spPr>
          <a:xfrm>
            <a:off x="479375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4 channels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Continuous current up to 2.5 A per branch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Maximum switching voltage: 60 VDC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39C5D0-7FC1-54BB-4E14-D68CA8603436}"/>
              </a:ext>
            </a:extLst>
          </p:cNvPr>
          <p:cNvSpPr/>
          <p:nvPr/>
        </p:nvSpPr>
        <p:spPr>
          <a:xfrm>
            <a:off x="479375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RELAYS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9D3C-857A-3D74-1F83-0A7B90F4D2E2}"/>
              </a:ext>
            </a:extLst>
          </p:cNvPr>
          <p:cNvSpPr/>
          <p:nvPr/>
        </p:nvSpPr>
        <p:spPr>
          <a:xfrm>
            <a:off x="4271392" y="2506168"/>
            <a:ext cx="3648016" cy="269555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2 pairs of back-to-back MOSFETs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Continuous current up to 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Short-term(&lt;300 µs) inrush up to 40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Max. switching voltage: 80 VDC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AFFA02-40CE-2EF7-73CA-E47F72925ACF}"/>
              </a:ext>
            </a:extLst>
          </p:cNvPr>
          <p:cNvSpPr/>
          <p:nvPr/>
        </p:nvSpPr>
        <p:spPr>
          <a:xfrm>
            <a:off x="4271392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MOSFETS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4E40AA1-0175-BD49-AF98-C4F5471246E8}"/>
              </a:ext>
            </a:extLst>
          </p:cNvPr>
          <p:cNvSpPr/>
          <p:nvPr/>
        </p:nvSpPr>
        <p:spPr>
          <a:xfrm>
            <a:off x="8063408" y="2506167"/>
            <a:ext cx="3648016" cy="2695559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Relay response time in the order of milliseconds</a:t>
            </a:r>
          </a:p>
          <a:p>
            <a:pPr marL="171450" indent="-171450">
              <a:lnSpc>
                <a:spcPct val="2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MOSFET rise/fall time &lt;&lt; 100 µs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155530F-A626-F496-4966-60453C54538C}"/>
              </a:ext>
            </a:extLst>
          </p:cNvPr>
          <p:cNvSpPr/>
          <p:nvPr/>
        </p:nvSpPr>
        <p:spPr>
          <a:xfrm>
            <a:off x="8063408" y="2030690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Switching dynamics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260F3F-1D6D-11B9-29ED-D5FE6C10A0FB}"/>
              </a:ext>
            </a:extLst>
          </p:cNvPr>
          <p:cNvGrpSpPr/>
          <p:nvPr/>
        </p:nvGrpSpPr>
        <p:grpSpPr>
          <a:xfrm>
            <a:off x="8194863" y="4269845"/>
            <a:ext cx="1191600" cy="304920"/>
            <a:chOff x="8194863" y="4269845"/>
            <a:chExt cx="119160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BFA0120-83BD-B5C5-F5C1-0A2AB51E2D09}"/>
                    </a:ext>
                  </a:extLst>
                </p14:cNvPr>
                <p14:cNvContentPartPr/>
                <p14:nvPr/>
              </p14:nvContentPartPr>
              <p14:xfrm>
                <a:off x="8194863" y="4476845"/>
                <a:ext cx="7668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BFA0120-83BD-B5C5-F5C1-0A2AB51E2D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88743" y="4470725"/>
                  <a:ext cx="88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3F4A4B-94F8-6130-2470-384CE3079FFD}"/>
                    </a:ext>
                  </a:extLst>
                </p14:cNvPr>
                <p14:cNvContentPartPr/>
                <p14:nvPr/>
              </p14:nvContentPartPr>
              <p14:xfrm>
                <a:off x="8220783" y="4416725"/>
                <a:ext cx="360" cy="85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3F4A4B-94F8-6130-2470-384CE3079F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14663" y="4410605"/>
                  <a:ext cx="12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26359E-9DC7-6193-EBA6-E841D04B8D3F}"/>
                    </a:ext>
                  </a:extLst>
                </p14:cNvPr>
                <p14:cNvContentPartPr/>
                <p14:nvPr/>
              </p14:nvContentPartPr>
              <p14:xfrm>
                <a:off x="8656743" y="4269845"/>
                <a:ext cx="75600" cy="209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26359E-9DC7-6193-EBA6-E841D04B8D3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50623" y="4263725"/>
                  <a:ext cx="87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98FC6C-5798-10F8-D8C6-AF88D4F21615}"/>
                    </a:ext>
                  </a:extLst>
                </p14:cNvPr>
                <p14:cNvContentPartPr/>
                <p14:nvPr/>
              </p14:nvContentPartPr>
              <p14:xfrm>
                <a:off x="8780583" y="4401245"/>
                <a:ext cx="64080" cy="135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98FC6C-5798-10F8-D8C6-AF88D4F216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74463" y="4395125"/>
                  <a:ext cx="76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8406B6-982A-C898-9548-77177325779D}"/>
                    </a:ext>
                  </a:extLst>
                </p14:cNvPr>
                <p14:cNvContentPartPr/>
                <p14:nvPr/>
              </p14:nvContentPartPr>
              <p14:xfrm>
                <a:off x="8883903" y="4411685"/>
                <a:ext cx="59400" cy="9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8406B6-982A-C898-9548-7717732577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77783" y="4405565"/>
                  <a:ext cx="716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043534-D234-BA28-6457-FD4159712306}"/>
                    </a:ext>
                  </a:extLst>
                </p14:cNvPr>
                <p14:cNvContentPartPr/>
                <p14:nvPr/>
              </p14:nvContentPartPr>
              <p14:xfrm>
                <a:off x="9023583" y="4425005"/>
                <a:ext cx="69120" cy="10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043534-D234-BA28-6457-FD41597123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17463" y="4418885"/>
                  <a:ext cx="81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EEB5EFD-EB17-D773-CB9D-8A73F7B3B62D}"/>
                    </a:ext>
                  </a:extLst>
                </p14:cNvPr>
                <p14:cNvContentPartPr/>
                <p14:nvPr/>
              </p14:nvContentPartPr>
              <p14:xfrm>
                <a:off x="9149943" y="4469645"/>
                <a:ext cx="236520" cy="105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EEB5EFD-EB17-D773-CB9D-8A73F7B3B62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43823" y="4463525"/>
                  <a:ext cx="24876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A3FAA7-01DD-400C-0385-FC3CC0BEFA87}"/>
              </a:ext>
            </a:extLst>
          </p:cNvPr>
          <p:cNvGrpSpPr/>
          <p:nvPr/>
        </p:nvGrpSpPr>
        <p:grpSpPr>
          <a:xfrm>
            <a:off x="9556743" y="4169045"/>
            <a:ext cx="597240" cy="567720"/>
            <a:chOff x="9556743" y="4169045"/>
            <a:chExt cx="597240" cy="5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B3DD09-EFD5-ACCE-28A8-4116337EFD44}"/>
                    </a:ext>
                  </a:extLst>
                </p14:cNvPr>
                <p14:cNvContentPartPr/>
                <p14:nvPr/>
              </p14:nvContentPartPr>
              <p14:xfrm>
                <a:off x="9556743" y="4169045"/>
                <a:ext cx="149400" cy="317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B3DD09-EFD5-ACCE-28A8-4116337EFD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50623" y="4162925"/>
                  <a:ext cx="1616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61F937-0035-BFF1-DC9C-3A33B43FD612}"/>
                    </a:ext>
                  </a:extLst>
                </p14:cNvPr>
                <p14:cNvContentPartPr/>
                <p14:nvPr/>
              </p14:nvContentPartPr>
              <p14:xfrm>
                <a:off x="9719823" y="4347245"/>
                <a:ext cx="111960" cy="13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61F937-0035-BFF1-DC9C-3A33B43FD6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13703" y="4341125"/>
                  <a:ext cx="124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5F4E15-C573-7B82-8BB5-5C92DE5CB677}"/>
                    </a:ext>
                  </a:extLst>
                </p14:cNvPr>
                <p14:cNvContentPartPr/>
                <p14:nvPr/>
              </p14:nvContentPartPr>
              <p14:xfrm>
                <a:off x="9859503" y="4192445"/>
                <a:ext cx="9720" cy="282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5F4E15-C573-7B82-8BB5-5C92DE5CB6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53383" y="4186325"/>
                  <a:ext cx="219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C72BACA-9705-7A4B-066D-C80D950C158F}"/>
                    </a:ext>
                  </a:extLst>
                </p14:cNvPr>
                <p14:cNvContentPartPr/>
                <p14:nvPr/>
              </p14:nvContentPartPr>
              <p14:xfrm>
                <a:off x="9892263" y="4367045"/>
                <a:ext cx="208440" cy="11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C72BACA-9705-7A4B-066D-C80D950C15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86143" y="4360925"/>
                  <a:ext cx="220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29118D-8715-700E-BB74-CB0686F48EB7}"/>
                    </a:ext>
                  </a:extLst>
                </p14:cNvPr>
                <p14:cNvContentPartPr/>
                <p14:nvPr/>
              </p14:nvContentPartPr>
              <p14:xfrm>
                <a:off x="9995943" y="4364885"/>
                <a:ext cx="158040" cy="371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29118D-8715-700E-BB74-CB0686F48E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89823" y="4358765"/>
                  <a:ext cx="170280" cy="38412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705707968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E9B5-52F6-C8AB-98B9-8BD94F6C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98E4ED3-28C3-3BBA-3875-990FD831B8B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How can the system make work easier for test engineers?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866592-E2A0-675A-4AE0-833AEA54B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Diploma thesis: E-box </a:t>
            </a:r>
            <a:r>
              <a:rPr lang="en-US" dirty="0" err="1"/>
              <a:t>aets</a:t>
            </a:r>
            <a:endParaRPr lang="en-US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DDEB7CB-DADA-C6E9-E8B7-ADE837DEE5B2}"/>
              </a:ext>
            </a:extLst>
          </p:cNvPr>
          <p:cNvSpPr/>
          <p:nvPr/>
        </p:nvSpPr>
        <p:spPr>
          <a:xfrm>
            <a:off x="479375" y="1708031"/>
            <a:ext cx="7120497" cy="4673946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Faster repetition of test sequences without manual switching 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Integration of multiple switching options into a single device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Ability to control the test locally or remotely from a PC depending on the type of task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Easier synchronization with an oscilloscope or generator via trigger/BNC inputs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Storage of operating data and basic diagnostics of error states</a:t>
            </a:r>
          </a:p>
          <a:p>
            <a:pPr marL="171450" indent="-171450">
              <a:lnSpc>
                <a:spcPct val="20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Suitable basis for further expansion of test scenario automation in the laboratory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EDF78C2-67DC-4096-2B37-8653506103E2}"/>
              </a:ext>
            </a:extLst>
          </p:cNvPr>
          <p:cNvSpPr/>
          <p:nvPr/>
        </p:nvSpPr>
        <p:spPr>
          <a:xfrm>
            <a:off x="7941224" y="2183508"/>
            <a:ext cx="3648016" cy="4198468"/>
          </a:xfrm>
          <a:prstGeom prst="rect">
            <a:avLst/>
          </a:prstGeom>
          <a:solidFill>
            <a:srgbClr val="E7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AETS is a practical laboratory platform that combines: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robust switching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fast MOSFET actions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local and remote control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simple measurement synchronization</a:t>
            </a: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endParaRPr lang="en-US" sz="1400" dirty="0">
              <a:solidFill>
                <a:schemeClr val="dk1"/>
              </a:solidFill>
              <a:latin typeface="Noto Sans" panose="020B0502040504020204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chemeClr val="dk1"/>
                </a:solidFill>
                <a:latin typeface="Noto Sans" panose="020B0502040504020204" pitchFamily="34" charset="0"/>
              </a:rPr>
              <a:t>Goal: to simplify and speed up electrical component testing.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8DB0D59-C10B-EAA4-323E-68677D791C0E}"/>
              </a:ext>
            </a:extLst>
          </p:cNvPr>
          <p:cNvSpPr/>
          <p:nvPr/>
        </p:nvSpPr>
        <p:spPr>
          <a:xfrm>
            <a:off x="7941224" y="1708031"/>
            <a:ext cx="3648016" cy="537034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sz="1600" b="1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2385831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fnahme in Werkstatt_master">
            <a:extLst>
              <a:ext uri="{FF2B5EF4-FFF2-40B4-BE49-F238E27FC236}">
                <a16:creationId xmlns:a16="http://schemas.microsoft.com/office/drawing/2014/main" id="{D704C848-CE38-2225-5E57-1D3A05BAFD4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125" b="18125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8234AF4-219A-58A2-ABAD-04EF71172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gray">
          <a:xfrm>
            <a:off x="-1" y="0"/>
            <a:ext cx="12192001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txBody>
          <a:bodyPr vert="horz" wrap="square" lIns="36000" tIns="108000" rIns="36000" bIns="36000" rtlCol="0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Aft>
                <a:spcPts val="200"/>
              </a:spcAft>
              <a:buClr>
                <a:srgbClr val="00893D"/>
              </a:buClr>
            </a:pPr>
            <a:endParaRPr lang="en-US" sz="700" b="0" i="0" u="none" baseline="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7C2AA80F-D6EB-24F3-70D3-63C7CB688A6E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425" imgH="424" progId="TCLayout.ActiveDocument.1">
                  <p:embed/>
                </p:oleObj>
              </mc:Choice>
              <mc:Fallback>
                <p:oleObj name="think-cell Folie" r:id="rId7" imgW="425" imgH="424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2AA80F-D6EB-24F3-70D3-63C7CB688A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" name="Textfeld 310">
            <a:extLst>
              <a:ext uri="{FF2B5EF4-FFF2-40B4-BE49-F238E27FC236}">
                <a16:creationId xmlns:a16="http://schemas.microsoft.com/office/drawing/2014/main" id="{5F7459B5-5316-8747-E244-CD7105737FEE}"/>
              </a:ext>
            </a:extLst>
          </p:cNvPr>
          <p:cNvSpPr txBox="1"/>
          <p:nvPr/>
        </p:nvSpPr>
        <p:spPr bwMode="gray">
          <a:xfrm>
            <a:off x="2585424" y="2736503"/>
            <a:ext cx="7021153" cy="138499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93D"/>
              </a:buClr>
            </a:pPr>
            <a:r>
              <a:rPr lang="en-US" sz="9000" b="0" i="0" u="none" baseline="0" dirty="0">
                <a:solidFill>
                  <a:schemeClr val="lt1"/>
                </a:solidFill>
                <a:latin typeface="Noto Sans Black" panose="020B0A02040504020204" pitchFamily="34" charset="0"/>
                <a:ea typeface="Noto Sans Black" panose="020B0A02040504020204" pitchFamily="34" charset="0"/>
                <a:cs typeface="Noto Sans Black" panose="020B0A02040504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19205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MATCH_COLOR_SCHEME" val="True"/>
  <p:tag name="MIO_DBID" val="E0259410-156D-4F1A-B326-E95E43C8DB51"/>
  <p:tag name="MIO_FALLBACK_LAYOUT" val="7"/>
  <p:tag name="MIO_NUMBER_OF_VALID_LAYOUTS" val="22"/>
  <p:tag name="MIO_EKGUID" val="c6476605-5e77-479e-b465-e71c20aa6bf7"/>
  <p:tag name="MIO_EMBED_FONT" val="True"/>
  <p:tag name="MIO_VERSION" val="15.01.2024 11:06:04"/>
  <p:tag name="MIO_OBJECTNAME" val="240115_Schaeffler 2.0"/>
  <p:tag name="MIO_LASTDOWNLOADED" val="25.01.2024 08:00:07.032"/>
  <p:tag name="MIO_CDID" val="94cc635b-7ecc-4deb-9b4b-78c085535d7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PRESI_FIRST_SLIDENUMBER" val="1"/>
  <p:tag name="MIO_LASTEDITORNAME" val="haensch "/>
  <p:tag name="MIO_SKIPVERSION" val="01.01.0001 00:00:00"/>
  <p:tag name="MIO_EMBED_FONT" val="False"/>
  <p:tag name="MIO_MATCH_COLOR_SCHEME" val="True"/>
  <p:tag name="MIO_EKGUID" val="7033f438-9fc3-44c6-81b6-7109f953a073"/>
  <p:tag name="MIO_DBID" val="E0259410-156D-4F1A-B326-E95E43C8DB51"/>
  <p:tag name="MIO_OBJECTNAME" val="231120_Schaeffler 2.0 _V3"/>
  <p:tag name="MIO_FALLBACK_LAYOUT" val="7"/>
  <p:tag name="MIO_NUMBER_OF_VALID_LAYOUTS" val="22"/>
  <p:tag name="MIO_VERSION" val="20.11.2023 12:55:50"/>
  <p:tag name="MIO_LASTDOWNLOADED" val="20.11.2023 13:55:59.731"/>
  <p:tag name="MIO_CDID" val="94cc635b-7ecc-4deb-9b4b-78c085535d7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US"/>
  <p:tag name="MIO_USER_INPUT_OPTIONS" val="Copyright Schaeffler Sondermaschinenbau AG &amp; Co. KG – All rights reserved. |;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de-DE"/>
  <p:tag name="MIO_USER_INPUT_OPTIONS" val="Copyright Schaeffler Sondermaschinenbau AG &amp; Co. KG, 2024 – Alle Rechte vorbehalten. |;Copyright Schaeffler Technologies AG &amp; Co. KG, 2024 – Alle Rechte vorbehalten. |;Copyright Schaeffler AG, 2024 – Alle Rechte vorbehalten. |;Copyright Schaeffler Automotive Buehl GmbH &amp; Co. KG, 2024 – Alle Rechte vorbehalten. |;Copyright Schaeffler Global Services Europe Sp. z o.o.  – Alle Rechte vorbehalten. |;Copyright Schaeffler Brasil Ltda., 2024 – Alle Rechte vorbehalten. |;Copyright Schaeffler AP, 2024 – Alle Rechte vorbehalten. |;Copyright Schaeffler Digital Solutions GmbH, 2024 – Alle Rechte vorbehalten. |;Copyright Schaeffler Aerospace Germany GmbH &amp; Co. KG, 2024 – Alle Rechte vorbehalten. |;Copyright Schaeffler Automotive Aftermarket GmbH &amp; Co. KG, 2024 – Alle Rechte vorbehalten. |;Copyright Schaeffler ByWire Technologie GmbH &amp; Co. KG, 2024 – Alle Rechte vorbehalten. |;Copyright Schaeffler Immobilien AG &amp; Co.KG. – Alle Rechte vorbehalten. |;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pt-PT"/>
  <p:tag name="MIO_USER_INPUT_OPTIONS" val="Copyright Schaeffler Technologies AG &amp; Co. KG, 2024 – Todos os direitos reservados. |;Copyright Schaeffler AG, 2024 – Todos os direitos reservados. |;Copyright Schaeffler Automotive Buehl GmbH &amp; Co. KG, 2024 – Todos os direitos reservados. |;Copyright Schaeffler Global Services Europe Sp. z o.o. – Todos os direitos reservados. |;Copyright Schaeffler Brasil Ltda., 2024 – Todos os direitos reservados. |;Copyright Schaeffler AP, 2024 – Todos os direitos reservados. |;Copyright Schaeffler Automotive Aftermarket GmbH &amp; Co. KG, 2024 – Todos os direitos reservados. |;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SG"/>
  <p:tag name="MIO_USER_INPUT_OPTIONS" val="版权所有Schaeffler Technologies AG &amp; Co. KG保留所有权利, 客户特殊要求, 使用内部放行标准. |;版权所有Schaeffler AG保留所有权利, 客户特殊要求, 使用内部放行标准. |;版权所有Schaeffler Automotive Buehl GmbH &amp; Co. KG保留所有权利, 客户特殊要求, 使用内部放行标准. |;版权所有 Schaeffler Global Services Europe Sp. z o.o. – 保留所有权利, 客户特殊要求，使用内部放行标准. |;版权所有Schaeffler Brasil Ltda.保留所有权利, 客户特殊要求，使用内部放行标准. |;版权所有Schaeffler AP,保留所有权利, 客户特殊要求，使用内部放行标准. |;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n-GB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zh-CN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fr-FR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ru-RU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ja-JP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Copyright;Insert the right Copyright for your organization"/>
  <p:tag name="MIO_USER_INPUT_LANGUAGE" val="es-ES"/>
  <p:tag name="MIO_USER_INPUT_OPTIONS" val="Copyright Schaeffler Technologies AG &amp; Co. KG, 2024 – All rights reserved. |;Copyright Schaeffler AG, 2024 – All rights reserved. |;Copyright Schaeffler Automotive Buehl GmbH &amp; Co. KG, 2024 – All rights reserved. |;Copyright Schaeffler Global Services Europe Sp. z o.o. – All rights reserved. |;Copyright Schaeffler Brasil Ltda., 2024 – All rights reserved. |;Copyright Schaeffler AP, 2024 – All rights reserved. |;Copyright Schaeffler Group USA, Inc., 2024 – All rights reserved. | ;Copyright Schaeffler Digital Solutions GmbH, 2024 – All rights reserved. |;Copyright Schaeffler Aerospace Germany GmbH &amp; Co. KG, 2024 – All rights reserved. |;Copyright Schaeffler Automotive Aftermarket GmbH &amp; Co. KG, 2024 – All rights reserved. |;Copyright Schaeffler ByWire Technologie GmbH &amp; Co. KG, 2024 – All rights reserved. |;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7"/>
  <p:tag name="MIO_SHOW_FOOTER" val="False"/>
  <p:tag name="MIO_AVOID_BLANK_LAYOUT" val="True"/>
  <p:tag name="MIO_CD_LAYOUT_VALID_AREA" val="False"/>
  <p:tag name="MIO_EMBED_FONT" val="False"/>
  <p:tag name="MIO_NUMBER_OF_VALID_LAYOUTS" val="21"/>
  <p:tag name="MIO_EKGUID" val="c6476605-5e77-479e-b465-e71c20aa6bf7"/>
  <p:tag name="MIO_DBID" val="E0259410-156D-4F1A-B326-E95E43C8DB51"/>
  <p:tag name="MIO_SHOW_DATE" val="True"/>
  <p:tag name="MIO_SHOW_PAGENUMBER" val="True"/>
  <p:tag name="MIO_MATCH_COLOR_SCHEME" val="True"/>
  <p:tag name="MIO_OBJECTNAME" val="240627_Schaeffler 2.0"/>
  <p:tag name="MIO_VERSION" val="27.06.2024 17:51:19"/>
  <p:tag name="MIO_LASTDOWNLOADED" val="29.06.2024 06:25:21.766"/>
  <p:tag name="MIO_CDID" val="94cc635b-7ecc-4deb-9b4b-78c085535d7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7895862-2c23-4a15-be2f-c3df40f4e5e2"/>
  <p:tag name="MIO_EKGUID" val="aa10d203-e752-4ae8-ac40-8e43270ae473"/>
  <p:tag name="MIO_UPDATE" val="True"/>
  <p:tag name="MIO_VERSION" val="27.06.2024 17:33:13"/>
  <p:tag name="MIO_DBID" val="E0259410-156D-4F1A-B326-E95E43C8DB51"/>
  <p:tag name="MIO_LASTDOWNLOADED" val="29.06.2024 05:35:00.978"/>
  <p:tag name="MIO_OBJECTNAME" val="a / 1c Big Type title horizontal / Forest 60/20"/>
  <p:tag name="MIO_LASTEDITORNAME" val="Tatjana Haensch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5c8ecb2b-5915-4572-988a-05e4038b69f1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4460e40-a35f-4069-890c-24a5df810bdf"/>
  <p:tag name="MIO_EKGUID" val="cd7dd912-338e-4222-88ad-10a50cb616a7"/>
  <p:tag name="MIO_UPDATE" val="True"/>
  <p:tag name="MIO_VERSION" val="25.01.2024 07:36:00"/>
  <p:tag name="MIO_DBID" val="E0259410-156D-4F1A-B326-E95E43C8DB51"/>
  <p:tag name="MIO_LASTDOWNLOADED" val="15.02.2024 15:10:19.444"/>
  <p:tag name="MIO_OBJECTNAME" val="Basic text boxes / 1/4 page / right"/>
  <p:tag name="MIO_LASTEDITORNAME" val="Jezabel Brasch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546e354-2fb2-4c8c-ab7a-0a9454e748f1"/>
  <p:tag name="MIO_EKGUID" val="172ac437-d543-4457-9eab-d5970070991b"/>
  <p:tag name="MIO_UPDATE" val="True"/>
  <p:tag name="MIO_VERSION" val="27.06.2024 17:39:59"/>
  <p:tag name="MIO_DBID" val="E0259410-156D-4F1A-B326-E95E43C8DB51"/>
  <p:tag name="MIO_LASTDOWNLOADED" val="29.06.2024 05:34:23.887"/>
  <p:tag name="MIO_OBJECTNAME" val="b / Structuring content / Event introduction w/ image / Gray"/>
  <p:tag name="MIO_LASTEDITORNAME" val="Tatjana Haensch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9452ada-5b20-4df9-ba8a-1d878c8ac336"/>
  <p:tag name="MIO_EKGUID" val="ae388bbc-0cc9-42c5-a3f7-a17cceaa4c7c"/>
  <p:tag name="MIO_UPDATE" val="True"/>
  <p:tag name="MIO_VERSION" val="27.06.2024 17:40:45"/>
  <p:tag name="MIO_DBID" val="E0259410-156D-4F1A-B326-E95E43C8DB51"/>
  <p:tag name="MIO_LASTDOWNLOADED" val="29.06.2024 05:34:18.026"/>
  <p:tag name="MIO_OBJECTNAME" val="c / Conclution / Thank you w/ background image"/>
  <p:tag name="MIO_LASTEDITORNAME" val="Tatjana Haensch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17b4ce-ba24-413f-91a5-6c52b1e43a8b"/>
  <p:tag name="MIO_GUID" val="ea3c81d2-4282-4123-a686-42f2e0f1ebbf"/>
  <p:tag name="MIO_UPDATE" val="True"/>
  <p:tag name="MIO_VERSION" val="20.01.2021 13:33:01"/>
  <p:tag name="MIO_DBID" val="E0259410-156D-4F1A-B326-E95E43C8DB51"/>
  <p:tag name="MIO_LASTDOWNLOADED" val="13.09.2022 13:21:04.069"/>
  <p:tag name="MIO_OBJECTNAME" val="Aufnahme in Werkstatt_master"/>
  <p:tag name="MIO_LASTEDITORNAME" val="Kamil Karon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chaeffler 2.0">
  <a:themeElements>
    <a:clrScheme name="Schaeffler">
      <a:dk1>
        <a:srgbClr val="2C2C2C"/>
      </a:dk1>
      <a:lt1>
        <a:sysClr val="window" lastClr="FFFFFF"/>
      </a:lt1>
      <a:dk2>
        <a:srgbClr val="646464"/>
      </a:dk2>
      <a:lt2>
        <a:srgbClr val="EBEBEB"/>
      </a:lt2>
      <a:accent1>
        <a:srgbClr val="619685"/>
      </a:accent1>
      <a:accent2>
        <a:srgbClr val="AFC2C7"/>
      </a:accent2>
      <a:accent3>
        <a:srgbClr val="67898F"/>
      </a:accent3>
      <a:accent4>
        <a:srgbClr val="B5D384"/>
      </a:accent4>
      <a:accent5>
        <a:srgbClr val="20617C"/>
      </a:accent5>
      <a:accent6>
        <a:srgbClr val="94BF99"/>
      </a:accent6>
      <a:hlink>
        <a:srgbClr val="00893D"/>
      </a:hlink>
      <a:folHlink>
        <a:srgbClr val="00893D"/>
      </a:folHlink>
    </a:clrScheme>
    <a:fontScheme name="Schaeffler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EBEB"/>
        </a:solidFill>
        <a:ln>
          <a:noFill/>
        </a:ln>
      </a:spPr>
      <a:bodyPr lIns="54000" tIns="72000" rIns="54000" bIns="72000" rtlCol="0" anchor="ctr"/>
      <a:lstStyle>
        <a:defPPr algn="ctr">
          <a:lnSpc>
            <a:spcPct val="120000"/>
          </a:lnSpc>
          <a:spcBef>
            <a:spcPts val="600"/>
          </a:spcBef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rgbClr val="87878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20000"/>
          </a:lnSpc>
          <a:spcBef>
            <a:spcPts val="600"/>
          </a:spcBef>
          <a:defRPr sz="1200" dirty="0"/>
        </a:defPPr>
      </a:lstStyle>
    </a:txDef>
  </a:objectDefaults>
  <a:extraClrSchemeLst/>
  <a:custClrLst>
    <a:custClr name="Carbon 100 %">
      <a:srgbClr val="646464"/>
    </a:custClr>
    <a:custClr name="Forest 100 %">
      <a:srgbClr val="005E46"/>
    </a:custClr>
    <a:custClr name="Apple 100 %">
      <a:srgbClr val="A1C861"/>
    </a:custClr>
    <a:custClr name="Jade 100 %">
      <a:srgbClr val="73B281"/>
    </a:custClr>
    <a:custClr name="Navy 100 %">
      <a:srgbClr val="00445F"/>
    </a:custClr>
    <a:custClr name="Aqua 100 %">
      <a:srgbClr val="1C98B5"/>
    </a:custClr>
    <a:custClr name="Pigeon 100 %">
      <a:srgbClr val="476E75"/>
    </a:custClr>
    <a:custClr name="empty">
      <a:srgbClr val="FFFFFF"/>
    </a:custClr>
    <a:custClr name="Chili 100%">
      <a:srgbClr val="CB0B15"/>
    </a:custClr>
    <a:custClr name="Honey 100%">
      <a:srgbClr val="E9B300"/>
    </a:custClr>
    <a:custClr name="Carbon 80 %">
      <a:srgbClr val="878787"/>
    </a:custClr>
    <a:custClr name="Forest 80 %">
      <a:srgbClr val="237864"/>
    </a:custClr>
    <a:custClr name="Apple 80 %">
      <a:srgbClr val="B5D384"/>
    </a:custClr>
    <a:custClr name="Jade 80 %">
      <a:srgbClr val="94BF99"/>
    </a:custClr>
    <a:custClr name="Navy 80 %">
      <a:srgbClr val="20617C"/>
    </a:custClr>
    <a:custClr name="Aqua 80 %">
      <a:srgbClr val="60ABC4"/>
    </a:custClr>
    <a:custClr name="Pigeon 80 %">
      <a:srgbClr val="67898F"/>
    </a:custClr>
    <a:custClr name="empty">
      <a:srgbClr val="FFFFFF"/>
    </a:custClr>
    <a:custClr name="Chili 50%">
      <a:srgbClr val="E79278"/>
    </a:custClr>
    <a:custClr name="Honey 50%">
      <a:srgbClr val="F6D890"/>
    </a:custClr>
    <a:custClr name="Carbon 60 %">
      <a:srgbClr val="A8A8A8"/>
    </a:custClr>
    <a:custClr name="Forest 60 %">
      <a:srgbClr val="619685"/>
    </a:custClr>
    <a:custClr name="Apple 60 %">
      <a:srgbClr val="C9DEA5"/>
    </a:custClr>
    <a:custClr name="Jade 60 %">
      <a:srgbClr val="B2CFB3"/>
    </a:custClr>
    <a:custClr name="Navy 60 %">
      <a:srgbClr val="59839B"/>
    </a:custClr>
    <a:custClr name="Aqua 60 %">
      <a:srgbClr val="8CBFD3"/>
    </a:custClr>
    <a:custClr name="Pigeon 60 %">
      <a:srgbClr val="8BA6AB"/>
    </a:custClr>
    <a:custClr name="empty1">
      <a:srgbClr val="FFFFFF"/>
    </a:custClr>
    <a:custClr name="empty2">
      <a:srgbClr val="FFFFFF"/>
    </a:custClr>
    <a:custClr name="empty3">
      <a:srgbClr val="FFFFFF"/>
    </a:custClr>
    <a:custClr name="Carbon 40 %">
      <a:srgbClr val="C6C6C6"/>
    </a:custClr>
    <a:custClr name="Forest 40 %">
      <a:srgbClr val="95B7AB"/>
    </a:custClr>
    <a:custClr name="Apple 40 %">
      <a:srgbClr val="DCE9C5"/>
    </a:custClr>
    <a:custClr name="Jade 40 %">
      <a:srgbClr val="CDDFCD"/>
    </a:custClr>
    <a:custClr name="Navy 40 %">
      <a:srgbClr val="8DA8BC"/>
    </a:custClr>
    <a:custClr name="Aqua 40 %">
      <a:srgbClr val="B4D4E2"/>
    </a:custClr>
    <a:custClr name="Pigeon 40 %">
      <a:srgbClr val="AFC2C7"/>
    </a:custClr>
    <a:custClr name="Empty">
      <a:srgbClr val="FFFFFF"/>
    </a:custClr>
    <a:custClr name="Empty">
      <a:srgbClr val="FFFFFF"/>
    </a:custClr>
    <a:custClr name="Empty">
      <a:srgbClr val="FFFFFF"/>
    </a:custClr>
    <a:custClr name="Carbon 20 %">
      <a:srgbClr val="E3E3E3"/>
    </a:custClr>
    <a:custClr name="Forest 20 %">
      <a:srgbClr val="C9DAD4"/>
    </a:custClr>
    <a:custClr name="Apple 20 %">
      <a:srgbClr val="EDF4E3"/>
    </a:custClr>
    <a:custClr name="Jade 20 %">
      <a:srgbClr val="E7EFE6"/>
    </a:custClr>
    <a:custClr name="Navy 20 %">
      <a:srgbClr val="C4D1DD"/>
    </a:custClr>
    <a:custClr name="Aqua 20 %">
      <a:srgbClr val="D9E9F1"/>
    </a:custClr>
    <a:custClr name="Pigeon 20 %">
      <a:srgbClr val="D6E0E3"/>
    </a:custClr>
    <a:custClr name="Empty">
      <a:srgbClr val="FFFFFF"/>
    </a:custClr>
    <a:custClr name="Empty">
      <a:srgbClr val="FFFFFF"/>
    </a:custClr>
  </a:custClrLst>
  <a:extLst>
    <a:ext uri="{05A4C25C-085E-4340-85A3-A5531E510DB2}">
      <thm15:themeFamily xmlns:thm15="http://schemas.microsoft.com/office/thememl/2012/main" name="Default Theme.pptx" id="{78A2DC0C-7202-425F-80CE-13A5105907FD}" vid="{651B7F12-A4B3-4297-9752-71B493F754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9b77101-99b7-41c9-8d6a-7794b9d48476}" enabled="0" method="" siteId="{39b77101-99b7-41c9-8d6a-7794b9d48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</TotalTime>
  <Words>707</Words>
  <Application>Microsoft Office PowerPoint</Application>
  <PresentationFormat>Widescreen</PresentationFormat>
  <Paragraphs>119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Noto Sans</vt:lpstr>
      <vt:lpstr>Noto Sans Black</vt:lpstr>
      <vt:lpstr>Symbol</vt:lpstr>
      <vt:lpstr>Office Theme</vt:lpstr>
      <vt:lpstr>Schaeffler 2.0</vt:lpstr>
      <vt:lpstr>think-cell Folie</vt:lpstr>
      <vt:lpstr>Introduction to E-BOX AETS</vt:lpstr>
      <vt:lpstr>Basic description of the system</vt:lpstr>
      <vt:lpstr>Why was the device developed?</vt:lpstr>
      <vt:lpstr>Brief description of how the system works</vt:lpstr>
      <vt:lpstr>Brief description of how the system works</vt:lpstr>
      <vt:lpstr>Connectors and interfaces</vt:lpstr>
      <vt:lpstr>Complete Assembly</vt:lpstr>
      <vt:lpstr>System configuration</vt:lpstr>
      <vt:lpstr>System configuration</vt:lpstr>
      <vt:lpstr>Basic navigation and modes</vt:lpstr>
      <vt:lpstr>Basic navigation and modes</vt:lpstr>
      <vt:lpstr>Maximum values and performance </vt:lpstr>
      <vt:lpstr>How can the system make work easier for test engineers?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AETS – stručné představení systému</dc:title>
  <dc:subject>AETS overview</dc:subject>
  <dc:creator>OpenAI</dc:creator>
  <cp:lastModifiedBy>Micek, Vojtech</cp:lastModifiedBy>
  <cp:revision>2</cp:revision>
  <dcterms:created xsi:type="dcterms:W3CDTF">2026-03-11T19:35:15Z</dcterms:created>
  <dcterms:modified xsi:type="dcterms:W3CDTF">2026-03-13T13:03:54Z</dcterms:modified>
</cp:coreProperties>
</file>