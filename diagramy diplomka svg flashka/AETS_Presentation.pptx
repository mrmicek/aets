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tags/tag27.xml" ContentType="application/vnd.openxmlformats-officedocument.presentationml.tags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tags/tag31.xml" ContentType="application/vnd.openxmlformats-officedocument.presentationml.tags+xml"/>
  <Override PartName="/ppt/notesSlides/notesSlide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6.xml" ContentType="application/vnd.openxmlformats-officedocument.presentationml.notesSlide+xml"/>
  <Override PartName="/ppt/tags/tag37.xml" ContentType="application/vnd.openxmlformats-officedocument.presentationml.tags+xml"/>
  <Override PartName="/ppt/notesSlides/notesSlide7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0.xml" ContentType="application/vnd.openxmlformats-officedocument.presentationml.tags+xml"/>
  <Override PartName="/ppt/notesSlides/notesSlide9.xml" ContentType="application/vnd.openxmlformats-officedocument.presentationml.notesSlide+xml"/>
  <Override PartName="/ppt/tags/tag41.xml" ContentType="application/vnd.openxmlformats-officedocument.presentationml.tags+xml"/>
  <Override PartName="/ppt/notesSlides/notesSlide10.xml" ContentType="application/vnd.openxmlformats-officedocument.presentationml.notesSlide+xml"/>
  <Override PartName="/ppt/tags/tag42.xml" ContentType="application/vnd.openxmlformats-officedocument.presentationml.tags+xml"/>
  <Override PartName="/ppt/notesSlides/notesSlide11.xml" ContentType="application/vnd.openxmlformats-officedocument.presentationml.notesSlide+xml"/>
  <Override PartName="/ppt/tags/tag43.xml" ContentType="application/vnd.openxmlformats-officedocument.presentationml.tags+xml"/>
  <Override PartName="/ppt/notesSlides/notesSlide12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3.xml" ContentType="application/vnd.openxmlformats-officedocument.presentationml.notesSlide+xml"/>
  <Override PartName="/ppt/tags/tag47.xml" ContentType="application/vnd.openxmlformats-officedocument.presentationml.tags+xml"/>
  <Override PartName="/ppt/notesSlides/notesSlide14.xml" ContentType="application/vnd.openxmlformats-officedocument.presentationml.notesSlide+xml"/>
  <Override PartName="/ppt/tags/tag48.xml" ContentType="application/vnd.openxmlformats-officedocument.presentationml.tags+xml"/>
  <Override PartName="/ppt/notesSlides/notesSlide15.xml" ContentType="application/vnd.openxmlformats-officedocument.presentationml.notesSlide+xml"/>
  <Override PartName="/ppt/tags/tag49.xml" ContentType="application/vnd.openxmlformats-officedocument.presentationml.tags+xml"/>
  <Override PartName="/ppt/notesSlides/notesSlide16.xml" ContentType="application/vnd.openxmlformats-officedocument.presentationml.notesSlide+xml"/>
  <Override PartName="/ppt/tags/tag50.xml" ContentType="application/vnd.openxmlformats-officedocument.presentationml.tags+xml"/>
  <Override PartName="/ppt/notesSlides/notesSlide17.xml" ContentType="application/vnd.openxmlformats-officedocument.presentationml.notesSlide+xml"/>
  <Override PartName="/ppt/tags/tag51.xml" ContentType="application/vnd.openxmlformats-officedocument.presentationml.tags+xml"/>
  <Override PartName="/ppt/notesSlides/notesSlide18.xml" ContentType="application/vnd.openxmlformats-officedocument.presentationml.notesSlide+xml"/>
  <Override PartName="/ppt/tags/tag52.xml" ContentType="application/vnd.openxmlformats-officedocument.presentationml.tags+xml"/>
  <Override PartName="/ppt/notesSlides/notesSlide19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4" r:id="rId2"/>
  </p:sldMasterIdLst>
  <p:notesMasterIdLst>
    <p:notesMasterId r:id="rId24"/>
  </p:notesMasterIdLst>
  <p:sldIdLst>
    <p:sldId id="2147483635" r:id="rId3"/>
    <p:sldId id="2147479556" r:id="rId4"/>
    <p:sldId id="2147483636" r:id="rId5"/>
    <p:sldId id="2147483637" r:id="rId6"/>
    <p:sldId id="2147483638" r:id="rId7"/>
    <p:sldId id="2147483639" r:id="rId8"/>
    <p:sldId id="2147483640" r:id="rId9"/>
    <p:sldId id="2147483641" r:id="rId10"/>
    <p:sldId id="2147483642" r:id="rId11"/>
    <p:sldId id="2147483643" r:id="rId12"/>
    <p:sldId id="2147483644" r:id="rId13"/>
    <p:sldId id="259" r:id="rId14"/>
    <p:sldId id="258" r:id="rId15"/>
    <p:sldId id="260" r:id="rId16"/>
    <p:sldId id="2147483645" r:id="rId17"/>
    <p:sldId id="2147483647" r:id="rId18"/>
    <p:sldId id="256" r:id="rId19"/>
    <p:sldId id="261" r:id="rId20"/>
    <p:sldId id="2147483646" r:id="rId21"/>
    <p:sldId id="2147483633" r:id="rId22"/>
    <p:sldId id="214747970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05646-4C28-481A-A1DC-C8FFBA77918A}" v="1087" dt="2026-03-16T12:04:28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ek, Vojtech" userId="fad96f9e-f70a-4f88-83ee-977fb340ad6e" providerId="ADAL" clId="{700A9DA4-1B0F-4341-A903-B6D73D7B7A36}"/>
    <pc:docChg chg="undo custSel addSld delSld modSld sldOrd">
      <pc:chgData name="Micek, Vojtech" userId="fad96f9e-f70a-4f88-83ee-977fb340ad6e" providerId="ADAL" clId="{700A9DA4-1B0F-4341-A903-B6D73D7B7A36}" dt="2026-03-16T12:06:22.235" v="6600" actId="2696"/>
      <pc:docMkLst>
        <pc:docMk/>
      </pc:docMkLst>
      <pc:sldChg chg="addSp delSp modSp add mod">
        <pc:chgData name="Micek, Vojtech" userId="fad96f9e-f70a-4f88-83ee-977fb340ad6e" providerId="ADAL" clId="{700A9DA4-1B0F-4341-A903-B6D73D7B7A36}" dt="2026-03-16T11:59:53.554" v="6516" actId="20577"/>
        <pc:sldMkLst>
          <pc:docMk/>
          <pc:sldMk cId="3865283435" sldId="256"/>
        </pc:sldMkLst>
        <pc:spChg chg="mod">
          <ac:chgData name="Micek, Vojtech" userId="fad96f9e-f70a-4f88-83ee-977fb340ad6e" providerId="ADAL" clId="{700A9DA4-1B0F-4341-A903-B6D73D7B7A36}" dt="2026-03-16T11:59:53.554" v="6516" actId="20577"/>
          <ac:spMkLst>
            <pc:docMk/>
            <pc:sldMk cId="3865283435" sldId="256"/>
            <ac:spMk id="8" creationId="{2AA36AEB-FC76-CAF1-83A4-FBAD7DA023F7}"/>
          </ac:spMkLst>
        </pc:spChg>
        <pc:picChg chg="add mod modCrop">
          <ac:chgData name="Micek, Vojtech" userId="fad96f9e-f70a-4f88-83ee-977fb340ad6e" providerId="ADAL" clId="{700A9DA4-1B0F-4341-A903-B6D73D7B7A36}" dt="2026-03-13T14:42:50.347" v="4449" actId="732"/>
          <ac:picMkLst>
            <pc:docMk/>
            <pc:sldMk cId="3865283435" sldId="256"/>
            <ac:picMk id="4" creationId="{9F880267-3435-26C5-BA05-B0BCE7185DF2}"/>
          </ac:picMkLst>
        </pc:picChg>
        <pc:cxnChg chg="add mod">
          <ac:chgData name="Micek, Vojtech" userId="fad96f9e-f70a-4f88-83ee-977fb340ad6e" providerId="ADAL" clId="{700A9DA4-1B0F-4341-A903-B6D73D7B7A36}" dt="2026-03-13T15:02:09.845" v="4907" actId="1076"/>
          <ac:cxnSpMkLst>
            <pc:docMk/>
            <pc:sldMk cId="3865283435" sldId="256"/>
            <ac:cxnSpMk id="7" creationId="{F893C4A8-9010-84AE-07C4-24C113216224}"/>
          </ac:cxnSpMkLst>
        </pc:cxnChg>
      </pc:sldChg>
      <pc:sldChg chg="addSp delSp modSp add del mod">
        <pc:chgData name="Micek, Vojtech" userId="fad96f9e-f70a-4f88-83ee-977fb340ad6e" providerId="ADAL" clId="{700A9DA4-1B0F-4341-A903-B6D73D7B7A36}" dt="2026-03-16T12:06:22.235" v="6600" actId="2696"/>
        <pc:sldMkLst>
          <pc:docMk/>
          <pc:sldMk cId="178486187" sldId="257"/>
        </pc:sldMkLst>
        <pc:spChg chg="add mod">
          <ac:chgData name="Micek, Vojtech" userId="fad96f9e-f70a-4f88-83ee-977fb340ad6e" providerId="ADAL" clId="{700A9DA4-1B0F-4341-A903-B6D73D7B7A36}" dt="2026-03-13T14:59:55.651" v="4894" actId="14100"/>
          <ac:spMkLst>
            <pc:docMk/>
            <pc:sldMk cId="178486187" sldId="257"/>
            <ac:spMk id="6" creationId="{DFAE17E9-D1C8-F8C4-2BF4-F5024C245D83}"/>
          </ac:spMkLst>
        </pc:spChg>
        <pc:picChg chg="add mod">
          <ac:chgData name="Micek, Vojtech" userId="fad96f9e-f70a-4f88-83ee-977fb340ad6e" providerId="ADAL" clId="{700A9DA4-1B0F-4341-A903-B6D73D7B7A36}" dt="2026-03-13T14:58:43.508" v="4887" actId="1076"/>
          <ac:picMkLst>
            <pc:docMk/>
            <pc:sldMk cId="178486187" sldId="257"/>
            <ac:picMk id="5" creationId="{1F9D9C08-73AF-B4C9-85A9-267388F3CAFE}"/>
          </ac:picMkLst>
        </pc:picChg>
      </pc:sldChg>
      <pc:sldChg chg="addSp delSp modSp add mod">
        <pc:chgData name="Micek, Vojtech" userId="fad96f9e-f70a-4f88-83ee-977fb340ad6e" providerId="ADAL" clId="{700A9DA4-1B0F-4341-A903-B6D73D7B7A36}" dt="2026-03-16T07:47:15.661" v="6456" actId="1038"/>
        <pc:sldMkLst>
          <pc:docMk/>
          <pc:sldMk cId="2508740354" sldId="258"/>
        </pc:sldMkLst>
        <pc:spChg chg="add del mod">
          <ac:chgData name="Micek, Vojtech" userId="fad96f9e-f70a-4f88-83ee-977fb340ad6e" providerId="ADAL" clId="{700A9DA4-1B0F-4341-A903-B6D73D7B7A36}" dt="2026-03-16T07:36:52.998" v="5814" actId="478"/>
          <ac:spMkLst>
            <pc:docMk/>
            <pc:sldMk cId="2508740354" sldId="258"/>
            <ac:spMk id="4" creationId="{C95848DF-E0EA-449D-025F-2312FC697FB1}"/>
          </ac:spMkLst>
        </pc:spChg>
        <pc:spChg chg="add del mod">
          <ac:chgData name="Micek, Vojtech" userId="fad96f9e-f70a-4f88-83ee-977fb340ad6e" providerId="ADAL" clId="{700A9DA4-1B0F-4341-A903-B6D73D7B7A36}" dt="2026-03-16T07:29:51.080" v="5416" actId="478"/>
          <ac:spMkLst>
            <pc:docMk/>
            <pc:sldMk cId="2508740354" sldId="258"/>
            <ac:spMk id="7" creationId="{243CE375-9E09-C58F-2208-7AF073AF822D}"/>
          </ac:spMkLst>
        </pc:spChg>
        <pc:spChg chg="mod">
          <ac:chgData name="Micek, Vojtech" userId="fad96f9e-f70a-4f88-83ee-977fb340ad6e" providerId="ADAL" clId="{700A9DA4-1B0F-4341-A903-B6D73D7B7A36}" dt="2026-03-13T14:44:26.621" v="4487" actId="20577"/>
          <ac:spMkLst>
            <pc:docMk/>
            <pc:sldMk cId="2508740354" sldId="258"/>
            <ac:spMk id="8" creationId="{03E57624-2A25-6C42-29C7-47FFA3FCCCB6}"/>
          </ac:spMkLst>
        </pc:spChg>
        <pc:spChg chg="add mod">
          <ac:chgData name="Micek, Vojtech" userId="fad96f9e-f70a-4f88-83ee-977fb340ad6e" providerId="ADAL" clId="{700A9DA4-1B0F-4341-A903-B6D73D7B7A36}" dt="2026-03-16T07:47:06.482" v="6392" actId="14100"/>
          <ac:spMkLst>
            <pc:docMk/>
            <pc:sldMk cId="2508740354" sldId="258"/>
            <ac:spMk id="10" creationId="{46D40F12-BF7E-5185-EA2C-69E7405E1E8C}"/>
          </ac:spMkLst>
        </pc:spChg>
        <pc:spChg chg="mod">
          <ac:chgData name="Micek, Vojtech" userId="fad96f9e-f70a-4f88-83ee-977fb340ad6e" providerId="ADAL" clId="{700A9DA4-1B0F-4341-A903-B6D73D7B7A36}" dt="2026-03-16T07:31:52.315" v="5467" actId="20577"/>
          <ac:spMkLst>
            <pc:docMk/>
            <pc:sldMk cId="2508740354" sldId="258"/>
            <ac:spMk id="12" creationId="{429F43DB-D516-468D-5000-9142A30AC26A}"/>
          </ac:spMkLst>
        </pc:spChg>
        <pc:spChg chg="mod">
          <ac:chgData name="Micek, Vojtech" userId="fad96f9e-f70a-4f88-83ee-977fb340ad6e" providerId="ADAL" clId="{700A9DA4-1B0F-4341-A903-B6D73D7B7A36}" dt="2026-03-16T07:36:15.931" v="5789" actId="14100"/>
          <ac:spMkLst>
            <pc:docMk/>
            <pc:sldMk cId="2508740354" sldId="258"/>
            <ac:spMk id="13" creationId="{45729E9D-BB02-536C-3B03-8BB4D53AD09A}"/>
          </ac:spMkLst>
        </pc:spChg>
        <pc:spChg chg="add mod">
          <ac:chgData name="Micek, Vojtech" userId="fad96f9e-f70a-4f88-83ee-977fb340ad6e" providerId="ADAL" clId="{700A9DA4-1B0F-4341-A903-B6D73D7B7A36}" dt="2026-03-16T07:47:13.330" v="6441" actId="1037"/>
          <ac:spMkLst>
            <pc:docMk/>
            <pc:sldMk cId="2508740354" sldId="258"/>
            <ac:spMk id="14" creationId="{A7A5451F-81A6-36EF-2D26-D8D9209A8187}"/>
          </ac:spMkLst>
        </pc:spChg>
        <pc:spChg chg="add mod">
          <ac:chgData name="Micek, Vojtech" userId="fad96f9e-f70a-4f88-83ee-977fb340ad6e" providerId="ADAL" clId="{700A9DA4-1B0F-4341-A903-B6D73D7B7A36}" dt="2026-03-16T07:47:15.661" v="6456" actId="1038"/>
          <ac:spMkLst>
            <pc:docMk/>
            <pc:sldMk cId="2508740354" sldId="258"/>
            <ac:spMk id="15" creationId="{510E9963-9C4E-BD7A-36B5-A4F166AEA791}"/>
          </ac:spMkLst>
        </pc:spChg>
        <pc:grpChg chg="add mod">
          <ac:chgData name="Micek, Vojtech" userId="fad96f9e-f70a-4f88-83ee-977fb340ad6e" providerId="ADAL" clId="{700A9DA4-1B0F-4341-A903-B6D73D7B7A36}" dt="2026-03-16T07:37:21.741" v="5831" actId="1035"/>
          <ac:grpSpMkLst>
            <pc:docMk/>
            <pc:sldMk cId="2508740354" sldId="258"/>
            <ac:grpSpMk id="11" creationId="{13D18A1A-4D9F-5BE4-7C0A-8A1D93C60EFE}"/>
          </ac:grpSpMkLst>
        </pc:grpChg>
        <pc:picChg chg="add mod">
          <ac:chgData name="Micek, Vojtech" userId="fad96f9e-f70a-4f88-83ee-977fb340ad6e" providerId="ADAL" clId="{700A9DA4-1B0F-4341-A903-B6D73D7B7A36}" dt="2026-03-16T07:37:21.741" v="5831" actId="1035"/>
          <ac:picMkLst>
            <pc:docMk/>
            <pc:sldMk cId="2508740354" sldId="258"/>
            <ac:picMk id="5" creationId="{918A8B13-88FE-967C-2A5D-0B7A6D2893FE}"/>
          </ac:picMkLst>
        </pc:picChg>
        <pc:picChg chg="add del mod">
          <ac:chgData name="Micek, Vojtech" userId="fad96f9e-f70a-4f88-83ee-977fb340ad6e" providerId="ADAL" clId="{700A9DA4-1B0F-4341-A903-B6D73D7B7A36}" dt="2026-03-16T07:29:51.080" v="5416" actId="478"/>
          <ac:picMkLst>
            <pc:docMk/>
            <pc:sldMk cId="2508740354" sldId="258"/>
            <ac:picMk id="6" creationId="{4D9AF5C6-B404-5FBE-FDFD-CA28DA72451F}"/>
          </ac:picMkLst>
        </pc:picChg>
        <pc:picChg chg="add del mod">
          <ac:chgData name="Micek, Vojtech" userId="fad96f9e-f70a-4f88-83ee-977fb340ad6e" providerId="ADAL" clId="{700A9DA4-1B0F-4341-A903-B6D73D7B7A36}" dt="2026-03-16T07:30:10.983" v="5420" actId="478"/>
          <ac:picMkLst>
            <pc:docMk/>
            <pc:sldMk cId="2508740354" sldId="258"/>
            <ac:picMk id="9" creationId="{FB408DAC-9627-BDC8-4F1B-3A484A5EA447}"/>
          </ac:picMkLst>
        </pc:picChg>
      </pc:sldChg>
      <pc:sldChg chg="addSp delSp modSp add mod">
        <pc:chgData name="Micek, Vojtech" userId="fad96f9e-f70a-4f88-83ee-977fb340ad6e" providerId="ADAL" clId="{700A9DA4-1B0F-4341-A903-B6D73D7B7A36}" dt="2026-03-16T06:31:57.840" v="5125" actId="1035"/>
        <pc:sldMkLst>
          <pc:docMk/>
          <pc:sldMk cId="2811495119" sldId="259"/>
        </pc:sldMkLst>
        <pc:spChg chg="mod">
          <ac:chgData name="Micek, Vojtech" userId="fad96f9e-f70a-4f88-83ee-977fb340ad6e" providerId="ADAL" clId="{700A9DA4-1B0F-4341-A903-B6D73D7B7A36}" dt="2026-03-13T14:47:25.875" v="4849" actId="20577"/>
          <ac:spMkLst>
            <pc:docMk/>
            <pc:sldMk cId="2811495119" sldId="259"/>
            <ac:spMk id="2" creationId="{C21A7C7C-2901-5112-51FC-20EE664A4AD1}"/>
          </ac:spMkLst>
        </pc:spChg>
        <pc:spChg chg="mod">
          <ac:chgData name="Micek, Vojtech" userId="fad96f9e-f70a-4f88-83ee-977fb340ad6e" providerId="ADAL" clId="{700A9DA4-1B0F-4341-A903-B6D73D7B7A36}" dt="2026-03-13T14:47:34.822" v="4866" actId="20577"/>
          <ac:spMkLst>
            <pc:docMk/>
            <pc:sldMk cId="2811495119" sldId="259"/>
            <ac:spMk id="5" creationId="{9E97A66B-313E-1DEE-FE28-B5E9F5A7DB37}"/>
          </ac:spMkLst>
        </pc:spChg>
        <pc:spChg chg="mod">
          <ac:chgData name="Micek, Vojtech" userId="fad96f9e-f70a-4f88-83ee-977fb340ad6e" providerId="ADAL" clId="{700A9DA4-1B0F-4341-A903-B6D73D7B7A36}" dt="2026-03-13T14:47:40.312" v="4875" actId="20577"/>
          <ac:spMkLst>
            <pc:docMk/>
            <pc:sldMk cId="2811495119" sldId="259"/>
            <ac:spMk id="6" creationId="{EF4B0C4B-77C5-FE35-B01D-AA287A89A03D}"/>
          </ac:spMkLst>
        </pc:spChg>
        <pc:spChg chg="mod">
          <ac:chgData name="Micek, Vojtech" userId="fad96f9e-f70a-4f88-83ee-977fb340ad6e" providerId="ADAL" clId="{700A9DA4-1B0F-4341-A903-B6D73D7B7A36}" dt="2026-03-13T14:47:22.357" v="4845" actId="20577"/>
          <ac:spMkLst>
            <pc:docMk/>
            <pc:sldMk cId="2811495119" sldId="259"/>
            <ac:spMk id="8" creationId="{EA001653-212E-8386-C46E-DF54EC75210F}"/>
          </ac:spMkLst>
        </pc:spChg>
        <pc:picChg chg="add mod">
          <ac:chgData name="Micek, Vojtech" userId="fad96f9e-f70a-4f88-83ee-977fb340ad6e" providerId="ADAL" clId="{700A9DA4-1B0F-4341-A903-B6D73D7B7A36}" dt="2026-03-16T06:31:30.164" v="4968" actId="1036"/>
          <ac:picMkLst>
            <pc:docMk/>
            <pc:sldMk cId="2811495119" sldId="259"/>
            <ac:picMk id="7" creationId="{5008F672-7AF0-2203-9270-B37EC8245A65}"/>
          </ac:picMkLst>
        </pc:picChg>
        <pc:picChg chg="add mod">
          <ac:chgData name="Micek, Vojtech" userId="fad96f9e-f70a-4f88-83ee-977fb340ad6e" providerId="ADAL" clId="{700A9DA4-1B0F-4341-A903-B6D73D7B7A36}" dt="2026-03-16T06:31:50.962" v="5087" actId="1035"/>
          <ac:picMkLst>
            <pc:docMk/>
            <pc:sldMk cId="2811495119" sldId="259"/>
            <ac:picMk id="10" creationId="{0BF818FA-EF33-CDE8-83EB-969696D57D39}"/>
          </ac:picMkLst>
        </pc:picChg>
        <pc:picChg chg="add mod">
          <ac:chgData name="Micek, Vojtech" userId="fad96f9e-f70a-4f88-83ee-977fb340ad6e" providerId="ADAL" clId="{700A9DA4-1B0F-4341-A903-B6D73D7B7A36}" dt="2026-03-16T06:31:57.840" v="5125" actId="1035"/>
          <ac:picMkLst>
            <pc:docMk/>
            <pc:sldMk cId="2811495119" sldId="259"/>
            <ac:picMk id="12" creationId="{95069F81-5DDB-F66A-6AE8-04306D0C38CF}"/>
          </ac:picMkLst>
        </pc:picChg>
        <pc:picChg chg="add mod">
          <ac:chgData name="Micek, Vojtech" userId="fad96f9e-f70a-4f88-83ee-977fb340ad6e" providerId="ADAL" clId="{700A9DA4-1B0F-4341-A903-B6D73D7B7A36}" dt="2026-03-16T06:31:31.798" v="4983" actId="1036"/>
          <ac:picMkLst>
            <pc:docMk/>
            <pc:sldMk cId="2811495119" sldId="259"/>
            <ac:picMk id="14" creationId="{73949707-BE96-D34E-3209-EC6DBE074ADA}"/>
          </ac:picMkLst>
        </pc:picChg>
      </pc:sldChg>
      <pc:sldChg chg="addSp delSp modSp add mod">
        <pc:chgData name="Micek, Vojtech" userId="fad96f9e-f70a-4f88-83ee-977fb340ad6e" providerId="ADAL" clId="{700A9DA4-1B0F-4341-A903-B6D73D7B7A36}" dt="2026-03-16T07:28:26.742" v="5413" actId="14100"/>
        <pc:sldMkLst>
          <pc:docMk/>
          <pc:sldMk cId="2701426891" sldId="260"/>
        </pc:sldMkLst>
        <pc:spChg chg="del mod">
          <ac:chgData name="Micek, Vojtech" userId="fad96f9e-f70a-4f88-83ee-977fb340ad6e" providerId="ADAL" clId="{700A9DA4-1B0F-4341-A903-B6D73D7B7A36}" dt="2026-03-16T06:34:42.369" v="5133" actId="478"/>
          <ac:spMkLst>
            <pc:docMk/>
            <pc:sldMk cId="2701426891" sldId="260"/>
            <ac:spMk id="4" creationId="{3AEC2241-F489-71AE-8537-842C99B9F3AA}"/>
          </ac:spMkLst>
        </pc:spChg>
        <pc:spChg chg="mod">
          <ac:chgData name="Micek, Vojtech" userId="fad96f9e-f70a-4f88-83ee-977fb340ad6e" providerId="ADAL" clId="{700A9DA4-1B0F-4341-A903-B6D73D7B7A36}" dt="2026-03-16T06:40:01.591" v="5343" actId="20577"/>
          <ac:spMkLst>
            <pc:docMk/>
            <pc:sldMk cId="2701426891" sldId="260"/>
            <ac:spMk id="8" creationId="{2A5A991D-BF01-1F98-3977-7A510B006919}"/>
          </ac:spMkLst>
        </pc:spChg>
        <pc:spChg chg="add mod">
          <ac:chgData name="Micek, Vojtech" userId="fad96f9e-f70a-4f88-83ee-977fb340ad6e" providerId="ADAL" clId="{700A9DA4-1B0F-4341-A903-B6D73D7B7A36}" dt="2026-03-16T07:28:03.940" v="5410" actId="1037"/>
          <ac:spMkLst>
            <pc:docMk/>
            <pc:sldMk cId="2701426891" sldId="260"/>
            <ac:spMk id="21" creationId="{5A394F37-D53F-CD5D-2629-715F15A27382}"/>
          </ac:spMkLst>
        </pc:spChg>
        <pc:spChg chg="add mod">
          <ac:chgData name="Micek, Vojtech" userId="fad96f9e-f70a-4f88-83ee-977fb340ad6e" providerId="ADAL" clId="{700A9DA4-1B0F-4341-A903-B6D73D7B7A36}" dt="2026-03-16T07:28:03.940" v="5410" actId="1037"/>
          <ac:spMkLst>
            <pc:docMk/>
            <pc:sldMk cId="2701426891" sldId="260"/>
            <ac:spMk id="22" creationId="{ADB96165-7D97-0EA0-526A-CBBF2C77BA52}"/>
          </ac:spMkLst>
        </pc:spChg>
        <pc:spChg chg="add mod">
          <ac:chgData name="Micek, Vojtech" userId="fad96f9e-f70a-4f88-83ee-977fb340ad6e" providerId="ADAL" clId="{700A9DA4-1B0F-4341-A903-B6D73D7B7A36}" dt="2026-03-16T06:39:30.560" v="5303" actId="1035"/>
          <ac:spMkLst>
            <pc:docMk/>
            <pc:sldMk cId="2701426891" sldId="260"/>
            <ac:spMk id="23" creationId="{C22CFDAB-E9FD-36BC-1F17-74CF06D0F7D8}"/>
          </ac:spMkLst>
        </pc:spChg>
        <pc:picChg chg="del">
          <ac:chgData name="Micek, Vojtech" userId="fad96f9e-f70a-4f88-83ee-977fb340ad6e" providerId="ADAL" clId="{700A9DA4-1B0F-4341-A903-B6D73D7B7A36}" dt="2026-03-16T06:34:39.923" v="5131" actId="478"/>
          <ac:picMkLst>
            <pc:docMk/>
            <pc:sldMk cId="2701426891" sldId="260"/>
            <ac:picMk id="5" creationId="{857F2FD7-4151-8D33-6F37-B6573884C7DB}"/>
          </ac:picMkLst>
        </pc:picChg>
        <pc:picChg chg="add mod">
          <ac:chgData name="Micek, Vojtech" userId="fad96f9e-f70a-4f88-83ee-977fb340ad6e" providerId="ADAL" clId="{700A9DA4-1B0F-4341-A903-B6D73D7B7A36}" dt="2026-03-16T07:28:03.940" v="5410" actId="1037"/>
          <ac:picMkLst>
            <pc:docMk/>
            <pc:sldMk cId="2701426891" sldId="260"/>
            <ac:picMk id="6" creationId="{5A6D10D4-74B3-5072-3CE4-99D1214B185F}"/>
          </ac:picMkLst>
        </pc:picChg>
        <pc:picChg chg="add mod">
          <ac:chgData name="Micek, Vojtech" userId="fad96f9e-f70a-4f88-83ee-977fb340ad6e" providerId="ADAL" clId="{700A9DA4-1B0F-4341-A903-B6D73D7B7A36}" dt="2026-03-16T06:35:59.558" v="5153" actId="1076"/>
          <ac:picMkLst>
            <pc:docMk/>
            <pc:sldMk cId="2701426891" sldId="260"/>
            <ac:picMk id="9" creationId="{875624B8-61B8-1B81-6193-6A22B9A6644B}"/>
          </ac:picMkLst>
        </pc:picChg>
        <pc:picChg chg="add mod">
          <ac:chgData name="Micek, Vojtech" userId="fad96f9e-f70a-4f88-83ee-977fb340ad6e" providerId="ADAL" clId="{700A9DA4-1B0F-4341-A903-B6D73D7B7A36}" dt="2026-03-16T07:28:03.940" v="5410" actId="1037"/>
          <ac:picMkLst>
            <pc:docMk/>
            <pc:sldMk cId="2701426891" sldId="260"/>
            <ac:picMk id="11" creationId="{810B9A30-50EE-BBFF-B332-CBF7DA8D8358}"/>
          </ac:picMkLst>
        </pc:picChg>
        <pc:cxnChg chg="add mod">
          <ac:chgData name="Micek, Vojtech" userId="fad96f9e-f70a-4f88-83ee-977fb340ad6e" providerId="ADAL" clId="{700A9DA4-1B0F-4341-A903-B6D73D7B7A36}" dt="2026-03-16T07:28:06.566" v="5411" actId="14100"/>
          <ac:cxnSpMkLst>
            <pc:docMk/>
            <pc:sldMk cId="2701426891" sldId="260"/>
            <ac:cxnSpMk id="13" creationId="{972930C3-A71B-6814-C4E8-50A992C28C85}"/>
          </ac:cxnSpMkLst>
        </pc:cxnChg>
        <pc:cxnChg chg="add mod">
          <ac:chgData name="Micek, Vojtech" userId="fad96f9e-f70a-4f88-83ee-977fb340ad6e" providerId="ADAL" clId="{700A9DA4-1B0F-4341-A903-B6D73D7B7A36}" dt="2026-03-16T07:28:26.742" v="5413" actId="14100"/>
          <ac:cxnSpMkLst>
            <pc:docMk/>
            <pc:sldMk cId="2701426891" sldId="260"/>
            <ac:cxnSpMk id="16" creationId="{F512B45C-088D-BD55-7073-B71723E95DF7}"/>
          </ac:cxnSpMkLst>
        </pc:cxnChg>
      </pc:sldChg>
      <pc:sldChg chg="addSp delSp modSp add mod">
        <pc:chgData name="Micek, Vojtech" userId="fad96f9e-f70a-4f88-83ee-977fb340ad6e" providerId="ADAL" clId="{700A9DA4-1B0F-4341-A903-B6D73D7B7A36}" dt="2026-03-16T12:05:54.908" v="6599" actId="14100"/>
        <pc:sldMkLst>
          <pc:docMk/>
          <pc:sldMk cId="2875770976" sldId="261"/>
        </pc:sldMkLst>
        <pc:spChg chg="add mod">
          <ac:chgData name="Micek, Vojtech" userId="fad96f9e-f70a-4f88-83ee-977fb340ad6e" providerId="ADAL" clId="{700A9DA4-1B0F-4341-A903-B6D73D7B7A36}" dt="2026-03-16T12:03:06.672" v="6581" actId="1076"/>
          <ac:spMkLst>
            <pc:docMk/>
            <pc:sldMk cId="2875770976" sldId="261"/>
            <ac:spMk id="2" creationId="{5586F09F-5FF7-1E8C-D8CD-D51E23561E02}"/>
          </ac:spMkLst>
        </pc:spChg>
        <pc:spChg chg="add mod">
          <ac:chgData name="Micek, Vojtech" userId="fad96f9e-f70a-4f88-83ee-977fb340ad6e" providerId="ADAL" clId="{700A9DA4-1B0F-4341-A903-B6D73D7B7A36}" dt="2026-03-16T12:03:00.098" v="6579" actId="1076"/>
          <ac:spMkLst>
            <pc:docMk/>
            <pc:sldMk cId="2875770976" sldId="261"/>
            <ac:spMk id="5" creationId="{22A4143C-56A1-F412-7D2F-DEEDC245C6F1}"/>
          </ac:spMkLst>
        </pc:spChg>
        <pc:spChg chg="mod">
          <ac:chgData name="Micek, Vojtech" userId="fad96f9e-f70a-4f88-83ee-977fb340ad6e" providerId="ADAL" clId="{700A9DA4-1B0F-4341-A903-B6D73D7B7A36}" dt="2026-03-16T12:00:05.288" v="6536" actId="20577"/>
          <ac:spMkLst>
            <pc:docMk/>
            <pc:sldMk cId="2875770976" sldId="261"/>
            <ac:spMk id="8" creationId="{D04B7F23-B64C-51B9-0CF2-8697ABFD4769}"/>
          </ac:spMkLst>
        </pc:spChg>
        <pc:picChg chg="del">
          <ac:chgData name="Micek, Vojtech" userId="fad96f9e-f70a-4f88-83ee-977fb340ad6e" providerId="ADAL" clId="{700A9DA4-1B0F-4341-A903-B6D73D7B7A36}" dt="2026-03-16T12:01:34.161" v="6537" actId="478"/>
          <ac:picMkLst>
            <pc:docMk/>
            <pc:sldMk cId="2875770976" sldId="261"/>
            <ac:picMk id="4" creationId="{14B0FBD3-0943-2BDA-52BD-DC31CF6C05BF}"/>
          </ac:picMkLst>
        </pc:picChg>
        <pc:picChg chg="add mod">
          <ac:chgData name="Micek, Vojtech" userId="fad96f9e-f70a-4f88-83ee-977fb340ad6e" providerId="ADAL" clId="{700A9DA4-1B0F-4341-A903-B6D73D7B7A36}" dt="2026-03-16T12:02:55.304" v="6577" actId="1076"/>
          <ac:picMkLst>
            <pc:docMk/>
            <pc:sldMk cId="2875770976" sldId="261"/>
            <ac:picMk id="9" creationId="{F4930B6D-859F-5C78-F48F-131110662891}"/>
          </ac:picMkLst>
        </pc:picChg>
        <pc:picChg chg="add mod">
          <ac:chgData name="Micek, Vojtech" userId="fad96f9e-f70a-4f88-83ee-977fb340ad6e" providerId="ADAL" clId="{700A9DA4-1B0F-4341-A903-B6D73D7B7A36}" dt="2026-03-16T12:02:52.849" v="6576" actId="1076"/>
          <ac:picMkLst>
            <pc:docMk/>
            <pc:sldMk cId="2875770976" sldId="261"/>
            <ac:picMk id="11" creationId="{C2ECCFA0-A83C-5BB7-7510-F398296A8B25}"/>
          </ac:picMkLst>
        </pc:picChg>
        <pc:cxnChg chg="del">
          <ac:chgData name="Micek, Vojtech" userId="fad96f9e-f70a-4f88-83ee-977fb340ad6e" providerId="ADAL" clId="{700A9DA4-1B0F-4341-A903-B6D73D7B7A36}" dt="2026-03-16T12:01:36.190" v="6538" actId="478"/>
          <ac:cxnSpMkLst>
            <pc:docMk/>
            <pc:sldMk cId="2875770976" sldId="261"/>
            <ac:cxnSpMk id="7" creationId="{72A1BAF7-091A-5D7B-A4E9-A29B560C69DC}"/>
          </ac:cxnSpMkLst>
        </pc:cxnChg>
        <pc:cxnChg chg="add mod">
          <ac:chgData name="Micek, Vojtech" userId="fad96f9e-f70a-4f88-83ee-977fb340ad6e" providerId="ADAL" clId="{700A9DA4-1B0F-4341-A903-B6D73D7B7A36}" dt="2026-03-16T12:05:51.844" v="6598" actId="14100"/>
          <ac:cxnSpMkLst>
            <pc:docMk/>
            <pc:sldMk cId="2875770976" sldId="261"/>
            <ac:cxnSpMk id="12" creationId="{D794B9DC-0A30-D712-1644-3AD19C36CCA8}"/>
          </ac:cxnSpMkLst>
        </pc:cxnChg>
        <pc:cxnChg chg="add mod">
          <ac:chgData name="Micek, Vojtech" userId="fad96f9e-f70a-4f88-83ee-977fb340ad6e" providerId="ADAL" clId="{700A9DA4-1B0F-4341-A903-B6D73D7B7A36}" dt="2026-03-16T12:05:54.908" v="6599" actId="14100"/>
          <ac:cxnSpMkLst>
            <pc:docMk/>
            <pc:sldMk cId="2875770976" sldId="261"/>
            <ac:cxnSpMk id="13" creationId="{141CDA8A-EEF8-7FC6-B028-D4F162E8741F}"/>
          </ac:cxnSpMkLst>
        </pc:cxnChg>
      </pc:sldChg>
      <pc:sldChg chg="addSp delSp modSp add mod">
        <pc:chgData name="Micek, Vojtech" userId="fad96f9e-f70a-4f88-83ee-977fb340ad6e" providerId="ADAL" clId="{700A9DA4-1B0F-4341-A903-B6D73D7B7A36}" dt="2026-03-12T13:51:59.876" v="1499" actId="20577"/>
        <pc:sldMkLst>
          <pc:docMk/>
          <pc:sldMk cId="1447350113" sldId="2147479556"/>
        </pc:sldMkLst>
        <pc:spChg chg="mod">
          <ac:chgData name="Micek, Vojtech" userId="fad96f9e-f70a-4f88-83ee-977fb340ad6e" providerId="ADAL" clId="{700A9DA4-1B0F-4341-A903-B6D73D7B7A36}" dt="2026-03-12T13:50:48.083" v="1335" actId="20577"/>
          <ac:spMkLst>
            <pc:docMk/>
            <pc:sldMk cId="1447350113" sldId="2147479556"/>
            <ac:spMk id="3" creationId="{B02FED09-D15B-1061-0CA9-2091B2BA697B}"/>
          </ac:spMkLst>
        </pc:spChg>
        <pc:spChg chg="mod">
          <ac:chgData name="Micek, Vojtech" userId="fad96f9e-f70a-4f88-83ee-977fb340ad6e" providerId="ADAL" clId="{700A9DA4-1B0F-4341-A903-B6D73D7B7A36}" dt="2026-03-12T13:51:05.434" v="1370" actId="20577"/>
          <ac:spMkLst>
            <pc:docMk/>
            <pc:sldMk cId="1447350113" sldId="2147479556"/>
            <ac:spMk id="8" creationId="{FA4F0E29-DA12-D65F-E830-6F04D24B8D1B}"/>
          </ac:spMkLst>
        </pc:spChg>
        <pc:spChg chg="add mod">
          <ac:chgData name="Micek, Vojtech" userId="fad96f9e-f70a-4f88-83ee-977fb340ad6e" providerId="ADAL" clId="{700A9DA4-1B0F-4341-A903-B6D73D7B7A36}" dt="2026-03-12T13:51:59.876" v="1499" actId="20577"/>
          <ac:spMkLst>
            <pc:docMk/>
            <pc:sldMk cId="1447350113" sldId="2147479556"/>
            <ac:spMk id="9" creationId="{36150D9D-52C1-46D4-BD46-79AF379FDBAE}"/>
          </ac:spMkLst>
        </pc:spChg>
        <pc:spChg chg="add mod">
          <ac:chgData name="Micek, Vojtech" userId="fad96f9e-f70a-4f88-83ee-977fb340ad6e" providerId="ADAL" clId="{700A9DA4-1B0F-4341-A903-B6D73D7B7A36}" dt="2026-03-12T13:46:19.569" v="986" actId="1076"/>
          <ac:spMkLst>
            <pc:docMk/>
            <pc:sldMk cId="1447350113" sldId="2147479556"/>
            <ac:spMk id="10" creationId="{9F5749EB-7C35-8BB1-64B2-83E28DCE19EE}"/>
          </ac:spMkLst>
        </pc:spChg>
        <pc:picChg chg="add mod">
          <ac:chgData name="Micek, Vojtech" userId="fad96f9e-f70a-4f88-83ee-977fb340ad6e" providerId="ADAL" clId="{700A9DA4-1B0F-4341-A903-B6D73D7B7A36}" dt="2026-03-12T13:45:33.080" v="981" actId="1076"/>
          <ac:picMkLst>
            <pc:docMk/>
            <pc:sldMk cId="1447350113" sldId="2147479556"/>
            <ac:picMk id="2" creationId="{CFDA074C-3FBE-AA7D-A6E2-7D03F3AE8196}"/>
          </ac:picMkLst>
        </pc:picChg>
      </pc:sldChg>
      <pc:sldChg chg="add">
        <pc:chgData name="Micek, Vojtech" userId="fad96f9e-f70a-4f88-83ee-977fb340ad6e" providerId="ADAL" clId="{700A9DA4-1B0F-4341-A903-B6D73D7B7A36}" dt="2026-03-12T13:11:41.969" v="603"/>
        <pc:sldMkLst>
          <pc:docMk/>
          <pc:sldMk cId="916067961" sldId="2147479708"/>
        </pc:sldMkLst>
      </pc:sldChg>
      <pc:sldChg chg="delSp modSp add mod ord">
        <pc:chgData name="Micek, Vojtech" userId="fad96f9e-f70a-4f88-83ee-977fb340ad6e" providerId="ADAL" clId="{700A9DA4-1B0F-4341-A903-B6D73D7B7A36}" dt="2026-03-12T13:15:39.446" v="607" actId="478"/>
        <pc:sldMkLst>
          <pc:docMk/>
          <pc:sldMk cId="2688192051" sldId="2147483633"/>
        </pc:sldMkLst>
      </pc:sldChg>
      <pc:sldChg chg="delSp modSp add del mod">
        <pc:chgData name="Micek, Vojtech" userId="fad96f9e-f70a-4f88-83ee-977fb340ad6e" providerId="ADAL" clId="{700A9DA4-1B0F-4341-A903-B6D73D7B7A36}" dt="2026-03-13T13:36:06.562" v="3942" actId="20577"/>
        <pc:sldMkLst>
          <pc:docMk/>
          <pc:sldMk cId="2405723227" sldId="2147483635"/>
        </pc:sldMkLst>
        <pc:spChg chg="mod">
          <ac:chgData name="Micek, Vojtech" userId="fad96f9e-f70a-4f88-83ee-977fb340ad6e" providerId="ADAL" clId="{700A9DA4-1B0F-4341-A903-B6D73D7B7A36}" dt="2026-03-12T13:48:12.917" v="1040" actId="20577"/>
          <ac:spMkLst>
            <pc:docMk/>
            <pc:sldMk cId="2405723227" sldId="2147483635"/>
            <ac:spMk id="2" creationId="{DD8D1E2F-6529-35FF-B0DF-5896DD59D8A7}"/>
          </ac:spMkLst>
        </pc:spChg>
        <pc:spChg chg="mod">
          <ac:chgData name="Micek, Vojtech" userId="fad96f9e-f70a-4f88-83ee-977fb340ad6e" providerId="ADAL" clId="{700A9DA4-1B0F-4341-A903-B6D73D7B7A36}" dt="2026-03-13T13:36:06.562" v="3942" actId="20577"/>
          <ac:spMkLst>
            <pc:docMk/>
            <pc:sldMk cId="2405723227" sldId="2147483635"/>
            <ac:spMk id="3" creationId="{41432506-4F8E-1FA9-4197-941AB23E688F}"/>
          </ac:spMkLst>
        </pc:spChg>
        <pc:spChg chg="mod">
          <ac:chgData name="Micek, Vojtech" userId="fad96f9e-f70a-4f88-83ee-977fb340ad6e" providerId="ADAL" clId="{700A9DA4-1B0F-4341-A903-B6D73D7B7A36}" dt="2026-03-12T13:47:05.269" v="1004" actId="20577"/>
          <ac:spMkLst>
            <pc:docMk/>
            <pc:sldMk cId="2405723227" sldId="2147483635"/>
            <ac:spMk id="6" creationId="{CFC36CB0-59B5-03C8-EAF9-13D37B989EAE}"/>
          </ac:spMkLst>
        </pc:spChg>
      </pc:sldChg>
      <pc:sldChg chg="addSp delSp modSp add mod">
        <pc:chgData name="Micek, Vojtech" userId="fad96f9e-f70a-4f88-83ee-977fb340ad6e" providerId="ADAL" clId="{700A9DA4-1B0F-4341-A903-B6D73D7B7A36}" dt="2026-03-13T13:36:19.197" v="3945"/>
        <pc:sldMkLst>
          <pc:docMk/>
          <pc:sldMk cId="4195787358" sldId="2147483636"/>
        </pc:sldMkLst>
        <pc:spChg chg="add mod">
          <ac:chgData name="Micek, Vojtech" userId="fad96f9e-f70a-4f88-83ee-977fb340ad6e" providerId="ADAL" clId="{700A9DA4-1B0F-4341-A903-B6D73D7B7A36}" dt="2026-03-13T09:32:08.818" v="3549" actId="2710"/>
          <ac:spMkLst>
            <pc:docMk/>
            <pc:sldMk cId="4195787358" sldId="2147483636"/>
            <ac:spMk id="4" creationId="{2A91A2D1-090E-6A8D-1C4C-E678D118525B}"/>
          </ac:spMkLst>
        </pc:spChg>
        <pc:spChg chg="add mod">
          <ac:chgData name="Micek, Vojtech" userId="fad96f9e-f70a-4f88-83ee-977fb340ad6e" providerId="ADAL" clId="{700A9DA4-1B0F-4341-A903-B6D73D7B7A36}" dt="2026-03-13T09:32:23.452" v="3550" actId="255"/>
          <ac:spMkLst>
            <pc:docMk/>
            <pc:sldMk cId="4195787358" sldId="2147483636"/>
            <ac:spMk id="5" creationId="{167A276B-706E-23A0-5678-27A5AEA9437D}"/>
          </ac:spMkLst>
        </pc:spChg>
        <pc:spChg chg="add mod">
          <ac:chgData name="Micek, Vojtech" userId="fad96f9e-f70a-4f88-83ee-977fb340ad6e" providerId="ADAL" clId="{700A9DA4-1B0F-4341-A903-B6D73D7B7A36}" dt="2026-03-13T13:36:13.412" v="3943" actId="20577"/>
          <ac:spMkLst>
            <pc:docMk/>
            <pc:sldMk cId="4195787358" sldId="2147483636"/>
            <ac:spMk id="6" creationId="{824F817C-5450-A8BD-350A-8E75EBE09DA8}"/>
          </ac:spMkLst>
        </pc:spChg>
        <pc:spChg chg="add mod">
          <ac:chgData name="Micek, Vojtech" userId="fad96f9e-f70a-4f88-83ee-977fb340ad6e" providerId="ADAL" clId="{700A9DA4-1B0F-4341-A903-B6D73D7B7A36}" dt="2026-03-13T09:32:26.525" v="3551" actId="255"/>
          <ac:spMkLst>
            <pc:docMk/>
            <pc:sldMk cId="4195787358" sldId="2147483636"/>
            <ac:spMk id="7" creationId="{73984504-C12A-08B8-172E-96B5E4AEEAB4}"/>
          </ac:spMkLst>
        </pc:spChg>
        <pc:spChg chg="mod">
          <ac:chgData name="Micek, Vojtech" userId="fad96f9e-f70a-4f88-83ee-977fb340ad6e" providerId="ADAL" clId="{700A9DA4-1B0F-4341-A903-B6D73D7B7A36}" dt="2026-03-12T13:55:07.876" v="1535" actId="20577"/>
          <ac:spMkLst>
            <pc:docMk/>
            <pc:sldMk cId="4195787358" sldId="2147483636"/>
            <ac:spMk id="8" creationId="{B0E21FD0-838F-46EF-D7A7-0F17263D2EC0}"/>
          </ac:spMkLst>
        </pc:spChg>
        <pc:spChg chg="add mod">
          <ac:chgData name="Micek, Vojtech" userId="fad96f9e-f70a-4f88-83ee-977fb340ad6e" providerId="ADAL" clId="{700A9DA4-1B0F-4341-A903-B6D73D7B7A36}" dt="2026-03-13T09:31:55.145" v="3547" actId="2710"/>
          <ac:spMkLst>
            <pc:docMk/>
            <pc:sldMk cId="4195787358" sldId="2147483636"/>
            <ac:spMk id="11" creationId="{C6EEE779-2FF6-274F-E64F-674EFE50C976}"/>
          </ac:spMkLst>
        </pc:spChg>
        <pc:spChg chg="add mod">
          <ac:chgData name="Micek, Vojtech" userId="fad96f9e-f70a-4f88-83ee-977fb340ad6e" providerId="ADAL" clId="{700A9DA4-1B0F-4341-A903-B6D73D7B7A36}" dt="2026-03-13T09:32:31.702" v="3552" actId="255"/>
          <ac:spMkLst>
            <pc:docMk/>
            <pc:sldMk cId="4195787358" sldId="2147483636"/>
            <ac:spMk id="12" creationId="{950581B8-071F-65B1-24EC-8253BDE1E34E}"/>
          </ac:spMkLst>
        </pc:spChg>
      </pc:sldChg>
      <pc:sldChg chg="addSp delSp modSp add mod">
        <pc:chgData name="Micek, Vojtech" userId="fad96f9e-f70a-4f88-83ee-977fb340ad6e" providerId="ADAL" clId="{700A9DA4-1B0F-4341-A903-B6D73D7B7A36}" dt="2026-03-13T13:41:42.354" v="3995" actId="20577"/>
        <pc:sldMkLst>
          <pc:docMk/>
          <pc:sldMk cId="297777272" sldId="2147483637"/>
        </pc:sldMkLst>
        <pc:spChg chg="mod">
          <ac:chgData name="Micek, Vojtech" userId="fad96f9e-f70a-4f88-83ee-977fb340ad6e" providerId="ADAL" clId="{700A9DA4-1B0F-4341-A903-B6D73D7B7A36}" dt="2026-03-13T08:17:39.722" v="2202" actId="20577"/>
          <ac:spMkLst>
            <pc:docMk/>
            <pc:sldMk cId="297777272" sldId="2147483637"/>
            <ac:spMk id="8" creationId="{E32101E8-A5A9-AF94-1BB8-8BA3F55C225D}"/>
          </ac:spMkLst>
        </pc:spChg>
        <pc:spChg chg="add mod">
          <ac:chgData name="Micek, Vojtech" userId="fad96f9e-f70a-4f88-83ee-977fb340ad6e" providerId="ADAL" clId="{700A9DA4-1B0F-4341-A903-B6D73D7B7A36}" dt="2026-03-13T11:52:42.747" v="3877" actId="20577"/>
          <ac:spMkLst>
            <pc:docMk/>
            <pc:sldMk cId="297777272" sldId="2147483637"/>
            <ac:spMk id="9" creationId="{B490FAD7-ADB6-4FBE-373C-E20E2C019C07}"/>
          </ac:spMkLst>
        </pc:spChg>
        <pc:spChg chg="add mod">
          <ac:chgData name="Micek, Vojtech" userId="fad96f9e-f70a-4f88-83ee-977fb340ad6e" providerId="ADAL" clId="{700A9DA4-1B0F-4341-A903-B6D73D7B7A36}" dt="2026-03-13T13:41:42.354" v="3995" actId="20577"/>
          <ac:spMkLst>
            <pc:docMk/>
            <pc:sldMk cId="297777272" sldId="2147483637"/>
            <ac:spMk id="10" creationId="{5F136ADB-1B38-FD23-8A6A-C6C71C7B789B}"/>
          </ac:spMkLst>
        </pc:spChg>
        <pc:spChg chg="add mod">
          <ac:chgData name="Micek, Vojtech" userId="fad96f9e-f70a-4f88-83ee-977fb340ad6e" providerId="ADAL" clId="{700A9DA4-1B0F-4341-A903-B6D73D7B7A36}" dt="2026-03-13T13:41:27.665" v="3968" actId="108"/>
          <ac:spMkLst>
            <pc:docMk/>
            <pc:sldMk cId="297777272" sldId="2147483637"/>
            <ac:spMk id="13" creationId="{BC063149-A4C3-C424-D8C1-0606BAD37A02}"/>
          </ac:spMkLst>
        </pc:spChg>
        <pc:graphicFrameChg chg="add mod modGraphic">
          <ac:chgData name="Micek, Vojtech" userId="fad96f9e-f70a-4f88-83ee-977fb340ad6e" providerId="ADAL" clId="{700A9DA4-1B0F-4341-A903-B6D73D7B7A36}" dt="2026-03-13T08:29:39.187" v="2389"/>
          <ac:graphicFrameMkLst>
            <pc:docMk/>
            <pc:sldMk cId="297777272" sldId="2147483637"/>
            <ac:graphicFrameMk id="2" creationId="{BC3CDA43-0B88-3FA8-276B-B024A805EF12}"/>
          </ac:graphicFrameMkLst>
        </pc:graphicFrameChg>
        <pc:inkChg chg="add mod">
          <ac:chgData name="Micek, Vojtech" userId="fad96f9e-f70a-4f88-83ee-977fb340ad6e" providerId="ADAL" clId="{700A9DA4-1B0F-4341-A903-B6D73D7B7A36}" dt="2026-03-13T13:40:56.414" v="3965"/>
          <ac:inkMkLst>
            <pc:docMk/>
            <pc:sldMk cId="297777272" sldId="2147483637"/>
            <ac:inkMk id="6" creationId="{D15339FF-4AD7-F472-9006-485558DC01ED}"/>
          </ac:inkMkLst>
        </pc:inkChg>
      </pc:sldChg>
      <pc:sldChg chg="addSp delSp modSp add mod">
        <pc:chgData name="Micek, Vojtech" userId="fad96f9e-f70a-4f88-83ee-977fb340ad6e" providerId="ADAL" clId="{700A9DA4-1B0F-4341-A903-B6D73D7B7A36}" dt="2026-03-13T08:50:01.430" v="2753" actId="1035"/>
        <pc:sldMkLst>
          <pc:docMk/>
          <pc:sldMk cId="931303618" sldId="2147483638"/>
        </pc:sldMkLst>
        <pc:picChg chg="add mod">
          <ac:chgData name="Micek, Vojtech" userId="fad96f9e-f70a-4f88-83ee-977fb340ad6e" providerId="ADAL" clId="{700A9DA4-1B0F-4341-A903-B6D73D7B7A36}" dt="2026-03-13T08:50:01.430" v="2753" actId="1035"/>
          <ac:picMkLst>
            <pc:docMk/>
            <pc:sldMk cId="931303618" sldId="2147483638"/>
            <ac:picMk id="5" creationId="{7C287F0E-1149-35ED-A38B-58117E88A1F6}"/>
          </ac:picMkLst>
        </pc:picChg>
      </pc:sldChg>
      <pc:sldChg chg="addSp delSp modSp add mod">
        <pc:chgData name="Micek, Vojtech" userId="fad96f9e-f70a-4f88-83ee-977fb340ad6e" providerId="ADAL" clId="{700A9DA4-1B0F-4341-A903-B6D73D7B7A36}" dt="2026-03-13T09:07:32.219" v="3139" actId="20577"/>
        <pc:sldMkLst>
          <pc:docMk/>
          <pc:sldMk cId="3238073703" sldId="2147483639"/>
        </pc:sldMkLst>
        <pc:spChg chg="add mod">
          <ac:chgData name="Micek, Vojtech" userId="fad96f9e-f70a-4f88-83ee-977fb340ad6e" providerId="ADAL" clId="{700A9DA4-1B0F-4341-A903-B6D73D7B7A36}" dt="2026-03-13T09:01:33.096" v="2842" actId="1037"/>
          <ac:spMkLst>
            <pc:docMk/>
            <pc:sldMk cId="3238073703" sldId="2147483639"/>
            <ac:spMk id="4" creationId="{A920D084-316A-60B2-1B0D-3A75EC133934}"/>
          </ac:spMkLst>
        </pc:spChg>
        <pc:spChg chg="mod">
          <ac:chgData name="Micek, Vojtech" userId="fad96f9e-f70a-4f88-83ee-977fb340ad6e" providerId="ADAL" clId="{700A9DA4-1B0F-4341-A903-B6D73D7B7A36}" dt="2026-03-13T09:07:30.758" v="3137"/>
          <ac:spMkLst>
            <pc:docMk/>
            <pc:sldMk cId="3238073703" sldId="2147483639"/>
            <ac:spMk id="7" creationId="{FE6159FA-29E0-059A-50FA-99F70E36FCCF}"/>
          </ac:spMkLst>
        </pc:spChg>
        <pc:spChg chg="mod">
          <ac:chgData name="Micek, Vojtech" userId="fad96f9e-f70a-4f88-83ee-977fb340ad6e" providerId="ADAL" clId="{700A9DA4-1B0F-4341-A903-B6D73D7B7A36}" dt="2026-03-13T08:59:45.798" v="2758" actId="20577"/>
          <ac:spMkLst>
            <pc:docMk/>
            <pc:sldMk cId="3238073703" sldId="2147483639"/>
            <ac:spMk id="8" creationId="{4CD91996-3E48-E6C6-2DCA-9592D48EF0C5}"/>
          </ac:spMkLst>
        </pc:spChg>
        <pc:spChg chg="mod">
          <ac:chgData name="Micek, Vojtech" userId="fad96f9e-f70a-4f88-83ee-977fb340ad6e" providerId="ADAL" clId="{700A9DA4-1B0F-4341-A903-B6D73D7B7A36}" dt="2026-03-13T09:07:32.219" v="3139" actId="20577"/>
          <ac:spMkLst>
            <pc:docMk/>
            <pc:sldMk cId="3238073703" sldId="2147483639"/>
            <ac:spMk id="9" creationId="{C3134BC3-D930-E68F-1559-AC14380B50E5}"/>
          </ac:spMkLst>
        </pc:spChg>
        <pc:spChg chg="add mod">
          <ac:chgData name="Micek, Vojtech" userId="fad96f9e-f70a-4f88-83ee-977fb340ad6e" providerId="ADAL" clId="{700A9DA4-1B0F-4341-A903-B6D73D7B7A36}" dt="2026-03-13T09:01:33.096" v="2842" actId="1037"/>
          <ac:spMkLst>
            <pc:docMk/>
            <pc:sldMk cId="3238073703" sldId="2147483639"/>
            <ac:spMk id="11" creationId="{4988FC84-EF37-4FAA-FB58-68D8EF0ADAE4}"/>
          </ac:spMkLst>
        </pc:spChg>
        <pc:spChg chg="mod">
          <ac:chgData name="Micek, Vojtech" userId="fad96f9e-f70a-4f88-83ee-977fb340ad6e" providerId="ADAL" clId="{700A9DA4-1B0F-4341-A903-B6D73D7B7A36}" dt="2026-03-13T09:04:03.580" v="2940"/>
          <ac:spMkLst>
            <pc:docMk/>
            <pc:sldMk cId="3238073703" sldId="2147483639"/>
            <ac:spMk id="17" creationId="{3754AE29-54B1-1732-E9CE-423E82679288}"/>
          </ac:spMkLst>
        </pc:spChg>
        <pc:spChg chg="mod">
          <ac:chgData name="Micek, Vojtech" userId="fad96f9e-f70a-4f88-83ee-977fb340ad6e" providerId="ADAL" clId="{700A9DA4-1B0F-4341-A903-B6D73D7B7A36}" dt="2026-03-13T09:04:03.580" v="2940"/>
          <ac:spMkLst>
            <pc:docMk/>
            <pc:sldMk cId="3238073703" sldId="2147483639"/>
            <ac:spMk id="18" creationId="{EE6040CC-47B8-7B2F-7ACB-DAFDFF19C968}"/>
          </ac:spMkLst>
        </pc:spChg>
        <pc:grpChg chg="add mod">
          <ac:chgData name="Micek, Vojtech" userId="fad96f9e-f70a-4f88-83ee-977fb340ad6e" providerId="ADAL" clId="{700A9DA4-1B0F-4341-A903-B6D73D7B7A36}" dt="2026-03-13T09:07:30.758" v="3137"/>
          <ac:grpSpMkLst>
            <pc:docMk/>
            <pc:sldMk cId="3238073703" sldId="2147483639"/>
            <ac:grpSpMk id="6" creationId="{14D9C68F-0166-A5F4-57F7-91C332A50710}"/>
          </ac:grpSpMkLst>
        </pc:grpChg>
        <pc:grpChg chg="add mod">
          <ac:chgData name="Micek, Vojtech" userId="fad96f9e-f70a-4f88-83ee-977fb340ad6e" providerId="ADAL" clId="{700A9DA4-1B0F-4341-A903-B6D73D7B7A36}" dt="2026-03-13T09:04:18.456" v="2995" actId="1037"/>
          <ac:grpSpMkLst>
            <pc:docMk/>
            <pc:sldMk cId="3238073703" sldId="2147483639"/>
            <ac:grpSpMk id="16" creationId="{4911A689-F8C0-2E01-6B1E-016FAEB86DFE}"/>
          </ac:grpSpMkLst>
        </pc:grpChg>
        <pc:picChg chg="add mod">
          <ac:chgData name="Micek, Vojtech" userId="fad96f9e-f70a-4f88-83ee-977fb340ad6e" providerId="ADAL" clId="{700A9DA4-1B0F-4341-A903-B6D73D7B7A36}" dt="2026-03-13T09:01:33.096" v="2842" actId="1037"/>
          <ac:picMkLst>
            <pc:docMk/>
            <pc:sldMk cId="3238073703" sldId="2147483639"/>
            <ac:picMk id="2" creationId="{A1C40D44-4043-3B8F-6B83-A4BE022788EA}"/>
          </ac:picMkLst>
        </pc:picChg>
        <pc:picChg chg="add mod">
          <ac:chgData name="Micek, Vojtech" userId="fad96f9e-f70a-4f88-83ee-977fb340ad6e" providerId="ADAL" clId="{700A9DA4-1B0F-4341-A903-B6D73D7B7A36}" dt="2026-03-13T09:01:33.096" v="2842" actId="1037"/>
          <ac:picMkLst>
            <pc:docMk/>
            <pc:sldMk cId="3238073703" sldId="2147483639"/>
            <ac:picMk id="10" creationId="{4C50E194-7CF3-C76E-0670-5ACAEA207961}"/>
          </ac:picMkLst>
        </pc:picChg>
      </pc:sldChg>
      <pc:sldChg chg="addSp delSp modSp add mod">
        <pc:chgData name="Micek, Vojtech" userId="fad96f9e-f70a-4f88-83ee-977fb340ad6e" providerId="ADAL" clId="{700A9DA4-1B0F-4341-A903-B6D73D7B7A36}" dt="2026-03-13T09:09:57.173" v="3151"/>
        <pc:sldMkLst>
          <pc:docMk/>
          <pc:sldMk cId="3137236763" sldId="2147483640"/>
        </pc:sldMkLst>
        <pc:spChg chg="mod">
          <ac:chgData name="Micek, Vojtech" userId="fad96f9e-f70a-4f88-83ee-977fb340ad6e" providerId="ADAL" clId="{700A9DA4-1B0F-4341-A903-B6D73D7B7A36}" dt="2026-03-13T09:09:19.254" v="3150"/>
          <ac:spMkLst>
            <pc:docMk/>
            <pc:sldMk cId="3137236763" sldId="2147483640"/>
            <ac:spMk id="8" creationId="{D8F16B6A-1051-B172-3A1D-4A60B2D722A6}"/>
          </ac:spMkLst>
        </pc:spChg>
        <pc:picChg chg="add mod">
          <ac:chgData name="Micek, Vojtech" userId="fad96f9e-f70a-4f88-83ee-977fb340ad6e" providerId="ADAL" clId="{700A9DA4-1B0F-4341-A903-B6D73D7B7A36}" dt="2026-03-13T09:09:57.173" v="3151"/>
          <ac:picMkLst>
            <pc:docMk/>
            <pc:sldMk cId="3137236763" sldId="2147483640"/>
            <ac:picMk id="5" creationId="{40AB7BB9-6695-8B8E-26A1-56E657DBA8E2}"/>
          </ac:picMkLst>
        </pc:picChg>
      </pc:sldChg>
      <pc:sldChg chg="modSp add mod ord">
        <pc:chgData name="Micek, Vojtech" userId="fad96f9e-f70a-4f88-83ee-977fb340ad6e" providerId="ADAL" clId="{700A9DA4-1B0F-4341-A903-B6D73D7B7A36}" dt="2026-03-13T11:56:24.388" v="3903" actId="20577"/>
        <pc:sldMkLst>
          <pc:docMk/>
          <pc:sldMk cId="2549092094" sldId="2147483641"/>
        </pc:sldMkLst>
        <pc:spChg chg="mod">
          <ac:chgData name="Micek, Vojtech" userId="fad96f9e-f70a-4f88-83ee-977fb340ad6e" providerId="ADAL" clId="{700A9DA4-1B0F-4341-A903-B6D73D7B7A36}" dt="2026-03-13T09:12:58.496" v="3175" actId="20577"/>
          <ac:spMkLst>
            <pc:docMk/>
            <pc:sldMk cId="2549092094" sldId="2147483641"/>
            <ac:spMk id="8" creationId="{FDAADF62-BF51-2ADF-C192-D6A889C2D964}"/>
          </ac:spMkLst>
        </pc:spChg>
        <pc:spChg chg="mod">
          <ac:chgData name="Micek, Vojtech" userId="fad96f9e-f70a-4f88-83ee-977fb340ad6e" providerId="ADAL" clId="{700A9DA4-1B0F-4341-A903-B6D73D7B7A36}" dt="2026-03-13T11:56:24.388" v="3903" actId="20577"/>
          <ac:spMkLst>
            <pc:docMk/>
            <pc:sldMk cId="2549092094" sldId="2147483641"/>
            <ac:spMk id="9" creationId="{FA9DB5B5-2312-67BA-38C5-52321E79B48E}"/>
          </ac:spMkLst>
        </pc:spChg>
        <pc:spChg chg="mod">
          <ac:chgData name="Micek, Vojtech" userId="fad96f9e-f70a-4f88-83ee-977fb340ad6e" providerId="ADAL" clId="{700A9DA4-1B0F-4341-A903-B6D73D7B7A36}" dt="2026-03-13T11:55:50.815" v="3878"/>
          <ac:spMkLst>
            <pc:docMk/>
            <pc:sldMk cId="2549092094" sldId="2147483641"/>
            <ac:spMk id="10" creationId="{288E61B1-0278-0E21-787D-E6E9B54B9D80}"/>
          </ac:spMkLst>
        </pc:spChg>
        <pc:spChg chg="mod">
          <ac:chgData name="Micek, Vojtech" userId="fad96f9e-f70a-4f88-83ee-977fb340ad6e" providerId="ADAL" clId="{700A9DA4-1B0F-4341-A903-B6D73D7B7A36}" dt="2026-03-13T09:15:49.385" v="3407"/>
          <ac:spMkLst>
            <pc:docMk/>
            <pc:sldMk cId="2549092094" sldId="2147483641"/>
            <ac:spMk id="13" creationId="{ED20A4C3-3DD9-D517-ED73-FE8D664D34D9}"/>
          </ac:spMkLst>
        </pc:spChg>
        <pc:graphicFrameChg chg="mod modGraphic">
          <ac:chgData name="Micek, Vojtech" userId="fad96f9e-f70a-4f88-83ee-977fb340ad6e" providerId="ADAL" clId="{700A9DA4-1B0F-4341-A903-B6D73D7B7A36}" dt="2026-03-13T09:14:50.330" v="3377" actId="20577"/>
          <ac:graphicFrameMkLst>
            <pc:docMk/>
            <pc:sldMk cId="2549092094" sldId="2147483641"/>
            <ac:graphicFrameMk id="2" creationId="{DBF9606C-B5AF-04F5-A12B-DE62FC969973}"/>
          </ac:graphicFrameMkLst>
        </pc:graphicFrameChg>
      </pc:sldChg>
      <pc:sldChg chg="addSp delSp modSp add mod">
        <pc:chgData name="Micek, Vojtech" userId="fad96f9e-f70a-4f88-83ee-977fb340ad6e" providerId="ADAL" clId="{700A9DA4-1B0F-4341-A903-B6D73D7B7A36}" dt="2026-03-13T09:26:25.093" v="3485" actId="1076"/>
        <pc:sldMkLst>
          <pc:docMk/>
          <pc:sldMk cId="526541800" sldId="2147483642"/>
        </pc:sldMkLst>
        <pc:picChg chg="add mod">
          <ac:chgData name="Micek, Vojtech" userId="fad96f9e-f70a-4f88-83ee-977fb340ad6e" providerId="ADAL" clId="{700A9DA4-1B0F-4341-A903-B6D73D7B7A36}" dt="2026-03-13T09:25:46.535" v="3480"/>
          <ac:picMkLst>
            <pc:docMk/>
            <pc:sldMk cId="526541800" sldId="2147483642"/>
            <ac:picMk id="4" creationId="{541C1BBC-1A9D-861F-E9F1-1B13967E8072}"/>
          </ac:picMkLst>
        </pc:picChg>
        <pc:picChg chg="add mod">
          <ac:chgData name="Micek, Vojtech" userId="fad96f9e-f70a-4f88-83ee-977fb340ad6e" providerId="ADAL" clId="{700A9DA4-1B0F-4341-A903-B6D73D7B7A36}" dt="2026-03-13T09:26:25.093" v="3485" actId="1076"/>
          <ac:picMkLst>
            <pc:docMk/>
            <pc:sldMk cId="526541800" sldId="2147483642"/>
            <ac:picMk id="7" creationId="{2248918A-98DE-13C5-065C-D7721E9909BA}"/>
          </ac:picMkLst>
        </pc:picChg>
      </pc:sldChg>
      <pc:sldChg chg="addSp delSp modSp add mod ord">
        <pc:chgData name="Micek, Vojtech" userId="fad96f9e-f70a-4f88-83ee-977fb340ad6e" providerId="ADAL" clId="{700A9DA4-1B0F-4341-A903-B6D73D7B7A36}" dt="2026-03-13T09:31:31.966" v="3543" actId="1036"/>
        <pc:sldMkLst>
          <pc:docMk/>
          <pc:sldMk cId="3948630992" sldId="2147483643"/>
        </pc:sldMkLst>
        <pc:spChg chg="add mod">
          <ac:chgData name="Micek, Vojtech" userId="fad96f9e-f70a-4f88-83ee-977fb340ad6e" providerId="ADAL" clId="{700A9DA4-1B0F-4341-A903-B6D73D7B7A36}" dt="2026-03-13T09:31:31.966" v="3543" actId="1036"/>
          <ac:spMkLst>
            <pc:docMk/>
            <pc:sldMk cId="3948630992" sldId="2147483643"/>
            <ac:spMk id="4" creationId="{E81252FF-764F-583E-11F7-5793794AF72A}"/>
          </ac:spMkLst>
        </pc:spChg>
        <pc:spChg chg="mod">
          <ac:chgData name="Micek, Vojtech" userId="fad96f9e-f70a-4f88-83ee-977fb340ad6e" providerId="ADAL" clId="{700A9DA4-1B0F-4341-A903-B6D73D7B7A36}" dt="2026-03-13T09:27:46.858" v="3490"/>
          <ac:spMkLst>
            <pc:docMk/>
            <pc:sldMk cId="3948630992" sldId="2147483643"/>
            <ac:spMk id="8" creationId="{564237C8-405B-CAF3-F72D-E322F7D7F221}"/>
          </ac:spMkLst>
        </pc:spChg>
        <pc:spChg chg="mod">
          <ac:chgData name="Micek, Vojtech" userId="fad96f9e-f70a-4f88-83ee-977fb340ad6e" providerId="ADAL" clId="{700A9DA4-1B0F-4341-A903-B6D73D7B7A36}" dt="2026-03-13T09:29:26.923" v="3514"/>
          <ac:spMkLst>
            <pc:docMk/>
            <pc:sldMk cId="3948630992" sldId="2147483643"/>
            <ac:spMk id="9" creationId="{B8D92905-9F67-9CE3-C766-51FB066A64F2}"/>
          </ac:spMkLst>
        </pc:spChg>
        <pc:spChg chg="mod">
          <ac:chgData name="Micek, Vojtech" userId="fad96f9e-f70a-4f88-83ee-977fb340ad6e" providerId="ADAL" clId="{700A9DA4-1B0F-4341-A903-B6D73D7B7A36}" dt="2026-03-13T09:28:50.799" v="3513"/>
          <ac:spMkLst>
            <pc:docMk/>
            <pc:sldMk cId="3948630992" sldId="2147483643"/>
            <ac:spMk id="10" creationId="{D33A77F2-1F94-C6FE-2B5A-9643FC67EB34}"/>
          </ac:spMkLst>
        </pc:spChg>
        <pc:spChg chg="mod">
          <ac:chgData name="Micek, Vojtech" userId="fad96f9e-f70a-4f88-83ee-977fb340ad6e" providerId="ADAL" clId="{700A9DA4-1B0F-4341-A903-B6D73D7B7A36}" dt="2026-03-13T09:28:35.002" v="3512"/>
          <ac:spMkLst>
            <pc:docMk/>
            <pc:sldMk cId="3948630992" sldId="2147483643"/>
            <ac:spMk id="13" creationId="{A93C5F17-072E-71FD-BF54-583DFAF647A1}"/>
          </ac:spMkLst>
        </pc:spChg>
      </pc:sldChg>
      <pc:sldChg chg="addSp delSp modSp add mod">
        <pc:chgData name="Micek, Vojtech" userId="fad96f9e-f70a-4f88-83ee-977fb340ad6e" providerId="ADAL" clId="{700A9DA4-1B0F-4341-A903-B6D73D7B7A36}" dt="2026-03-13T09:34:40.773" v="3634" actId="1076"/>
        <pc:sldMkLst>
          <pc:docMk/>
          <pc:sldMk cId="199179192" sldId="2147483644"/>
        </pc:sldMkLst>
        <pc:spChg chg="add mod">
          <ac:chgData name="Micek, Vojtech" userId="fad96f9e-f70a-4f88-83ee-977fb340ad6e" providerId="ADAL" clId="{700A9DA4-1B0F-4341-A903-B6D73D7B7A36}" dt="2026-03-13T09:33:30.078" v="3608" actId="122"/>
          <ac:spMkLst>
            <pc:docMk/>
            <pc:sldMk cId="199179192" sldId="2147483644"/>
            <ac:spMk id="2" creationId="{FEE6F936-F2E1-AFB8-A638-9CD640A074A7}"/>
          </ac:spMkLst>
        </pc:spChg>
        <pc:spChg chg="add mod">
          <ac:chgData name="Micek, Vojtech" userId="fad96f9e-f70a-4f88-83ee-977fb340ad6e" providerId="ADAL" clId="{700A9DA4-1B0F-4341-A903-B6D73D7B7A36}" dt="2026-03-13T09:33:35.510" v="3615" actId="122"/>
          <ac:spMkLst>
            <pc:docMk/>
            <pc:sldMk cId="199179192" sldId="2147483644"/>
            <ac:spMk id="5" creationId="{7BC9D45E-C1CE-68FF-5960-3083D4B0FA69}"/>
          </ac:spMkLst>
        </pc:spChg>
        <pc:spChg chg="add mod">
          <ac:chgData name="Micek, Vojtech" userId="fad96f9e-f70a-4f88-83ee-977fb340ad6e" providerId="ADAL" clId="{700A9DA4-1B0F-4341-A903-B6D73D7B7A36}" dt="2026-03-13T09:33:39.856" v="3620" actId="122"/>
          <ac:spMkLst>
            <pc:docMk/>
            <pc:sldMk cId="199179192" sldId="2147483644"/>
            <ac:spMk id="6" creationId="{5E02A1A2-F94B-5888-ED86-95B0CACD4CCF}"/>
          </ac:spMkLst>
        </pc:spChg>
        <pc:picChg chg="add mod">
          <ac:chgData name="Micek, Vojtech" userId="fad96f9e-f70a-4f88-83ee-977fb340ad6e" providerId="ADAL" clId="{700A9DA4-1B0F-4341-A903-B6D73D7B7A36}" dt="2026-03-13T09:33:56.313" v="3624" actId="1076"/>
          <ac:picMkLst>
            <pc:docMk/>
            <pc:sldMk cId="199179192" sldId="2147483644"/>
            <ac:picMk id="7" creationId="{42680B11-3B9E-CFC4-803A-3D4379B328FD}"/>
          </ac:picMkLst>
        </pc:picChg>
        <pc:picChg chg="add mod">
          <ac:chgData name="Micek, Vojtech" userId="fad96f9e-f70a-4f88-83ee-977fb340ad6e" providerId="ADAL" clId="{700A9DA4-1B0F-4341-A903-B6D73D7B7A36}" dt="2026-03-13T09:33:56.313" v="3624" actId="1076"/>
          <ac:picMkLst>
            <pc:docMk/>
            <pc:sldMk cId="199179192" sldId="2147483644"/>
            <ac:picMk id="11" creationId="{9A526807-4729-2C93-D3BF-E6B59AE3F3E4}"/>
          </ac:picMkLst>
        </pc:picChg>
        <pc:picChg chg="add mod modCrop">
          <ac:chgData name="Micek, Vojtech" userId="fad96f9e-f70a-4f88-83ee-977fb340ad6e" providerId="ADAL" clId="{700A9DA4-1B0F-4341-A903-B6D73D7B7A36}" dt="2026-03-13T09:34:16.981" v="3628" actId="1076"/>
          <ac:picMkLst>
            <pc:docMk/>
            <pc:sldMk cId="199179192" sldId="2147483644"/>
            <ac:picMk id="12" creationId="{0E131CD9-D689-DCFE-B0AF-DAB745EA79F7}"/>
          </ac:picMkLst>
        </pc:picChg>
        <pc:picChg chg="add mod">
          <ac:chgData name="Micek, Vojtech" userId="fad96f9e-f70a-4f88-83ee-977fb340ad6e" providerId="ADAL" clId="{700A9DA4-1B0F-4341-A903-B6D73D7B7A36}" dt="2026-03-13T09:34:40.773" v="3634" actId="1076"/>
          <ac:picMkLst>
            <pc:docMk/>
            <pc:sldMk cId="199179192" sldId="2147483644"/>
            <ac:picMk id="14" creationId="{E1BB5E40-057F-ADF0-3768-5412F554F6AA}"/>
          </ac:picMkLst>
        </pc:picChg>
        <pc:picChg chg="add mod">
          <ac:chgData name="Micek, Vojtech" userId="fad96f9e-f70a-4f88-83ee-977fb340ad6e" providerId="ADAL" clId="{700A9DA4-1B0F-4341-A903-B6D73D7B7A36}" dt="2026-03-13T09:34:40.773" v="3634" actId="1076"/>
          <ac:picMkLst>
            <pc:docMk/>
            <pc:sldMk cId="199179192" sldId="2147483644"/>
            <ac:picMk id="15" creationId="{B41B1479-ED4B-38CD-57C1-281FE375B802}"/>
          </ac:picMkLst>
        </pc:picChg>
      </pc:sldChg>
      <pc:sldChg chg="addSp delSp modSp add mod ord">
        <pc:chgData name="Micek, Vojtech" userId="fad96f9e-f70a-4f88-83ee-977fb340ad6e" providerId="ADAL" clId="{700A9DA4-1B0F-4341-A903-B6D73D7B7A36}" dt="2026-03-16T12:05:28.545" v="6597" actId="20577"/>
        <pc:sldMkLst>
          <pc:docMk/>
          <pc:sldMk cId="3705707968" sldId="2147483645"/>
        </pc:sldMkLst>
        <pc:spChg chg="mod">
          <ac:chgData name="Micek, Vojtech" userId="fad96f9e-f70a-4f88-83ee-977fb340ad6e" providerId="ADAL" clId="{700A9DA4-1B0F-4341-A903-B6D73D7B7A36}" dt="2026-03-13T14:27:30.076" v="4362" actId="20577"/>
          <ac:spMkLst>
            <pc:docMk/>
            <pc:sldMk cId="3705707968" sldId="2147483645"/>
            <ac:spMk id="4" creationId="{154BD0A9-746C-4D7A-8BA5-8C4AE1559EC2}"/>
          </ac:spMkLst>
        </pc:spChg>
        <pc:spChg chg="mod">
          <ac:chgData name="Micek, Vojtech" userId="fad96f9e-f70a-4f88-83ee-977fb340ad6e" providerId="ADAL" clId="{700A9DA4-1B0F-4341-A903-B6D73D7B7A36}" dt="2026-03-13T09:36:09.417" v="3645" actId="20577"/>
          <ac:spMkLst>
            <pc:docMk/>
            <pc:sldMk cId="3705707968" sldId="2147483645"/>
            <ac:spMk id="5" creationId="{9439C5D0-7FC1-54BB-4E14-D68CA8603436}"/>
          </ac:spMkLst>
        </pc:spChg>
        <pc:spChg chg="mod">
          <ac:chgData name="Micek, Vojtech" userId="fad96f9e-f70a-4f88-83ee-977fb340ad6e" providerId="ADAL" clId="{700A9DA4-1B0F-4341-A903-B6D73D7B7A36}" dt="2026-03-16T12:05:28.545" v="6597" actId="20577"/>
          <ac:spMkLst>
            <pc:docMk/>
            <pc:sldMk cId="3705707968" sldId="2147483645"/>
            <ac:spMk id="6" creationId="{F4839D3C-857A-3D74-1F83-0A7B90F4D2E2}"/>
          </ac:spMkLst>
        </pc:spChg>
        <pc:spChg chg="mod">
          <ac:chgData name="Micek, Vojtech" userId="fad96f9e-f70a-4f88-83ee-977fb340ad6e" providerId="ADAL" clId="{700A9DA4-1B0F-4341-A903-B6D73D7B7A36}" dt="2026-03-13T09:36:15.401" v="3652" actId="20577"/>
          <ac:spMkLst>
            <pc:docMk/>
            <pc:sldMk cId="3705707968" sldId="2147483645"/>
            <ac:spMk id="7" creationId="{E3AFFA02-40CE-2EF7-73CA-E47F72925ACF}"/>
          </ac:spMkLst>
        </pc:spChg>
        <pc:spChg chg="mod">
          <ac:chgData name="Micek, Vojtech" userId="fad96f9e-f70a-4f88-83ee-977fb340ad6e" providerId="ADAL" clId="{700A9DA4-1B0F-4341-A903-B6D73D7B7A36}" dt="2026-03-13T09:35:59.949" v="3639"/>
          <ac:spMkLst>
            <pc:docMk/>
            <pc:sldMk cId="3705707968" sldId="2147483645"/>
            <ac:spMk id="8" creationId="{D4B0A5BF-727D-0CF5-2F65-F9D0BC797EF4}"/>
          </ac:spMkLst>
        </pc:spChg>
        <pc:spChg chg="mod">
          <ac:chgData name="Micek, Vojtech" userId="fad96f9e-f70a-4f88-83ee-977fb340ad6e" providerId="ADAL" clId="{700A9DA4-1B0F-4341-A903-B6D73D7B7A36}" dt="2026-03-16T12:05:12.047" v="6596" actId="20577"/>
          <ac:spMkLst>
            <pc:docMk/>
            <pc:sldMk cId="3705707968" sldId="2147483645"/>
            <ac:spMk id="11" creationId="{F4E40AA1-0175-BD49-AF98-C4F5471246E8}"/>
          </ac:spMkLst>
        </pc:spChg>
        <pc:spChg chg="mod">
          <ac:chgData name="Micek, Vojtech" userId="fad96f9e-f70a-4f88-83ee-977fb340ad6e" providerId="ADAL" clId="{700A9DA4-1B0F-4341-A903-B6D73D7B7A36}" dt="2026-03-13T09:36:35.569" v="3654" actId="20577"/>
          <ac:spMkLst>
            <pc:docMk/>
            <pc:sldMk cId="3705707968" sldId="2147483645"/>
            <ac:spMk id="12" creationId="{B155530F-A626-F496-4966-60453C54538C}"/>
          </ac:spMkLst>
        </pc:spChg>
      </pc:sldChg>
      <pc:sldChg chg="addSp delSp modSp add mod">
        <pc:chgData name="Micek, Vojtech" userId="fad96f9e-f70a-4f88-83ee-977fb340ad6e" providerId="ADAL" clId="{700A9DA4-1B0F-4341-A903-B6D73D7B7A36}" dt="2026-03-13T09:45:57.156" v="3827" actId="20577"/>
        <pc:sldMkLst>
          <pc:docMk/>
          <pc:sldMk cId="882385831" sldId="2147483646"/>
        </pc:sldMkLst>
        <pc:spChg chg="add mod">
          <ac:chgData name="Micek, Vojtech" userId="fad96f9e-f70a-4f88-83ee-977fb340ad6e" providerId="ADAL" clId="{700A9DA4-1B0F-4341-A903-B6D73D7B7A36}" dt="2026-03-13T09:45:57.156" v="3827" actId="20577"/>
          <ac:spMkLst>
            <pc:docMk/>
            <pc:sldMk cId="882385831" sldId="2147483646"/>
            <ac:spMk id="2" creationId="{2DDEB7CB-DADA-C6E9-E8B7-ADE837DEE5B2}"/>
          </ac:spMkLst>
        </pc:spChg>
        <pc:spChg chg="mod">
          <ac:chgData name="Micek, Vojtech" userId="fad96f9e-f70a-4f88-83ee-977fb340ad6e" providerId="ADAL" clId="{700A9DA4-1B0F-4341-A903-B6D73D7B7A36}" dt="2026-03-13T09:42:27.128" v="3715"/>
          <ac:spMkLst>
            <pc:docMk/>
            <pc:sldMk cId="882385831" sldId="2147483646"/>
            <ac:spMk id="8" creationId="{698E4ED3-28C3-3BBA-3875-990FD831B8B1}"/>
          </ac:spMkLst>
        </pc:spChg>
        <pc:spChg chg="add mod">
          <ac:chgData name="Micek, Vojtech" userId="fad96f9e-f70a-4f88-83ee-977fb340ad6e" providerId="ADAL" clId="{700A9DA4-1B0F-4341-A903-B6D73D7B7A36}" dt="2026-03-13T09:43:31.343" v="3738" actId="20577"/>
          <ac:spMkLst>
            <pc:docMk/>
            <pc:sldMk cId="882385831" sldId="2147483646"/>
            <ac:spMk id="9" creationId="{2EDF78C2-67DC-4096-2B37-8653506103E2}"/>
          </ac:spMkLst>
        </pc:spChg>
        <pc:spChg chg="add mod">
          <ac:chgData name="Micek, Vojtech" userId="fad96f9e-f70a-4f88-83ee-977fb340ad6e" providerId="ADAL" clId="{700A9DA4-1B0F-4341-A903-B6D73D7B7A36}" dt="2026-03-13T09:42:22.810" v="3714" actId="20577"/>
          <ac:spMkLst>
            <pc:docMk/>
            <pc:sldMk cId="882385831" sldId="2147483646"/>
            <ac:spMk id="10" creationId="{E8DB0D59-C10B-EAA4-323E-68677D791C0E}"/>
          </ac:spMkLst>
        </pc:spChg>
      </pc:sldChg>
      <pc:sldChg chg="addSp delSp modSp add mod">
        <pc:chgData name="Micek, Vojtech" userId="fad96f9e-f70a-4f88-83ee-977fb340ad6e" providerId="ADAL" clId="{700A9DA4-1B0F-4341-A903-B6D73D7B7A36}" dt="2026-03-16T08:01:09.761" v="6478" actId="1038"/>
        <pc:sldMkLst>
          <pc:docMk/>
          <pc:sldMk cId="3210559938" sldId="2147483647"/>
        </pc:sldMkLst>
        <pc:spChg chg="mod">
          <ac:chgData name="Micek, Vojtech" userId="fad96f9e-f70a-4f88-83ee-977fb340ad6e" providerId="ADAL" clId="{700A9DA4-1B0F-4341-A903-B6D73D7B7A36}" dt="2026-03-13T14:40:45.346" v="4388" actId="20577"/>
          <ac:spMkLst>
            <pc:docMk/>
            <pc:sldMk cId="3210559938" sldId="2147483647"/>
            <ac:spMk id="8" creationId="{28A38950-127E-0086-9E98-963EA095746A}"/>
          </ac:spMkLst>
        </pc:spChg>
        <pc:picChg chg="add mod modCrop">
          <ac:chgData name="Micek, Vojtech" userId="fad96f9e-f70a-4f88-83ee-977fb340ad6e" providerId="ADAL" clId="{700A9DA4-1B0F-4341-A903-B6D73D7B7A36}" dt="2026-03-16T08:01:09.761" v="6478" actId="1038"/>
          <ac:picMkLst>
            <pc:docMk/>
            <pc:sldMk cId="3210559938" sldId="2147483647"/>
            <ac:picMk id="4" creationId="{13A9458B-3E68-C70B-3B56-F38D71CDF007}"/>
          </ac:picMkLst>
        </pc:picChg>
        <pc:picChg chg="add del mod">
          <ac:chgData name="Micek, Vojtech" userId="fad96f9e-f70a-4f88-83ee-977fb340ad6e" providerId="ADAL" clId="{700A9DA4-1B0F-4341-A903-B6D73D7B7A36}" dt="2026-03-16T08:00:36.278" v="6457" actId="478"/>
          <ac:picMkLst>
            <pc:docMk/>
            <pc:sldMk cId="3210559938" sldId="2147483647"/>
            <ac:picMk id="9" creationId="{CC4FD844-33D1-AB6B-E7BE-EE16FF6AD6B4}"/>
          </ac:picMkLst>
        </pc:picChg>
      </pc:sldChg>
      <pc:sldMasterChg chg="delSldLayout">
        <pc:chgData name="Micek, Vojtech" userId="fad96f9e-f70a-4f88-83ee-977fb340ad6e" providerId="ADAL" clId="{700A9DA4-1B0F-4341-A903-B6D73D7B7A36}" dt="2026-03-12T13:39:40.208" v="830" actId="47"/>
        <pc:sldMasterMkLst>
          <pc:docMk/>
          <pc:sldMasterMk cId="0" sldId="2147483648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361679-4A74-4A71-ACC3-87F7BF756F7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25CCE6-E92F-4D1E-B68D-9B921BB64A9C}">
      <dgm:prSet phldrT="[Text]" custT="1"/>
      <dgm:spPr>
        <a:xfrm>
          <a:off x="1371" y="1890758"/>
          <a:ext cx="2246081" cy="89843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 algn="ctr"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PC/LabView</a:t>
          </a:r>
          <a:b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Manual setup</a:t>
          </a:r>
        </a:p>
      </dgm:t>
    </dgm:pt>
    <dgm:pt modelId="{02949644-8CB0-4E38-A8A7-8048533299F1}" type="par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926678E1-216C-4AEA-B9AF-0CF35B8A10F2}" type="sib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0F69F7BD-90F7-4443-98CC-3703F4D2121C}">
      <dgm:prSet phldrT="[Text]" custT="1"/>
      <dgm:spPr>
        <a:xfrm>
          <a:off x="179823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MCU logic &amp; sequence control</a:t>
          </a:r>
        </a:p>
      </dgm:t>
    </dgm:pt>
    <dgm:pt modelId="{D6FDC06F-67A8-437A-BF96-C22385CB1A2B}" type="par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061C9053-4B68-4E19-ACE8-C9F583C3E415}" type="sib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66551054-DF4E-4963-A948-04BD6D2C383E}">
      <dgm:prSet phldrT="[Text]" custT="1"/>
      <dgm:spPr>
        <a:xfrm>
          <a:off x="3595101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Relays</a:t>
          </a:r>
          <a:b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MOSFETs</a:t>
          </a:r>
        </a:p>
      </dgm:t>
    </dgm:pt>
    <dgm:pt modelId="{248CC8B2-7154-44C2-8D09-8B0D6585BA5C}" type="sib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32B9AA8F-6EAC-49EF-8615-1A8569348F35}" type="par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6A3C2257-FB27-4BF2-B1B2-CB8DD1A8F614}">
      <dgm:prSet phldrT="[Text]" custT="1"/>
      <dgm:spPr>
        <a:xfrm>
          <a:off x="539196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DUT</a:t>
          </a:r>
        </a:p>
      </dgm:t>
    </dgm:pt>
    <dgm:pt modelId="{2AA7C21E-1BC5-4361-B5F0-999EBF1FC565}" type="sib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3F36E465-AC52-44CB-A578-DF8F7526E809}" type="par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D7E74E6B-A809-4663-9765-16885CC028C1}">
      <dgm:prSet phldrT="[Text]" custT="1"/>
      <dgm:spPr>
        <a:xfrm>
          <a:off x="7188832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Measurement</a:t>
          </a:r>
          <a:b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devices</a:t>
          </a:r>
        </a:p>
      </dgm:t>
    </dgm:pt>
    <dgm:pt modelId="{7F042D7A-2111-43C8-8BBF-DC7C68301806}" type="sib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9304A778-176A-473A-8874-EABFAF4BB6AA}" type="par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AC2C5F20-FC59-4A12-8891-8A45B3AEBD20}" type="pres">
      <dgm:prSet presAssocID="{E4361679-4A74-4A71-ACC3-87F7BF756F75}" presName="Name0" presStyleCnt="0">
        <dgm:presLayoutVars>
          <dgm:dir/>
          <dgm:resizeHandles val="exact"/>
        </dgm:presLayoutVars>
      </dgm:prSet>
      <dgm:spPr/>
    </dgm:pt>
    <dgm:pt modelId="{806C94AC-AB2E-4DFF-AEF3-733DCE6070F5}" type="pres">
      <dgm:prSet presAssocID="{5825CCE6-E92F-4D1E-B68D-9B921BB64A9C}" presName="parTxOnly" presStyleLbl="node1" presStyleIdx="0" presStyleCnt="5">
        <dgm:presLayoutVars>
          <dgm:bulletEnabled val="1"/>
        </dgm:presLayoutVars>
      </dgm:prSet>
      <dgm:spPr/>
    </dgm:pt>
    <dgm:pt modelId="{0AC2FF67-225A-48A2-9FA3-A78445C78893}" type="pres">
      <dgm:prSet presAssocID="{926678E1-216C-4AEA-B9AF-0CF35B8A10F2}" presName="parSpace" presStyleCnt="0"/>
      <dgm:spPr/>
    </dgm:pt>
    <dgm:pt modelId="{A679FFC9-809C-4B63-9E8C-FEA3D2935D6C}" type="pres">
      <dgm:prSet presAssocID="{0F69F7BD-90F7-4443-98CC-3703F4D2121C}" presName="parTxOnly" presStyleLbl="node1" presStyleIdx="1" presStyleCnt="5">
        <dgm:presLayoutVars>
          <dgm:bulletEnabled val="1"/>
        </dgm:presLayoutVars>
      </dgm:prSet>
      <dgm:spPr/>
    </dgm:pt>
    <dgm:pt modelId="{6562B910-09D5-41EE-B501-DFA063FAADD2}" type="pres">
      <dgm:prSet presAssocID="{061C9053-4B68-4E19-ACE8-C9F583C3E415}" presName="parSpace" presStyleCnt="0"/>
      <dgm:spPr/>
    </dgm:pt>
    <dgm:pt modelId="{52554C8F-6B76-4428-970B-3F0126AF0496}" type="pres">
      <dgm:prSet presAssocID="{66551054-DF4E-4963-A948-04BD6D2C383E}" presName="parTxOnly" presStyleLbl="node1" presStyleIdx="2" presStyleCnt="5">
        <dgm:presLayoutVars>
          <dgm:bulletEnabled val="1"/>
        </dgm:presLayoutVars>
      </dgm:prSet>
      <dgm:spPr/>
    </dgm:pt>
    <dgm:pt modelId="{56C68B76-E4FD-4636-80BE-D1DB659AC579}" type="pres">
      <dgm:prSet presAssocID="{248CC8B2-7154-44C2-8D09-8B0D6585BA5C}" presName="parSpace" presStyleCnt="0"/>
      <dgm:spPr/>
    </dgm:pt>
    <dgm:pt modelId="{43826115-B1D2-477B-9048-2F7AA5FFD7BA}" type="pres">
      <dgm:prSet presAssocID="{6A3C2257-FB27-4BF2-B1B2-CB8DD1A8F614}" presName="parTxOnly" presStyleLbl="node1" presStyleIdx="3" presStyleCnt="5">
        <dgm:presLayoutVars>
          <dgm:bulletEnabled val="1"/>
        </dgm:presLayoutVars>
      </dgm:prSet>
      <dgm:spPr/>
    </dgm:pt>
    <dgm:pt modelId="{F133FCC1-C6A5-4EA3-BB6A-8138D3262372}" type="pres">
      <dgm:prSet presAssocID="{2AA7C21E-1BC5-4361-B5F0-999EBF1FC565}" presName="parSpace" presStyleCnt="0"/>
      <dgm:spPr/>
    </dgm:pt>
    <dgm:pt modelId="{6F0001C0-DADC-4B5D-9800-62B665752EB6}" type="pres">
      <dgm:prSet presAssocID="{D7E74E6B-A809-4663-9765-16885CC028C1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E9CDB0D-A133-4AA1-84A1-21EE3F0F0E7F}" type="presOf" srcId="{5825CCE6-E92F-4D1E-B68D-9B921BB64A9C}" destId="{806C94AC-AB2E-4DFF-AEF3-733DCE6070F5}" srcOrd="0" destOrd="0" presId="urn:microsoft.com/office/officeart/2005/8/layout/hChevron3"/>
    <dgm:cxn modelId="{33588A14-FCBD-4435-9F3F-2FCC93AA4F18}" type="presOf" srcId="{D7E74E6B-A809-4663-9765-16885CC028C1}" destId="{6F0001C0-DADC-4B5D-9800-62B665752EB6}" srcOrd="0" destOrd="0" presId="urn:microsoft.com/office/officeart/2005/8/layout/hChevron3"/>
    <dgm:cxn modelId="{116A471A-7A8C-4EFE-AB17-FD114C44D1DC}" srcId="{E4361679-4A74-4A71-ACC3-87F7BF756F75}" destId="{D7E74E6B-A809-4663-9765-16885CC028C1}" srcOrd="4" destOrd="0" parTransId="{9304A778-176A-473A-8874-EABFAF4BB6AA}" sibTransId="{7F042D7A-2111-43C8-8BBF-DC7C68301806}"/>
    <dgm:cxn modelId="{263EF15C-77FB-41DE-9FEE-05356CB82E69}" type="presOf" srcId="{66551054-DF4E-4963-A948-04BD6D2C383E}" destId="{52554C8F-6B76-4428-970B-3F0126AF0496}" srcOrd="0" destOrd="0" presId="urn:microsoft.com/office/officeart/2005/8/layout/hChevron3"/>
    <dgm:cxn modelId="{9B827163-6485-40FF-A088-9EBACEA75C6C}" srcId="{E4361679-4A74-4A71-ACC3-87F7BF756F75}" destId="{66551054-DF4E-4963-A948-04BD6D2C383E}" srcOrd="2" destOrd="0" parTransId="{32B9AA8F-6EAC-49EF-8615-1A8569348F35}" sibTransId="{248CC8B2-7154-44C2-8D09-8B0D6585BA5C}"/>
    <dgm:cxn modelId="{02FEFC6B-A44B-4160-9AE3-52EEA688B7D3}" srcId="{E4361679-4A74-4A71-ACC3-87F7BF756F75}" destId="{0F69F7BD-90F7-4443-98CC-3703F4D2121C}" srcOrd="1" destOrd="0" parTransId="{D6FDC06F-67A8-437A-BF96-C22385CB1A2B}" sibTransId="{061C9053-4B68-4E19-ACE8-C9F583C3E415}"/>
    <dgm:cxn modelId="{C91A486E-15E5-44D4-9842-49CBF467E5A9}" type="presOf" srcId="{0F69F7BD-90F7-4443-98CC-3703F4D2121C}" destId="{A679FFC9-809C-4B63-9E8C-FEA3D2935D6C}" srcOrd="0" destOrd="0" presId="urn:microsoft.com/office/officeart/2005/8/layout/hChevron3"/>
    <dgm:cxn modelId="{A6C9CB8C-BA32-44AB-8972-1901DB560C81}" srcId="{E4361679-4A74-4A71-ACC3-87F7BF756F75}" destId="{5825CCE6-E92F-4D1E-B68D-9B921BB64A9C}" srcOrd="0" destOrd="0" parTransId="{02949644-8CB0-4E38-A8A7-8048533299F1}" sibTransId="{926678E1-216C-4AEA-B9AF-0CF35B8A10F2}"/>
    <dgm:cxn modelId="{4C7817AB-1C94-4FED-B568-C56F56B3413A}" type="presOf" srcId="{E4361679-4A74-4A71-ACC3-87F7BF756F75}" destId="{AC2C5F20-FC59-4A12-8891-8A45B3AEBD20}" srcOrd="0" destOrd="0" presId="urn:microsoft.com/office/officeart/2005/8/layout/hChevron3"/>
    <dgm:cxn modelId="{0E51A9B1-5D1D-4896-88C5-7F85ED811022}" srcId="{E4361679-4A74-4A71-ACC3-87F7BF756F75}" destId="{6A3C2257-FB27-4BF2-B1B2-CB8DD1A8F614}" srcOrd="3" destOrd="0" parTransId="{3F36E465-AC52-44CB-A578-DF8F7526E809}" sibTransId="{2AA7C21E-1BC5-4361-B5F0-999EBF1FC565}"/>
    <dgm:cxn modelId="{9BD5E9CD-9A47-42AD-AF97-94881DA109E1}" type="presOf" srcId="{6A3C2257-FB27-4BF2-B1B2-CB8DD1A8F614}" destId="{43826115-B1D2-477B-9048-2F7AA5FFD7BA}" srcOrd="0" destOrd="0" presId="urn:microsoft.com/office/officeart/2005/8/layout/hChevron3"/>
    <dgm:cxn modelId="{08EF7776-26E1-4E5D-BBFF-D015570582AC}" type="presParOf" srcId="{AC2C5F20-FC59-4A12-8891-8A45B3AEBD20}" destId="{806C94AC-AB2E-4DFF-AEF3-733DCE6070F5}" srcOrd="0" destOrd="0" presId="urn:microsoft.com/office/officeart/2005/8/layout/hChevron3"/>
    <dgm:cxn modelId="{0F14C2D2-69FE-4CB7-9369-9F616C067513}" type="presParOf" srcId="{AC2C5F20-FC59-4A12-8891-8A45B3AEBD20}" destId="{0AC2FF67-225A-48A2-9FA3-A78445C78893}" srcOrd="1" destOrd="0" presId="urn:microsoft.com/office/officeart/2005/8/layout/hChevron3"/>
    <dgm:cxn modelId="{56E1ABC4-D5B7-4981-BF69-04B62FF6BFDA}" type="presParOf" srcId="{AC2C5F20-FC59-4A12-8891-8A45B3AEBD20}" destId="{A679FFC9-809C-4B63-9E8C-FEA3D2935D6C}" srcOrd="2" destOrd="0" presId="urn:microsoft.com/office/officeart/2005/8/layout/hChevron3"/>
    <dgm:cxn modelId="{5628E390-0F40-49C6-A938-0F60DE069EA1}" type="presParOf" srcId="{AC2C5F20-FC59-4A12-8891-8A45B3AEBD20}" destId="{6562B910-09D5-41EE-B501-DFA063FAADD2}" srcOrd="3" destOrd="0" presId="urn:microsoft.com/office/officeart/2005/8/layout/hChevron3"/>
    <dgm:cxn modelId="{3CF407EA-B6BA-47BA-BE4A-B699C5D10832}" type="presParOf" srcId="{AC2C5F20-FC59-4A12-8891-8A45B3AEBD20}" destId="{52554C8F-6B76-4428-970B-3F0126AF0496}" srcOrd="4" destOrd="0" presId="urn:microsoft.com/office/officeart/2005/8/layout/hChevron3"/>
    <dgm:cxn modelId="{7CDB211D-CB2E-47E1-BE32-57EC366EFC07}" type="presParOf" srcId="{AC2C5F20-FC59-4A12-8891-8A45B3AEBD20}" destId="{56C68B76-E4FD-4636-80BE-D1DB659AC579}" srcOrd="5" destOrd="0" presId="urn:microsoft.com/office/officeart/2005/8/layout/hChevron3"/>
    <dgm:cxn modelId="{3AA41E38-A12D-4717-B22B-E8DEEE172867}" type="presParOf" srcId="{AC2C5F20-FC59-4A12-8891-8A45B3AEBD20}" destId="{43826115-B1D2-477B-9048-2F7AA5FFD7BA}" srcOrd="6" destOrd="0" presId="urn:microsoft.com/office/officeart/2005/8/layout/hChevron3"/>
    <dgm:cxn modelId="{1C0E8247-7FE5-4EFF-9327-E78C1ED2787D}" type="presParOf" srcId="{AC2C5F20-FC59-4A12-8891-8A45B3AEBD20}" destId="{F133FCC1-C6A5-4EA3-BB6A-8138D3262372}" srcOrd="7" destOrd="0" presId="urn:microsoft.com/office/officeart/2005/8/layout/hChevron3"/>
    <dgm:cxn modelId="{374E32E5-0FF4-4966-9FD8-930F6D25F033}" type="presParOf" srcId="{AC2C5F20-FC59-4A12-8891-8A45B3AEBD20}" destId="{6F0001C0-DADC-4B5D-9800-62B665752EB6}" srcOrd="8" destOrd="0" presId="urn:microsoft.com/office/officeart/2005/8/layout/hChevron3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361679-4A74-4A71-ACC3-87F7BF756F7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25CCE6-E92F-4D1E-B68D-9B921BB64A9C}">
      <dgm:prSet phldrT="[Text]" custT="1"/>
      <dgm:spPr>
        <a:xfrm>
          <a:off x="1371" y="1890758"/>
          <a:ext cx="2246081" cy="89843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 algn="ctr"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Select control mode</a:t>
          </a:r>
        </a:p>
      </dgm:t>
    </dgm:pt>
    <dgm:pt modelId="{02949644-8CB0-4E38-A8A7-8048533299F1}" type="par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926678E1-216C-4AEA-B9AF-0CF35B8A10F2}" type="sib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0F69F7BD-90F7-4443-98CC-3703F4D2121C}">
      <dgm:prSet phldrT="[Text]" custT="1"/>
      <dgm:spPr>
        <a:xfrm>
          <a:off x="179823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Configure channels and timing</a:t>
          </a:r>
        </a:p>
      </dgm:t>
    </dgm:pt>
    <dgm:pt modelId="{D6FDC06F-67A8-437A-BF96-C22385CB1A2B}" type="par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061C9053-4B68-4E19-ACE8-C9F583C3E415}" type="sib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66551054-DF4E-4963-A948-04BD6D2C383E}">
      <dgm:prSet phldrT="[Text]" custT="1"/>
      <dgm:spPr>
        <a:xfrm>
          <a:off x="3595101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Run test</a:t>
          </a:r>
        </a:p>
      </dgm:t>
    </dgm:pt>
    <dgm:pt modelId="{248CC8B2-7154-44C2-8D09-8B0D6585BA5C}" type="sib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32B9AA8F-6EAC-49EF-8615-1A8569348F35}" type="par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6A3C2257-FB27-4BF2-B1B2-CB8DD1A8F614}">
      <dgm:prSet phldrT="[Text]" custT="1"/>
      <dgm:spPr>
        <a:xfrm>
          <a:off x="539196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Monitor test progress</a:t>
          </a:r>
        </a:p>
      </dgm:t>
    </dgm:pt>
    <dgm:pt modelId="{2AA7C21E-1BC5-4361-B5F0-999EBF1FC565}" type="sib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3F36E465-AC52-44CB-A578-DF8F7526E809}" type="par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D7E74E6B-A809-4663-9765-16885CC028C1}">
      <dgm:prSet phldrT="[Text]" custT="1"/>
      <dgm:spPr>
        <a:xfrm>
          <a:off x="7188832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Evaluate test results</a:t>
          </a:r>
        </a:p>
      </dgm:t>
    </dgm:pt>
    <dgm:pt modelId="{7F042D7A-2111-43C8-8BBF-DC7C68301806}" type="sib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9304A778-176A-473A-8874-EABFAF4BB6AA}" type="par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AC2C5F20-FC59-4A12-8891-8A45B3AEBD20}" type="pres">
      <dgm:prSet presAssocID="{E4361679-4A74-4A71-ACC3-87F7BF756F75}" presName="Name0" presStyleCnt="0">
        <dgm:presLayoutVars>
          <dgm:dir/>
          <dgm:resizeHandles val="exact"/>
        </dgm:presLayoutVars>
      </dgm:prSet>
      <dgm:spPr/>
    </dgm:pt>
    <dgm:pt modelId="{806C94AC-AB2E-4DFF-AEF3-733DCE6070F5}" type="pres">
      <dgm:prSet presAssocID="{5825CCE6-E92F-4D1E-B68D-9B921BB64A9C}" presName="parTxOnly" presStyleLbl="node1" presStyleIdx="0" presStyleCnt="5">
        <dgm:presLayoutVars>
          <dgm:bulletEnabled val="1"/>
        </dgm:presLayoutVars>
      </dgm:prSet>
      <dgm:spPr/>
    </dgm:pt>
    <dgm:pt modelId="{0AC2FF67-225A-48A2-9FA3-A78445C78893}" type="pres">
      <dgm:prSet presAssocID="{926678E1-216C-4AEA-B9AF-0CF35B8A10F2}" presName="parSpace" presStyleCnt="0"/>
      <dgm:spPr/>
    </dgm:pt>
    <dgm:pt modelId="{A679FFC9-809C-4B63-9E8C-FEA3D2935D6C}" type="pres">
      <dgm:prSet presAssocID="{0F69F7BD-90F7-4443-98CC-3703F4D2121C}" presName="parTxOnly" presStyleLbl="node1" presStyleIdx="1" presStyleCnt="5">
        <dgm:presLayoutVars>
          <dgm:bulletEnabled val="1"/>
        </dgm:presLayoutVars>
      </dgm:prSet>
      <dgm:spPr/>
    </dgm:pt>
    <dgm:pt modelId="{6562B910-09D5-41EE-B501-DFA063FAADD2}" type="pres">
      <dgm:prSet presAssocID="{061C9053-4B68-4E19-ACE8-C9F583C3E415}" presName="parSpace" presStyleCnt="0"/>
      <dgm:spPr/>
    </dgm:pt>
    <dgm:pt modelId="{52554C8F-6B76-4428-970B-3F0126AF0496}" type="pres">
      <dgm:prSet presAssocID="{66551054-DF4E-4963-A948-04BD6D2C383E}" presName="parTxOnly" presStyleLbl="node1" presStyleIdx="2" presStyleCnt="5">
        <dgm:presLayoutVars>
          <dgm:bulletEnabled val="1"/>
        </dgm:presLayoutVars>
      </dgm:prSet>
      <dgm:spPr/>
    </dgm:pt>
    <dgm:pt modelId="{56C68B76-E4FD-4636-80BE-D1DB659AC579}" type="pres">
      <dgm:prSet presAssocID="{248CC8B2-7154-44C2-8D09-8B0D6585BA5C}" presName="parSpace" presStyleCnt="0"/>
      <dgm:spPr/>
    </dgm:pt>
    <dgm:pt modelId="{43826115-B1D2-477B-9048-2F7AA5FFD7BA}" type="pres">
      <dgm:prSet presAssocID="{6A3C2257-FB27-4BF2-B1B2-CB8DD1A8F614}" presName="parTxOnly" presStyleLbl="node1" presStyleIdx="3" presStyleCnt="5">
        <dgm:presLayoutVars>
          <dgm:bulletEnabled val="1"/>
        </dgm:presLayoutVars>
      </dgm:prSet>
      <dgm:spPr/>
    </dgm:pt>
    <dgm:pt modelId="{F133FCC1-C6A5-4EA3-BB6A-8138D3262372}" type="pres">
      <dgm:prSet presAssocID="{2AA7C21E-1BC5-4361-B5F0-999EBF1FC565}" presName="parSpace" presStyleCnt="0"/>
      <dgm:spPr/>
    </dgm:pt>
    <dgm:pt modelId="{6F0001C0-DADC-4B5D-9800-62B665752EB6}" type="pres">
      <dgm:prSet presAssocID="{D7E74E6B-A809-4663-9765-16885CC028C1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E9CDB0D-A133-4AA1-84A1-21EE3F0F0E7F}" type="presOf" srcId="{5825CCE6-E92F-4D1E-B68D-9B921BB64A9C}" destId="{806C94AC-AB2E-4DFF-AEF3-733DCE6070F5}" srcOrd="0" destOrd="0" presId="urn:microsoft.com/office/officeart/2005/8/layout/hChevron3"/>
    <dgm:cxn modelId="{33588A14-FCBD-4435-9F3F-2FCC93AA4F18}" type="presOf" srcId="{D7E74E6B-A809-4663-9765-16885CC028C1}" destId="{6F0001C0-DADC-4B5D-9800-62B665752EB6}" srcOrd="0" destOrd="0" presId="urn:microsoft.com/office/officeart/2005/8/layout/hChevron3"/>
    <dgm:cxn modelId="{116A471A-7A8C-4EFE-AB17-FD114C44D1DC}" srcId="{E4361679-4A74-4A71-ACC3-87F7BF756F75}" destId="{D7E74E6B-A809-4663-9765-16885CC028C1}" srcOrd="4" destOrd="0" parTransId="{9304A778-176A-473A-8874-EABFAF4BB6AA}" sibTransId="{7F042D7A-2111-43C8-8BBF-DC7C68301806}"/>
    <dgm:cxn modelId="{263EF15C-77FB-41DE-9FEE-05356CB82E69}" type="presOf" srcId="{66551054-DF4E-4963-A948-04BD6D2C383E}" destId="{52554C8F-6B76-4428-970B-3F0126AF0496}" srcOrd="0" destOrd="0" presId="urn:microsoft.com/office/officeart/2005/8/layout/hChevron3"/>
    <dgm:cxn modelId="{9B827163-6485-40FF-A088-9EBACEA75C6C}" srcId="{E4361679-4A74-4A71-ACC3-87F7BF756F75}" destId="{66551054-DF4E-4963-A948-04BD6D2C383E}" srcOrd="2" destOrd="0" parTransId="{32B9AA8F-6EAC-49EF-8615-1A8569348F35}" sibTransId="{248CC8B2-7154-44C2-8D09-8B0D6585BA5C}"/>
    <dgm:cxn modelId="{02FEFC6B-A44B-4160-9AE3-52EEA688B7D3}" srcId="{E4361679-4A74-4A71-ACC3-87F7BF756F75}" destId="{0F69F7BD-90F7-4443-98CC-3703F4D2121C}" srcOrd="1" destOrd="0" parTransId="{D6FDC06F-67A8-437A-BF96-C22385CB1A2B}" sibTransId="{061C9053-4B68-4E19-ACE8-C9F583C3E415}"/>
    <dgm:cxn modelId="{C91A486E-15E5-44D4-9842-49CBF467E5A9}" type="presOf" srcId="{0F69F7BD-90F7-4443-98CC-3703F4D2121C}" destId="{A679FFC9-809C-4B63-9E8C-FEA3D2935D6C}" srcOrd="0" destOrd="0" presId="urn:microsoft.com/office/officeart/2005/8/layout/hChevron3"/>
    <dgm:cxn modelId="{A6C9CB8C-BA32-44AB-8972-1901DB560C81}" srcId="{E4361679-4A74-4A71-ACC3-87F7BF756F75}" destId="{5825CCE6-E92F-4D1E-B68D-9B921BB64A9C}" srcOrd="0" destOrd="0" parTransId="{02949644-8CB0-4E38-A8A7-8048533299F1}" sibTransId="{926678E1-216C-4AEA-B9AF-0CF35B8A10F2}"/>
    <dgm:cxn modelId="{4C7817AB-1C94-4FED-B568-C56F56B3413A}" type="presOf" srcId="{E4361679-4A74-4A71-ACC3-87F7BF756F75}" destId="{AC2C5F20-FC59-4A12-8891-8A45B3AEBD20}" srcOrd="0" destOrd="0" presId="urn:microsoft.com/office/officeart/2005/8/layout/hChevron3"/>
    <dgm:cxn modelId="{0E51A9B1-5D1D-4896-88C5-7F85ED811022}" srcId="{E4361679-4A74-4A71-ACC3-87F7BF756F75}" destId="{6A3C2257-FB27-4BF2-B1B2-CB8DD1A8F614}" srcOrd="3" destOrd="0" parTransId="{3F36E465-AC52-44CB-A578-DF8F7526E809}" sibTransId="{2AA7C21E-1BC5-4361-B5F0-999EBF1FC565}"/>
    <dgm:cxn modelId="{9BD5E9CD-9A47-42AD-AF97-94881DA109E1}" type="presOf" srcId="{6A3C2257-FB27-4BF2-B1B2-CB8DD1A8F614}" destId="{43826115-B1D2-477B-9048-2F7AA5FFD7BA}" srcOrd="0" destOrd="0" presId="urn:microsoft.com/office/officeart/2005/8/layout/hChevron3"/>
    <dgm:cxn modelId="{08EF7776-26E1-4E5D-BBFF-D015570582AC}" type="presParOf" srcId="{AC2C5F20-FC59-4A12-8891-8A45B3AEBD20}" destId="{806C94AC-AB2E-4DFF-AEF3-733DCE6070F5}" srcOrd="0" destOrd="0" presId="urn:microsoft.com/office/officeart/2005/8/layout/hChevron3"/>
    <dgm:cxn modelId="{0F14C2D2-69FE-4CB7-9369-9F616C067513}" type="presParOf" srcId="{AC2C5F20-FC59-4A12-8891-8A45B3AEBD20}" destId="{0AC2FF67-225A-48A2-9FA3-A78445C78893}" srcOrd="1" destOrd="0" presId="urn:microsoft.com/office/officeart/2005/8/layout/hChevron3"/>
    <dgm:cxn modelId="{56E1ABC4-D5B7-4981-BF69-04B62FF6BFDA}" type="presParOf" srcId="{AC2C5F20-FC59-4A12-8891-8A45B3AEBD20}" destId="{A679FFC9-809C-4B63-9E8C-FEA3D2935D6C}" srcOrd="2" destOrd="0" presId="urn:microsoft.com/office/officeart/2005/8/layout/hChevron3"/>
    <dgm:cxn modelId="{5628E390-0F40-49C6-A938-0F60DE069EA1}" type="presParOf" srcId="{AC2C5F20-FC59-4A12-8891-8A45B3AEBD20}" destId="{6562B910-09D5-41EE-B501-DFA063FAADD2}" srcOrd="3" destOrd="0" presId="urn:microsoft.com/office/officeart/2005/8/layout/hChevron3"/>
    <dgm:cxn modelId="{3CF407EA-B6BA-47BA-BE4A-B699C5D10832}" type="presParOf" srcId="{AC2C5F20-FC59-4A12-8891-8A45B3AEBD20}" destId="{52554C8F-6B76-4428-970B-3F0126AF0496}" srcOrd="4" destOrd="0" presId="urn:microsoft.com/office/officeart/2005/8/layout/hChevron3"/>
    <dgm:cxn modelId="{7CDB211D-CB2E-47E1-BE32-57EC366EFC07}" type="presParOf" srcId="{AC2C5F20-FC59-4A12-8891-8A45B3AEBD20}" destId="{56C68B76-E4FD-4636-80BE-D1DB659AC579}" srcOrd="5" destOrd="0" presId="urn:microsoft.com/office/officeart/2005/8/layout/hChevron3"/>
    <dgm:cxn modelId="{3AA41E38-A12D-4717-B22B-E8DEEE172867}" type="presParOf" srcId="{AC2C5F20-FC59-4A12-8891-8A45B3AEBD20}" destId="{43826115-B1D2-477B-9048-2F7AA5FFD7BA}" srcOrd="6" destOrd="0" presId="urn:microsoft.com/office/officeart/2005/8/layout/hChevron3"/>
    <dgm:cxn modelId="{1C0E8247-7FE5-4EFF-9327-E78C1ED2787D}" type="presParOf" srcId="{AC2C5F20-FC59-4A12-8891-8A45B3AEBD20}" destId="{F133FCC1-C6A5-4EA3-BB6A-8138D3262372}" srcOrd="7" destOrd="0" presId="urn:microsoft.com/office/officeart/2005/8/layout/hChevron3"/>
    <dgm:cxn modelId="{374E32E5-0FF4-4966-9FD8-930F6D25F033}" type="presParOf" srcId="{AC2C5F20-FC59-4A12-8891-8A45B3AEBD20}" destId="{6F0001C0-DADC-4B5D-9800-62B665752EB6}" srcOrd="8" destOrd="0" presId="urn:microsoft.com/office/officeart/2005/8/layout/hChevron3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C94AC-AB2E-4DFF-AEF3-733DCE6070F5}">
      <dsp:nvSpPr>
        <dsp:cNvPr id="0" name=""/>
        <dsp:cNvSpPr/>
      </dsp:nvSpPr>
      <dsp:spPr>
        <a:xfrm>
          <a:off x="1371" y="759778"/>
          <a:ext cx="2673906" cy="106956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PC/LabView</a:t>
          </a:r>
          <a:b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Manual setup</a:t>
          </a:r>
        </a:p>
      </dsp:txBody>
      <dsp:txXfrm>
        <a:off x="1371" y="759778"/>
        <a:ext cx="2406516" cy="1069562"/>
      </dsp:txXfrm>
    </dsp:sp>
    <dsp:sp modelId="{A679FFC9-809C-4B63-9E8C-FEA3D2935D6C}">
      <dsp:nvSpPr>
        <dsp:cNvPr id="0" name=""/>
        <dsp:cNvSpPr/>
      </dsp:nvSpPr>
      <dsp:spPr>
        <a:xfrm>
          <a:off x="214049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MCU logic &amp; sequence control</a:t>
          </a:r>
        </a:p>
      </dsp:txBody>
      <dsp:txXfrm>
        <a:off x="2675277" y="759778"/>
        <a:ext cx="1604344" cy="1069562"/>
      </dsp:txXfrm>
    </dsp:sp>
    <dsp:sp modelId="{52554C8F-6B76-4428-970B-3F0126AF0496}">
      <dsp:nvSpPr>
        <dsp:cNvPr id="0" name=""/>
        <dsp:cNvSpPr/>
      </dsp:nvSpPr>
      <dsp:spPr>
        <a:xfrm>
          <a:off x="4279621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Relays</a:t>
          </a:r>
          <a:b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MOSFETs</a:t>
          </a:r>
        </a:p>
      </dsp:txBody>
      <dsp:txXfrm>
        <a:off x="4814402" y="759778"/>
        <a:ext cx="1604344" cy="1069562"/>
      </dsp:txXfrm>
    </dsp:sp>
    <dsp:sp modelId="{43826115-B1D2-477B-9048-2F7AA5FFD7BA}">
      <dsp:nvSpPr>
        <dsp:cNvPr id="0" name=""/>
        <dsp:cNvSpPr/>
      </dsp:nvSpPr>
      <dsp:spPr>
        <a:xfrm>
          <a:off x="641874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DUT</a:t>
          </a:r>
        </a:p>
      </dsp:txBody>
      <dsp:txXfrm>
        <a:off x="6953527" y="759778"/>
        <a:ext cx="1604344" cy="1069562"/>
      </dsp:txXfrm>
    </dsp:sp>
    <dsp:sp modelId="{6F0001C0-DADC-4B5D-9800-62B665752EB6}">
      <dsp:nvSpPr>
        <dsp:cNvPr id="0" name=""/>
        <dsp:cNvSpPr/>
      </dsp:nvSpPr>
      <dsp:spPr>
        <a:xfrm>
          <a:off x="8557872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Measurement</a:t>
          </a:r>
          <a:b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devices</a:t>
          </a:r>
        </a:p>
      </dsp:txBody>
      <dsp:txXfrm>
        <a:off x="9092653" y="759778"/>
        <a:ext cx="1604344" cy="1069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C94AC-AB2E-4DFF-AEF3-733DCE6070F5}">
      <dsp:nvSpPr>
        <dsp:cNvPr id="0" name=""/>
        <dsp:cNvSpPr/>
      </dsp:nvSpPr>
      <dsp:spPr>
        <a:xfrm>
          <a:off x="1371" y="759778"/>
          <a:ext cx="2673906" cy="106956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Select control mode</a:t>
          </a:r>
        </a:p>
      </dsp:txBody>
      <dsp:txXfrm>
        <a:off x="1371" y="759778"/>
        <a:ext cx="2406516" cy="1069562"/>
      </dsp:txXfrm>
    </dsp:sp>
    <dsp:sp modelId="{A679FFC9-809C-4B63-9E8C-FEA3D2935D6C}">
      <dsp:nvSpPr>
        <dsp:cNvPr id="0" name=""/>
        <dsp:cNvSpPr/>
      </dsp:nvSpPr>
      <dsp:spPr>
        <a:xfrm>
          <a:off x="214049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Configure channels and timing</a:t>
          </a:r>
        </a:p>
      </dsp:txBody>
      <dsp:txXfrm>
        <a:off x="2675277" y="759778"/>
        <a:ext cx="1604344" cy="1069562"/>
      </dsp:txXfrm>
    </dsp:sp>
    <dsp:sp modelId="{52554C8F-6B76-4428-970B-3F0126AF0496}">
      <dsp:nvSpPr>
        <dsp:cNvPr id="0" name=""/>
        <dsp:cNvSpPr/>
      </dsp:nvSpPr>
      <dsp:spPr>
        <a:xfrm>
          <a:off x="4279621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Run test</a:t>
          </a:r>
        </a:p>
      </dsp:txBody>
      <dsp:txXfrm>
        <a:off x="4814402" y="759778"/>
        <a:ext cx="1604344" cy="1069562"/>
      </dsp:txXfrm>
    </dsp:sp>
    <dsp:sp modelId="{43826115-B1D2-477B-9048-2F7AA5FFD7BA}">
      <dsp:nvSpPr>
        <dsp:cNvPr id="0" name=""/>
        <dsp:cNvSpPr/>
      </dsp:nvSpPr>
      <dsp:spPr>
        <a:xfrm>
          <a:off x="641874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Monitor test progress</a:t>
          </a:r>
        </a:p>
      </dsp:txBody>
      <dsp:txXfrm>
        <a:off x="6953527" y="759778"/>
        <a:ext cx="1604344" cy="1069562"/>
      </dsp:txXfrm>
    </dsp:sp>
    <dsp:sp modelId="{6F0001C0-DADC-4B5D-9800-62B665752EB6}">
      <dsp:nvSpPr>
        <dsp:cNvPr id="0" name=""/>
        <dsp:cNvSpPr/>
      </dsp:nvSpPr>
      <dsp:spPr>
        <a:xfrm>
          <a:off x="8557872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Evaluate test results</a:t>
          </a:r>
        </a:p>
      </dsp:txBody>
      <dsp:txXfrm>
        <a:off x="9092653" y="759778"/>
        <a:ext cx="1604344" cy="1069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1:58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017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C2DE7-CEC4-4B6E-A52D-058455C2E4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52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166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F27F-482D-8F27-6F72-BF110658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2D3E200-CBA5-A7B6-1BCC-39BBE497C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D44B122-95DD-A047-7FB0-3497C2D0F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A5192F-588B-352B-3A77-D4C230015B1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B1151C-9F42-A6DB-2DBA-EBA2A31464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1263B6-17EF-8A7B-3108-ED3DD1837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274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C0DD6-0621-3966-C58D-C70C695A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CEC22A-A70D-2F58-209D-6D6254004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A3F64D7-5DF1-1B79-311D-8CCF4B702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9E9177-0AF7-EE21-5E90-C00BD1ED447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6D4F92-B59B-EE5D-D282-B4B6E6993E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FF549F-204E-AE24-BC75-D26959F26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706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A20E-24C9-E4BE-B226-377F1CC5F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2CB3646-F622-C31F-9478-F5F5EEFDE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3DE0538-0061-42E8-C239-F0E8543B0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9C4B67-9102-909E-7230-D56C4A328EA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D59D90-79A4-F4B5-75B4-22CA636646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19645E-9979-900C-670D-F9F334BC5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077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642D7-F344-6519-62D8-6093D225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FC5CC1-FDF4-9467-E6F4-E0423675E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31D21A-B4AF-9C49-F046-258078363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D286DE-31DF-FF14-39FD-0802E2C5976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DF6584-13A7-E3F1-B724-D41628E405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F03EA0-EEDB-6AE6-B5FB-49B3A83A0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091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8742-1755-3C64-72DD-B1DF67CC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BD80D6-81D7-7441-BDB6-591C42D24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4D8F3D9-8848-A500-AFF2-1F972C339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D87E33-50DB-684B-55F3-8C72F279E5D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1D1E3C-A6EB-3DEA-ED69-870C97213A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1F7A04-D62A-56D6-74B7-C124D82D7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535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1EAD4-6D52-DD7C-1CAE-834FB757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3AF3F3-DFD6-D1A0-A95D-4712CE892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B6F188D-3561-940F-1C5C-9C8FCEF8E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3BF6B8-FE34-867A-90CD-59873906DF8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C2C339-7D02-61CE-E829-0A03B099C3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48E98A-0F20-B150-C7BA-E656ADE1E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078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8839-CBDC-6A71-001D-A08069C5A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27A2FF2-530B-FF89-DE96-B07EC44D7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3C37519-1D14-609F-3D62-D9BEF9206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74A878-199A-37C4-27A4-281DC085CFD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FE0DF5-052F-6D5C-9A82-C0CC074416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96FED6-3B54-792F-AEC5-F614AFE54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0502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1C4A1-73CD-6D86-1D40-2AF40413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B8340EC-4824-91A1-7587-43942A29D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BBDC86-8E6C-4E5B-F5BA-7084C4202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895CE5-FE64-62E5-6FA5-9A9E8BC1EFA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A6778D-1202-D424-0CD2-E38B9F821F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D60E58-636F-BC4F-7FA9-8D96CEC88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59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B458-E04F-D26D-CDC9-A665C1B5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8B48CDC-A884-EFDD-C9E7-02B843A10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F935448-EED7-AFEF-D830-58422549A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6BFA7E-0B40-CF6E-0929-E6E46C7613C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EBE1FD-2B62-05FC-D6CE-6803976F32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DA729D-1ECB-F1D4-ECCB-956A0D91B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128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C77E2-01FA-C8CD-5644-E82E518D1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09E0B94-356A-15D7-02AD-F4C7DF375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9F1C38A-CE89-71E4-FEFA-110ADD73D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85CFC8-3877-D9C3-B78C-868ADE66C67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B1706B-CF61-7603-A59E-A991B5C210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598694-B08D-D8A5-25F4-D0FB1FC96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649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8B0A-FE8D-A799-E1B0-B3145746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193E32C-BD0F-6F55-CA38-028AC649D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1B10C99-A1BF-E2BA-61E3-800EDAA4F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6C1542-3020-8440-DE15-CD45CDE1921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A19427-BF0A-0E19-9947-2CC6F4D441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9645F7-31F7-A092-ED56-CCB9959A8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949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79911-F2DC-88E6-291C-D74911CA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D2EFF5F-CA6C-CC65-7B57-3558B75F6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B687B8F-8897-B109-6DF6-FCA443219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F33969-C2E9-720A-C982-9DD9D6EA04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66836E-970F-E57A-BDB8-2A6D604424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5B956-B2E6-132A-7860-9602A8BFB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940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70A92-119F-AF18-6592-D8B93B65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16A908E-D899-3A15-A54A-FF661CA30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799DE11-4F98-DFCC-5657-2DCF48C49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9462BE-0647-7813-E7E9-D4C6A2A199D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3BBEBA-EEEA-6696-52FA-987BF837E8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58D843-6484-6F68-F73A-528FDDA4C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7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9BF3-4334-86B4-EFCA-5674E288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92F28CE-1D8D-C26A-C671-4E8DD92B3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3D6F85C-0E20-C3C3-7643-F2431E403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5D4F0C-235B-855D-0C4D-77DB21E32E6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F638AD-02E0-EEE9-47F5-EA7CBB79FC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FE3814-32ED-05F6-6966-D6E980333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01639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8FED-C382-2336-E97E-D107C2B6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5CE824A-E642-FACC-74A5-C15886D5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B830D82-EB82-BCCC-0C4C-989F396E3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C306E2-F744-B5DF-CFA4-D9252EBE7D9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AAE995-575A-B543-6F69-2288587A03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34FE08-6ABD-6A90-6B43-FC001E708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931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EC1C3-4CEA-AE4D-096D-8F104DC0F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0115976-4B2F-368B-9594-1B059C1C9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8CC0ED-1DED-626D-7843-22B0FAB27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7769AB-7043-4C2F-D1C6-579C08E24D0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442E55-5F89-75A6-52CC-F8BEF272C3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83CD1B-967D-CDF0-69BC-E8F0C425B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509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EC97E-EE3A-BE66-0295-5ABD1A1B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494DC83-A1B3-7565-29DC-9AA9817CB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8465AC-6EA2-B1C3-2433-5C1AE5620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C6D1F0-CCAE-CE51-FCE8-6E9478F6010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FB976D-5D1F-E18D-8D49-F0B3CA7DDB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930041-D301-A7A9-3CBA-DCBD70774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8438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62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C2DE7-CEC4-4B6E-A52D-058455C2E41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2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C3346A-DE07-7BFF-EEC9-FFA259A0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6A55F-21D9-168D-92F2-91A935A4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63661-E5FB-09ED-FE17-C777F76D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9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nimated Logo +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AGENDA_LAST_SLIDE" hidden="1">
            <a:extLst>
              <a:ext uri="{FF2B5EF4-FFF2-40B4-BE49-F238E27FC236}">
                <a16:creationId xmlns:a16="http://schemas.microsoft.com/office/drawing/2014/main" id="{1AA4D300-56CC-7A5E-594A-25AE78B27C66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F1C6BF7A-6069-1F4B-FD10-D8894C16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409D7BE9-666D-0345-2CB9-216DCBC4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816AAEC7-0DAD-E2BD-FA26-5DCF8624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E84A75D0-FC40-3E59-5EEE-88005EB74DC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  <p:pic>
        <p:nvPicPr>
          <p:cNvPr id="10" name="Claim" descr="Ein Bild, das Blume enthält.&#10;&#10;Automatisch generierte Beschreibung">
            <a:extLst>
              <a:ext uri="{FF2B5EF4-FFF2-40B4-BE49-F238E27FC236}">
                <a16:creationId xmlns:a16="http://schemas.microsoft.com/office/drawing/2014/main" id="{386D5743-7822-1C00-FB2A-6A0998B23E7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56" b="39456"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grpSp>
        <p:nvGrpSpPr>
          <p:cNvPr id="13" name="Logo">
            <a:extLst>
              <a:ext uri="{FF2B5EF4-FFF2-40B4-BE49-F238E27FC236}">
                <a16:creationId xmlns:a16="http://schemas.microsoft.com/office/drawing/2014/main" id="{FF2E3CDE-84AA-15A8-F8A2-814DC4C10836}"/>
              </a:ext>
            </a:extLst>
          </p:cNvPr>
          <p:cNvGrpSpPr/>
          <p:nvPr userDrawn="1"/>
        </p:nvGrpSpPr>
        <p:grpSpPr>
          <a:xfrm>
            <a:off x="2255520" y="2715900"/>
            <a:ext cx="7680960" cy="1426200"/>
            <a:chOff x="2255520" y="2715900"/>
            <a:chExt cx="7680960" cy="1426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A1EB3B-0A2C-B4A6-F3E2-7C0F7C7DE32C}"/>
                </a:ext>
              </a:extLst>
            </p:cNvPr>
            <p:cNvSpPr/>
            <p:nvPr userDrawn="1"/>
          </p:nvSpPr>
          <p:spPr>
            <a:xfrm>
              <a:off x="2255520" y="2715900"/>
              <a:ext cx="7680960" cy="142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72000" rIns="54000" bIns="72000"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de-DE" sz="1200">
                <a:solidFill>
                  <a:schemeClr val="tx1"/>
                </a:solidFill>
              </a:endParaRPr>
            </a:p>
          </p:txBody>
        </p:sp>
        <p:pic>
          <p:nvPicPr>
            <p:cNvPr id="11" name="Grafik 1">
              <a:extLst>
                <a:ext uri="{FF2B5EF4-FFF2-40B4-BE49-F238E27FC236}">
                  <a16:creationId xmlns:a16="http://schemas.microsoft.com/office/drawing/2014/main" id="{8FA64D0A-35F3-4081-7986-3A0D2A3CC2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52109" y="3044152"/>
              <a:ext cx="6887783" cy="769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436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775" y="4112613"/>
            <a:ext cx="11016574" cy="792000"/>
          </a:xfrm>
        </p:spPr>
        <p:txBody>
          <a:bodyPr anchor="b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775" y="5192613"/>
            <a:ext cx="11016574" cy="864184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</a:t>
            </a:r>
          </a:p>
          <a:p>
            <a:r>
              <a:rPr lang="en-US"/>
              <a:t>Month YYYY</a:t>
            </a:r>
          </a:p>
          <a:p>
            <a:r>
              <a:rPr lang="en-US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  <p:custDataLst>
              <p:tags r:id="rId1"/>
            </p:custDataLst>
          </p:nvPr>
        </p:nvSpPr>
        <p:spPr>
          <a:xfrm>
            <a:off x="0" y="836613"/>
            <a:ext cx="12192000" cy="2880001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629775" y="3590613"/>
            <a:ext cx="2106000" cy="234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F1F146A-4D91-744D-C68E-D304E010A6D5}"/>
              </a:ext>
            </a:extLst>
          </p:cNvPr>
          <p:cNvSpPr/>
          <p:nvPr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3AE564-D8A4-F38B-4C3B-35F2456F33BD}"/>
              </a:ext>
            </a:extLst>
          </p:cNvPr>
          <p:cNvSpPr/>
          <p:nvPr userDrawn="1"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952B1B6F-E149-BD5D-9D2B-BA595168224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01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7666" y="3357000"/>
            <a:ext cx="3484911" cy="1193387"/>
          </a:xfrm>
        </p:spPr>
        <p:txBody>
          <a:bodyPr anchor="t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27666" y="4879910"/>
            <a:ext cx="3484909" cy="583090"/>
          </a:xfrm>
        </p:spPr>
        <p:txBody>
          <a:bodyPr bIns="144000" anchor="b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/ Month YYYY</a:t>
            </a:r>
          </a:p>
          <a:p>
            <a:r>
              <a:rPr lang="en-US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13EB81D-D70D-3D96-48AD-DF7B947B5D1D}"/>
              </a:ext>
            </a:extLst>
          </p:cNvPr>
          <p:cNvSpPr/>
          <p:nvPr/>
        </p:nvSpPr>
        <p:spPr>
          <a:xfrm>
            <a:off x="7751763" y="6457167"/>
            <a:ext cx="3960811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577"/>
            <a:ext cx="7751764" cy="6858000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7633426" y="3357000"/>
            <a:ext cx="234000" cy="2106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AA0C0D3-C7D1-47AD-DEA6-A0A5EED92C98}"/>
              </a:ext>
            </a:extLst>
          </p:cNvPr>
          <p:cNvSpPr/>
          <p:nvPr userDrawn="1"/>
        </p:nvSpPr>
        <p:spPr>
          <a:xfrm>
            <a:off x="7751763" y="6457167"/>
            <a:ext cx="3960811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6981DCB9-24B0-27F6-D959-DC9EF6AF73F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20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C9DAD4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799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90FAA563-D514-492E-CB17-0EBF5636BFC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50B44409-99CD-4263-E4A7-C3D7CE59BCCC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53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6196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95B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42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-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Number">
            <a:extLst>
              <a:ext uri="{FF2B5EF4-FFF2-40B4-BE49-F238E27FC236}">
                <a16:creationId xmlns:a16="http://schemas.microsoft.com/office/drawing/2014/main" id="{94BFC9A3-C93C-90E9-D177-AA22DCFD0B7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3848993" y="6182049"/>
            <a:ext cx="8343007" cy="1666418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#.#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6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C3346A-DE07-7BFF-EEC9-FFA259A0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6A55F-21D9-168D-92F2-91A935A4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63661-E5FB-09ED-FE17-C777F76D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63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Headlin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8A2D4D-3EBD-ACEB-DE33-22542A0B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82BEC0-E5EA-63F2-DBE4-6BC4FA9C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311B00-3E3E-6CE6-0822-36154CC6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556E01-27D2-C56C-4B02-3C76BD3B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68382814-9A79-F736-ADBE-7FE811FDAD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20336019-F854-364F-9FAC-6BBFF9F1CE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01933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11233150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F73C92D8-6448-1167-A8D1-296E072412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20260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5545138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right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7439" y="1340580"/>
            <a:ext cx="5545138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A858F8A0-E7D7-C182-EC89-229FFDC209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09832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3" pos="3795">
          <p15:clr>
            <a:srgbClr val="FBAE40"/>
          </p15:clr>
        </p15:guide>
        <p15:guide id="4" pos="3885">
          <p15:clr>
            <a:srgbClr val="FBAE40"/>
          </p15:clr>
        </p15:guide>
        <p15:guide id="5" orient="horz" pos="38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middle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2149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Content right">
            <a:extLst>
              <a:ext uri="{FF2B5EF4-FFF2-40B4-BE49-F238E27FC236}">
                <a16:creationId xmlns:a16="http://schemas.microsoft.com/office/drawing/2014/main" id="{48BA25C7-75CC-8521-D13E-9BBA4353A6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4922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9974B16A-1B20-17BB-F707-6B707E326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78827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5" pos="4989">
          <p15:clr>
            <a:srgbClr val="FBAE40"/>
          </p15:clr>
        </p15:guide>
        <p15:guide id="6" pos="5081">
          <p15:clr>
            <a:srgbClr val="FBAE40"/>
          </p15:clr>
        </p15:guide>
        <p15:guide id="7" pos="2690">
          <p15:clr>
            <a:srgbClr val="FBAE40"/>
          </p15:clr>
        </p15:guide>
        <p15:guide id="8" pos="2600">
          <p15:clr>
            <a:srgbClr val="FBAE40"/>
          </p15:clr>
        </p15:guide>
        <p15:guide id="9" orient="horz" pos="38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12" name="Content 1">
            <a:extLst>
              <a:ext uri="{FF2B5EF4-FFF2-40B4-BE49-F238E27FC236}">
                <a16:creationId xmlns:a16="http://schemas.microsoft.com/office/drawing/2014/main" id="{37BE4B4D-CFDD-B8D1-ADCC-0FBE108A0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Content 2">
            <a:extLst>
              <a:ext uri="{FF2B5EF4-FFF2-40B4-BE49-F238E27FC236}">
                <a16:creationId xmlns:a16="http://schemas.microsoft.com/office/drawing/2014/main" id="{6866A2D6-5143-DA06-4EB1-AC3BEA04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23778" y="1340580"/>
            <a:ext cx="2700000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Content 3">
            <a:extLst>
              <a:ext uri="{FF2B5EF4-FFF2-40B4-BE49-F238E27FC236}">
                <a16:creationId xmlns:a16="http://schemas.microsoft.com/office/drawing/2014/main" id="{29054455-AD76-A317-FC31-A41B80ECF8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81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Content 4">
            <a:extLst>
              <a:ext uri="{FF2B5EF4-FFF2-40B4-BE49-F238E27FC236}">
                <a16:creationId xmlns:a16="http://schemas.microsoft.com/office/drawing/2014/main" id="{AE0F360B-178D-DF84-269E-46B3D56DDD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12585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6" name="footnote">
            <a:extLst>
              <a:ext uri="{FF2B5EF4-FFF2-40B4-BE49-F238E27FC236}">
                <a16:creationId xmlns:a16="http://schemas.microsoft.com/office/drawing/2014/main" id="{E671ABC2-6291-11C7-0DA9-7DCEA8FB2C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22735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2" pos="2003">
          <p15:clr>
            <a:srgbClr val="FBAE40"/>
          </p15:clr>
        </p15:guide>
        <p15:guide id="3" pos="2091">
          <p15:clr>
            <a:srgbClr val="FBAE40"/>
          </p15:clr>
        </p15:guide>
        <p15:guide id="4" pos="3795">
          <p15:clr>
            <a:srgbClr val="FBAE40"/>
          </p15:clr>
        </p15:guide>
        <p15:guide id="5" pos="3885">
          <p15:clr>
            <a:srgbClr val="FBAE40"/>
          </p15:clr>
        </p15:guide>
        <p15:guide id="6" pos="5586">
          <p15:clr>
            <a:srgbClr val="FBAE40"/>
          </p15:clr>
        </p15:guide>
        <p15:guide id="7" pos="567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Aspec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7848600" cy="4824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cxnSp>
        <p:nvCxnSpPr>
          <p:cNvPr id="8" name="Straight Connector 30">
            <a:extLst>
              <a:ext uri="{FF2B5EF4-FFF2-40B4-BE49-F238E27FC236}">
                <a16:creationId xmlns:a16="http://schemas.microsoft.com/office/drawing/2014/main" id="{8158F510-4543-6AE7-9404-7270C56BAD64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erline">
            <a:extLst>
              <a:ext uri="{FF2B5EF4-FFF2-40B4-BE49-F238E27FC236}">
                <a16:creationId xmlns:a16="http://schemas.microsoft.com/office/drawing/2014/main" id="{54A57B10-0806-EE10-8CEC-EF03A9141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6400" y="1340724"/>
            <a:ext cx="2806170" cy="337447"/>
          </a:xfrm>
        </p:spPr>
        <p:txBody>
          <a:bodyPr/>
          <a:lstStyle>
            <a:lvl1pPr>
              <a:lnSpc>
                <a:spcPct val="100000"/>
              </a:lnSpc>
              <a:defRPr sz="1400" b="1"/>
            </a:lvl1pPr>
          </a:lstStyle>
          <a:p>
            <a:pPr lvl="0"/>
            <a:r>
              <a:rPr lang="de-DE" err="1"/>
              <a:t>Overline</a:t>
            </a:r>
            <a:r>
              <a:rPr lang="de-DE"/>
              <a:t> (Teaser </a:t>
            </a:r>
            <a:r>
              <a:rPr lang="de-DE" err="1"/>
              <a:t>text</a:t>
            </a:r>
            <a:r>
              <a:rPr lang="de-DE"/>
              <a:t>), </a:t>
            </a:r>
            <a:r>
              <a:rPr lang="de-DE" err="1"/>
              <a:t>bold</a:t>
            </a:r>
            <a:r>
              <a:rPr lang="de-DE"/>
              <a:t>.</a:t>
            </a:r>
          </a:p>
        </p:txBody>
      </p:sp>
      <p:sp>
        <p:nvSpPr>
          <p:cNvPr id="12" name="Content right">
            <a:extLst>
              <a:ext uri="{FF2B5EF4-FFF2-40B4-BE49-F238E27FC236}">
                <a16:creationId xmlns:a16="http://schemas.microsoft.com/office/drawing/2014/main" id="{0B93BF9A-33F5-4981-4957-85243F8EA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06400" y="1678172"/>
            <a:ext cx="2808001" cy="34338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ootnote">
            <a:extLst>
              <a:ext uri="{FF2B5EF4-FFF2-40B4-BE49-F238E27FC236}">
                <a16:creationId xmlns:a16="http://schemas.microsoft.com/office/drawing/2014/main" id="{A8105C7A-86DA-6E7B-6A18-59E74532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7848549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  <p:sp>
        <p:nvSpPr>
          <p:cNvPr id="9" name="Conclusion">
            <a:extLst>
              <a:ext uri="{FF2B5EF4-FFF2-40B4-BE49-F238E27FC236}">
                <a16:creationId xmlns:a16="http://schemas.microsoft.com/office/drawing/2014/main" id="{692BBBE9-7519-56FD-E90A-9D8E1D525B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06401" y="5573509"/>
            <a:ext cx="2808001" cy="591071"/>
          </a:xfrm>
          <a:solidFill>
            <a:srgbClr val="619685"/>
          </a:solidFill>
        </p:spPr>
        <p:txBody>
          <a:bodyPr lIns="144000" tIns="72000" rIns="144000" bIns="90000" anchor="b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</a:t>
            </a:r>
            <a:br>
              <a:rPr lang="de-DE"/>
            </a:br>
            <a:r>
              <a:rPr lang="de-DE"/>
              <a:t>bearbeiten</a:t>
            </a:r>
          </a:p>
        </p:txBody>
      </p: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A6043DE1-C47C-B3B2-9747-BEE9A45183C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77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11" name="Content left">
            <a:extLst>
              <a:ext uri="{FF2B5EF4-FFF2-40B4-BE49-F238E27FC236}">
                <a16:creationId xmlns:a16="http://schemas.microsoft.com/office/drawing/2014/main" id="{12C9B869-1223-B7DD-64CA-71F7DD3A7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39200"/>
            <a:ext cx="5040569" cy="4824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Content right">
            <a:extLst>
              <a:ext uri="{FF2B5EF4-FFF2-40B4-BE49-F238E27FC236}">
                <a16:creationId xmlns:a16="http://schemas.microsoft.com/office/drawing/2014/main" id="{02B7A186-8034-ED64-E1E4-6562647A1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015" y="1339200"/>
            <a:ext cx="5040569" cy="4824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6" name="Straight Connector 30">
            <a:extLst>
              <a:ext uri="{FF2B5EF4-FFF2-40B4-BE49-F238E27FC236}">
                <a16:creationId xmlns:a16="http://schemas.microsoft.com/office/drawing/2014/main" id="{BD46E923-F552-A039-9B3D-1A367BD52B2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 bwMode="gray">
          <a:xfrm>
            <a:off x="6096000" y="4363201"/>
            <a:ext cx="0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">
            <a:extLst>
              <a:ext uri="{FF2B5EF4-FFF2-40B4-BE49-F238E27FC236}">
                <a16:creationId xmlns:a16="http://schemas.microsoft.com/office/drawing/2014/main" id="{6E1A39C5-D360-C3A7-4AD3-DE450DD786C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 flipH="1">
            <a:off x="6095999" y="1340579"/>
            <a:ext cx="1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0A6D7AC7-847E-754F-B822-A76E53E8BA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0429" y="3457345"/>
            <a:ext cx="360000" cy="589091"/>
          </a:xfrm>
          <a:prstGeom prst="rect">
            <a:avLst/>
          </a:prstGeom>
        </p:spPr>
      </p:pic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AAEC7CFA-3752-3263-EC58-30A15FB38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60135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DB293A-0A29-0326-DCB5-BD8AB9CE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D3C7FE-9588-2A3E-AFC5-00D93785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410E3D-A999-0083-C1B8-7501BBF2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71C80C-009B-0AB0-BC0E-AE0937B3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2159DC9A-A010-CFE0-9F91-1B18DB5773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A13BA07-06F1-C75E-B12F-D9ABCC4E79B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340580"/>
            <a:ext cx="12192000" cy="5517420"/>
          </a:xfrm>
          <a:solidFill>
            <a:srgbClr val="E3E3E3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4332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F3D5A2-16D7-D2DB-C464-1CF731F1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8AB93A-6F01-B612-509A-25F546BB0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2EECA7-F994-4474-F5A9-67D2838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0B770A-895B-70DE-FDEC-714E84A8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MIO_CONVERT_SLIDES_SUBTITLE">
            <a:extLst>
              <a:ext uri="{FF2B5EF4-FFF2-40B4-BE49-F238E27FC236}">
                <a16:creationId xmlns:a16="http://schemas.microsoft.com/office/drawing/2014/main" id="{FBCF9CDF-8FA3-A63B-FA90-CB1F281910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85B3299-FE9F-8E3B-FC17-C1EB090D3B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51764" y="1628772"/>
            <a:ext cx="3960821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4BE864C4-DE8B-777A-1A0D-CFC3C6A58C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5888" y="2228851"/>
            <a:ext cx="6119875" cy="18466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237864"/>
                </a:solidFill>
              </a:defRPr>
            </a:lvl1pPr>
          </a:lstStyle>
          <a:p>
            <a:pPr lvl="0"/>
            <a:r>
              <a:rPr lang="en-US"/>
              <a:t>“Quote. The text can be in any secondary color </a:t>
            </a:r>
            <a:br>
              <a:rPr lang="en-US"/>
            </a:br>
            <a:r>
              <a:rPr lang="en-US"/>
              <a:t>of 60-100% shading.”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2457AD6-FC75-AC51-81F6-9F00027FEAFB}"/>
              </a:ext>
            </a:extLst>
          </p:cNvPr>
          <p:cNvCxnSpPr>
            <a:cxnSpLocks/>
          </p:cNvCxnSpPr>
          <p:nvPr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Name">
            <a:extLst>
              <a:ext uri="{FF2B5EF4-FFF2-40B4-BE49-F238E27FC236}">
                <a16:creationId xmlns:a16="http://schemas.microsoft.com/office/drawing/2014/main" id="{9DF927A2-8E33-9704-D203-297E80F8A9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3173" y="4385554"/>
            <a:ext cx="4892590" cy="246221"/>
          </a:xfrm>
        </p:spPr>
        <p:txBody>
          <a:bodyPr/>
          <a:lstStyle>
            <a:lvl1pPr>
              <a:defRPr sz="1600">
                <a:solidFill>
                  <a:srgbClr val="646464"/>
                </a:solidFill>
              </a:defRPr>
            </a:lvl1pPr>
          </a:lstStyle>
          <a:p>
            <a:pPr lvl="0"/>
            <a:r>
              <a:rPr lang="de-DE"/>
              <a:t>Name – Additional Info </a:t>
            </a:r>
            <a:r>
              <a:rPr lang="de-DE" err="1"/>
              <a:t>about</a:t>
            </a:r>
            <a:r>
              <a:rPr lang="de-DE"/>
              <a:t> </a:t>
            </a:r>
            <a:r>
              <a:rPr lang="de-DE" err="1"/>
              <a:t>author</a:t>
            </a:r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8C38F21-301C-1C7B-C83E-93CE7B8EDD6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73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&amp;A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7CAFE7-EBEF-EBE0-CCF5-ED8631B3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AC11E8-DE5B-473E-693E-EC4BF91E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CEB6AF-5005-160E-A119-CF142C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FC50409-51B2-E654-EF34-5C2BB778DF8F}"/>
              </a:ext>
            </a:extLst>
          </p:cNvPr>
          <p:cNvGrpSpPr/>
          <p:nvPr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82AEE0FF-C8B2-9A15-27E7-F6E92CDB1149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CAAEB60D-66B3-3C71-2473-EA2D2F91A4EB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E91663BC-3829-501A-0B21-B1B4B2F36740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00A0AEE-315A-216A-B824-50760DDD18D0}"/>
              </a:ext>
            </a:extLst>
          </p:cNvPr>
          <p:cNvGrpSpPr/>
          <p:nvPr userDrawn="1"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3519E45B-C904-4AB9-DC97-CF094459E785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F604F882-1278-F975-67CD-BCEB7853A553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5692A519-84F0-1F9C-3659-7D9BD49BF223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MIO_AGENDA_LAST_SLIDE" hidden="1">
            <a:extLst>
              <a:ext uri="{FF2B5EF4-FFF2-40B4-BE49-F238E27FC236}">
                <a16:creationId xmlns:a16="http://schemas.microsoft.com/office/drawing/2014/main" id="{6FDF728C-D777-2B69-2880-133B2D8E168E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" name="MIO_AGENDA_IGNORE_CHAPTER_REFERENCE" hidden="1">
            <a:extLst>
              <a:ext uri="{FF2B5EF4-FFF2-40B4-BE49-F238E27FC236}">
                <a16:creationId xmlns:a16="http://schemas.microsoft.com/office/drawing/2014/main" id="{CBA219C9-0994-659C-3599-F2F4ADF0D79E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2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916385-4702-E442-A501-646E3816DE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626213"/>
            <a:ext cx="1500411" cy="415498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Contact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0B268D-1F0C-59E9-B43E-88D29D8D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B30387-DC76-FEE3-2A9D-DD2F0996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66663D-FBFC-D342-8EA5-183080C7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act">
            <a:extLst>
              <a:ext uri="{FF2B5EF4-FFF2-40B4-BE49-F238E27FC236}">
                <a16:creationId xmlns:a16="http://schemas.microsoft.com/office/drawing/2014/main" id="{B5A16EF1-CDF0-7254-D322-F06EFDDD4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2184400"/>
            <a:ext cx="2519363" cy="370952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1372BCE-998D-66B4-7E47-F578C22B81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32289" y="1628772"/>
            <a:ext cx="7380296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ADD762F8-E25A-0D3C-7DCC-B491A8AD66C6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" name="MIO_AGENDA_IGNORE_CHAPTER_REFERENCE" hidden="1">
            <a:extLst>
              <a:ext uri="{FF2B5EF4-FFF2-40B4-BE49-F238E27FC236}">
                <a16:creationId xmlns:a16="http://schemas.microsoft.com/office/drawing/2014/main" id="{54ADC98D-7E74-AD51-72A4-2A3B23358A39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9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74B9C5-C9DE-EEE9-71B2-87A3F870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363E01-C46E-D150-29D1-15D6E0F7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EFE1E6-6569-B1B5-E529-67D5FD0C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" name="Backup">
            <a:extLst>
              <a:ext uri="{FF2B5EF4-FFF2-40B4-BE49-F238E27FC236}">
                <a16:creationId xmlns:a16="http://schemas.microsoft.com/office/drawing/2014/main" id="{590171D9-AF30-B251-0ADF-2F2A33A9BF73}"/>
              </a:ext>
            </a:extLst>
          </p:cNvPr>
          <p:cNvSpPr txBox="1">
            <a:spLocks/>
          </p:cNvSpPr>
          <p:nvPr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2F1F0947-2317-D217-BAD8-AB43A8719C52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Backup">
            <a:extLst>
              <a:ext uri="{FF2B5EF4-FFF2-40B4-BE49-F238E27FC236}">
                <a16:creationId xmlns:a16="http://schemas.microsoft.com/office/drawing/2014/main" id="{231D9800-3821-4F44-452E-947DB158823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A37BB2FA-B08C-2DC3-DFE0-7F300B36CA86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9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imated Logo +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AGENDA_LAST_SLIDE" hidden="1">
            <a:extLst>
              <a:ext uri="{FF2B5EF4-FFF2-40B4-BE49-F238E27FC236}">
                <a16:creationId xmlns:a16="http://schemas.microsoft.com/office/drawing/2014/main" id="{1AA4D300-56CC-7A5E-594A-25AE78B27C66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F1C6BF7A-6069-1F4B-FD10-D8894C16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409D7BE9-666D-0345-2CB9-216DCBC4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816AAEC7-0DAD-E2BD-FA26-5DCF8624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E84A75D0-FC40-3E59-5EEE-88005EB74DC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  <p:pic>
        <p:nvPicPr>
          <p:cNvPr id="10" name="Claim" descr="Ein Bild, das Blume enthält.&#10;&#10;Automatisch generierte Beschreibung">
            <a:extLst>
              <a:ext uri="{FF2B5EF4-FFF2-40B4-BE49-F238E27FC236}">
                <a16:creationId xmlns:a16="http://schemas.microsoft.com/office/drawing/2014/main" id="{386D5743-7822-1C00-FB2A-6A0998B23E7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56" b="39456"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grpSp>
        <p:nvGrpSpPr>
          <p:cNvPr id="13" name="Logo">
            <a:extLst>
              <a:ext uri="{FF2B5EF4-FFF2-40B4-BE49-F238E27FC236}">
                <a16:creationId xmlns:a16="http://schemas.microsoft.com/office/drawing/2014/main" id="{FF2E3CDE-84AA-15A8-F8A2-814DC4C10836}"/>
              </a:ext>
            </a:extLst>
          </p:cNvPr>
          <p:cNvGrpSpPr/>
          <p:nvPr userDrawn="1"/>
        </p:nvGrpSpPr>
        <p:grpSpPr>
          <a:xfrm>
            <a:off x="2255520" y="2715900"/>
            <a:ext cx="7680960" cy="1426200"/>
            <a:chOff x="2255520" y="2715900"/>
            <a:chExt cx="7680960" cy="1426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A1EB3B-0A2C-B4A6-F3E2-7C0F7C7DE32C}"/>
                </a:ext>
              </a:extLst>
            </p:cNvPr>
            <p:cNvSpPr/>
            <p:nvPr userDrawn="1"/>
          </p:nvSpPr>
          <p:spPr>
            <a:xfrm>
              <a:off x="2255520" y="2715900"/>
              <a:ext cx="7680960" cy="142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72000" rIns="54000" bIns="72000"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de-DE" sz="1200">
                <a:solidFill>
                  <a:schemeClr val="tx1"/>
                </a:solidFill>
              </a:endParaRPr>
            </a:p>
          </p:txBody>
        </p:sp>
        <p:pic>
          <p:nvPicPr>
            <p:cNvPr id="11" name="Grafik 1">
              <a:extLst>
                <a:ext uri="{FF2B5EF4-FFF2-40B4-BE49-F238E27FC236}">
                  <a16:creationId xmlns:a16="http://schemas.microsoft.com/office/drawing/2014/main" id="{8FA64D0A-35F3-4081-7986-3A0D2A3CC2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52109" y="3044152"/>
              <a:ext cx="6887783" cy="769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D34AA96-2B1B-4223-F2EF-36F4F64AB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4239" y="3044151"/>
            <a:ext cx="6887783" cy="769697"/>
          </a:xfrm>
          <a:prstGeom prst="rect">
            <a:avLst/>
          </a:prstGeom>
        </p:spPr>
      </p:pic>
      <p:sp>
        <p:nvSpPr>
          <p:cNvPr id="5" name="MIO_AGENDA_LAST_SLIDE" hidden="1">
            <a:extLst>
              <a:ext uri="{FF2B5EF4-FFF2-40B4-BE49-F238E27FC236}">
                <a16:creationId xmlns:a16="http://schemas.microsoft.com/office/drawing/2014/main" id="{ED1003C1-50ED-25C2-C909-0E9D9DBD7814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3245FC8B-C213-3E39-B87B-F0F4B91B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FB52DB5-E630-2241-67AA-2C0DCDF0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A028F50-4B27-255F-7875-FA9CFD68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MIO_AGENDA_IGNORE_CHAPTER_REFERENCE" hidden="1">
            <a:extLst>
              <a:ext uri="{FF2B5EF4-FFF2-40B4-BE49-F238E27FC236}">
                <a16:creationId xmlns:a16="http://schemas.microsoft.com/office/drawing/2014/main" id="{CF0BC07D-C38C-3B04-A816-435D42AC5BB0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91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Blume enthält.&#10;&#10;Automatisch generierte Beschreibung">
            <a:extLst>
              <a:ext uri="{FF2B5EF4-FFF2-40B4-BE49-F238E27FC236}">
                <a16:creationId xmlns:a16="http://schemas.microsoft.com/office/drawing/2014/main" id="{422B50DF-9CE6-8EE7-8665-2088A9FD0F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sp>
        <p:nvSpPr>
          <p:cNvPr id="4" name="MIO_AGENDA_LAST_SLIDE" hidden="1">
            <a:extLst>
              <a:ext uri="{FF2B5EF4-FFF2-40B4-BE49-F238E27FC236}">
                <a16:creationId xmlns:a16="http://schemas.microsoft.com/office/drawing/2014/main" id="{4DAD5D0A-FE19-B140-3A77-ECABE5A3FFEF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F4A9C6-C3B9-461E-D738-B28EAF4B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3BA48D1D-A205-BF7E-C6FA-21F32106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02A822C-15A1-56E7-1817-1E7C7D79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58F5DB44-9F15-9CCF-974D-6B21428DD25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0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C279C114-3B31-27C4-0D6B-EE174D170B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June 2024</a:t>
            </a:r>
            <a:endParaRPr lang="en-US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E2AA3BB6-E8F6-259D-03DE-F599D500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1FD9E84-4AB5-68D6-419C-DF216CD7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6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tags" Target="../tags/tag4.xml"/><Relationship Id="rId39" Type="http://schemas.openxmlformats.org/officeDocument/2006/relationships/image" Target="../media/image3.svg"/><Relationship Id="rId21" Type="http://schemas.openxmlformats.org/officeDocument/2006/relationships/slideLayout" Target="../slideLayouts/slideLayout25.xml"/><Relationship Id="rId34" Type="http://schemas.openxmlformats.org/officeDocument/2006/relationships/tags" Target="../tags/tag12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tags" Target="../tags/tag3.xml"/><Relationship Id="rId33" Type="http://schemas.openxmlformats.org/officeDocument/2006/relationships/tags" Target="../tags/tag11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29" Type="http://schemas.openxmlformats.org/officeDocument/2006/relationships/tags" Target="../tags/tag7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tags" Target="../tags/tag2.xml"/><Relationship Id="rId32" Type="http://schemas.openxmlformats.org/officeDocument/2006/relationships/tags" Target="../tags/tag10.xml"/><Relationship Id="rId37" Type="http://schemas.openxmlformats.org/officeDocument/2006/relationships/tags" Target="../tags/tag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theme" Target="../theme/theme2.xml"/><Relationship Id="rId28" Type="http://schemas.openxmlformats.org/officeDocument/2006/relationships/tags" Target="../tags/tag6.xml"/><Relationship Id="rId36" Type="http://schemas.openxmlformats.org/officeDocument/2006/relationships/tags" Target="../tags/tag14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tags" Target="../tags/tag9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tags" Target="../tags/tag5.xml"/><Relationship Id="rId30" Type="http://schemas.openxmlformats.org/officeDocument/2006/relationships/tags" Target="../tags/tag8.xml"/><Relationship Id="rId35" Type="http://schemas.openxmlformats.org/officeDocument/2006/relationships/tags" Target="../tags/tag13.xml"/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4AE0247-C7CF-1DCE-F08B-E24A4A92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5" y="720000"/>
            <a:ext cx="8928625" cy="2462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SG" err="1"/>
              <a:t>Mastertitelformat</a:t>
            </a:r>
            <a:r>
              <a:rPr lang="en-US" altLang="zh-SG"/>
              <a:t> </a:t>
            </a:r>
            <a:r>
              <a:rPr lang="en-US" altLang="zh-SG" err="1"/>
              <a:t>bearbeiten</a:t>
            </a:r>
            <a:endParaRPr lang="en-US" altLang="zh-SG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75" y="1340580"/>
            <a:ext cx="11233150" cy="48248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SG" err="1"/>
              <a:t>Mastertextformat</a:t>
            </a:r>
            <a:r>
              <a:rPr lang="en-US" altLang="zh-SG"/>
              <a:t> </a:t>
            </a:r>
            <a:r>
              <a:rPr lang="en-US" altLang="zh-SG" err="1"/>
              <a:t>bearbeiten</a:t>
            </a:r>
            <a:endParaRPr lang="en-US" altLang="zh-SG"/>
          </a:p>
          <a:p>
            <a:pPr lvl="1"/>
            <a:r>
              <a:rPr lang="en-US" altLang="zh-SG" err="1"/>
              <a:t>Zweite</a:t>
            </a:r>
            <a:r>
              <a:rPr lang="en-US" altLang="zh-SG"/>
              <a:t> Ebene</a:t>
            </a:r>
          </a:p>
          <a:p>
            <a:pPr lvl="2"/>
            <a:r>
              <a:rPr lang="en-US" altLang="zh-SG" err="1"/>
              <a:t>Dritte</a:t>
            </a:r>
            <a:r>
              <a:rPr lang="en-US" altLang="zh-SG"/>
              <a:t> Ebene</a:t>
            </a:r>
          </a:p>
          <a:p>
            <a:pPr lvl="3"/>
            <a:r>
              <a:rPr lang="en-US" altLang="zh-SG" err="1"/>
              <a:t>Vierte</a:t>
            </a:r>
            <a:r>
              <a:rPr lang="en-US" altLang="zh-SG"/>
              <a:t> Ebene</a:t>
            </a:r>
          </a:p>
          <a:p>
            <a:pPr lvl="4"/>
            <a:r>
              <a:rPr lang="en-US" altLang="zh-SG" err="1"/>
              <a:t>Fünfte</a:t>
            </a:r>
            <a:r>
              <a:rPr lang="en-US" altLang="zh-SG"/>
              <a:t> Ebene</a:t>
            </a:r>
          </a:p>
          <a:p>
            <a:pPr lvl="5"/>
            <a:r>
              <a:rPr lang="en-US" altLang="zh-SG" err="1"/>
              <a:t>Sechste</a:t>
            </a:r>
            <a:r>
              <a:rPr lang="en-US" altLang="zh-SG"/>
              <a:t> Ebene</a:t>
            </a:r>
          </a:p>
          <a:p>
            <a:pPr lvl="5"/>
            <a:r>
              <a:rPr lang="en-US" altLang="zh-SG" err="1"/>
              <a:t>Siebte</a:t>
            </a:r>
            <a:r>
              <a:rPr lang="en-US" altLang="zh-SG"/>
              <a:t> Ebene</a:t>
            </a:r>
          </a:p>
          <a:p>
            <a:pPr lvl="6"/>
            <a:r>
              <a:rPr lang="en-US" altLang="zh-SG" err="1"/>
              <a:t>Achte</a:t>
            </a:r>
            <a:r>
              <a:rPr lang="en-US" altLang="zh-SG"/>
              <a:t> Ebene</a:t>
            </a:r>
          </a:p>
          <a:p>
            <a:pPr lvl="7"/>
            <a:r>
              <a:rPr lang="en-US" altLang="zh-SG" err="1"/>
              <a:t>Neunte</a:t>
            </a:r>
            <a:r>
              <a:rPr lang="en-US" altLang="zh-SG"/>
              <a:t>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4003BE-6DC3-F50E-8C1A-EBCFCFF32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2" y="6527607"/>
            <a:ext cx="1024616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altLang="zh-SG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1FFEBC-917A-B186-8FB4-C0C5AA2B3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7743" y="6527607"/>
            <a:ext cx="5642208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 altLang="zh-SG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812E0-949B-A2D4-3D5D-95F413802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527607"/>
            <a:ext cx="244484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610F28-5C11-4E52-A7B2-F9D693A74473}" type="slidenum">
              <a:rPr lang="en-US" altLang="zh-SG" smtClean="0"/>
              <a:t>‹#›</a:t>
            </a:fld>
            <a:endParaRPr lang="en-US" altLang="zh-SG"/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DE171B75-AA2A-1DE1-5063-7F629FAEC120}"/>
              </a:ext>
            </a:extLst>
          </p:cNvPr>
          <p:cNvCxnSpPr/>
          <p:nvPr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3">
            <a:extLst>
              <a:ext uri="{FF2B5EF4-FFF2-40B4-BE49-F238E27FC236}">
                <a16:creationId xmlns:a16="http://schemas.microsoft.com/office/drawing/2014/main" id="{599C3DDC-12C2-D485-0779-6C2AA6C59B53}"/>
              </a:ext>
            </a:extLst>
          </p:cNvPr>
          <p:cNvCxnSpPr/>
          <p:nvPr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4">
            <a:extLst>
              <a:ext uri="{FF2B5EF4-FFF2-40B4-BE49-F238E27FC236}">
                <a16:creationId xmlns:a16="http://schemas.microsoft.com/office/drawing/2014/main" id="{49D31C59-0CE0-CD0D-46D5-30A339DFF80D}"/>
              </a:ext>
            </a:extLst>
          </p:cNvPr>
          <p:cNvCxnSpPr/>
          <p:nvPr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6">
            <a:extLst>
              <a:ext uri="{FF2B5EF4-FFF2-40B4-BE49-F238E27FC236}">
                <a16:creationId xmlns:a16="http://schemas.microsoft.com/office/drawing/2014/main" id="{382DF3F6-648A-5219-3286-1A9B31D9025E}"/>
              </a:ext>
            </a:extLst>
          </p:cNvPr>
          <p:cNvCxnSpPr/>
          <p:nvPr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FE60D2AD-9196-8EA6-7138-6D25B70C2074}"/>
              </a:ext>
            </a:extLst>
          </p:cNvPr>
          <p:cNvCxnSpPr/>
          <p:nvPr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9">
            <a:extLst>
              <a:ext uri="{FF2B5EF4-FFF2-40B4-BE49-F238E27FC236}">
                <a16:creationId xmlns:a16="http://schemas.microsoft.com/office/drawing/2014/main" id="{453EA128-1C2A-A4FB-5277-0BA073E26846}"/>
              </a:ext>
            </a:extLst>
          </p:cNvPr>
          <p:cNvCxnSpPr/>
          <p:nvPr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5">
            <a:extLst>
              <a:ext uri="{FF2B5EF4-FFF2-40B4-BE49-F238E27FC236}">
                <a16:creationId xmlns:a16="http://schemas.microsoft.com/office/drawing/2014/main" id="{15F2A9CA-E629-47BC-93F1-95F2D581DEB0}"/>
              </a:ext>
            </a:extLst>
          </p:cNvPr>
          <p:cNvCxnSpPr/>
          <p:nvPr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6">
            <a:extLst>
              <a:ext uri="{FF2B5EF4-FFF2-40B4-BE49-F238E27FC236}">
                <a16:creationId xmlns:a16="http://schemas.microsoft.com/office/drawing/2014/main" id="{47A675DF-6481-2754-9960-E602F8DF045A}"/>
              </a:ext>
            </a:extLst>
          </p:cNvPr>
          <p:cNvCxnSpPr/>
          <p:nvPr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7">
            <a:extLst>
              <a:ext uri="{FF2B5EF4-FFF2-40B4-BE49-F238E27FC236}">
                <a16:creationId xmlns:a16="http://schemas.microsoft.com/office/drawing/2014/main" id="{26F9AF0D-FC9C-EDA9-165D-E982738ED0BC}"/>
              </a:ext>
            </a:extLst>
          </p:cNvPr>
          <p:cNvCxnSpPr/>
          <p:nvPr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8">
            <a:extLst>
              <a:ext uri="{FF2B5EF4-FFF2-40B4-BE49-F238E27FC236}">
                <a16:creationId xmlns:a16="http://schemas.microsoft.com/office/drawing/2014/main" id="{865D49E9-1627-96D9-39EB-4D29B8085F05}"/>
              </a:ext>
            </a:extLst>
          </p:cNvPr>
          <p:cNvCxnSpPr/>
          <p:nvPr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9">
            <a:extLst>
              <a:ext uri="{FF2B5EF4-FFF2-40B4-BE49-F238E27FC236}">
                <a16:creationId xmlns:a16="http://schemas.microsoft.com/office/drawing/2014/main" id="{DD19C659-2CCA-167E-4839-E983BDF66032}"/>
              </a:ext>
            </a:extLst>
          </p:cNvPr>
          <p:cNvCxnSpPr/>
          <p:nvPr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40">
            <a:extLst>
              <a:ext uri="{FF2B5EF4-FFF2-40B4-BE49-F238E27FC236}">
                <a16:creationId xmlns:a16="http://schemas.microsoft.com/office/drawing/2014/main" id="{AC3427F3-C0B3-E03F-0BEA-CB6881C206D6}"/>
              </a:ext>
            </a:extLst>
          </p:cNvPr>
          <p:cNvCxnSpPr/>
          <p:nvPr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41">
            <a:extLst>
              <a:ext uri="{FF2B5EF4-FFF2-40B4-BE49-F238E27FC236}">
                <a16:creationId xmlns:a16="http://schemas.microsoft.com/office/drawing/2014/main" id="{5F336E89-1DC8-AC90-8A12-FC854125D3DF}"/>
              </a:ext>
            </a:extLst>
          </p:cNvPr>
          <p:cNvCxnSpPr/>
          <p:nvPr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2">
            <a:extLst>
              <a:ext uri="{FF2B5EF4-FFF2-40B4-BE49-F238E27FC236}">
                <a16:creationId xmlns:a16="http://schemas.microsoft.com/office/drawing/2014/main" id="{55C33C20-A074-D374-4C65-D4623B81230F}"/>
              </a:ext>
            </a:extLst>
          </p:cNvPr>
          <p:cNvCxnSpPr/>
          <p:nvPr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3">
            <a:extLst>
              <a:ext uri="{FF2B5EF4-FFF2-40B4-BE49-F238E27FC236}">
                <a16:creationId xmlns:a16="http://schemas.microsoft.com/office/drawing/2014/main" id="{F242C792-3892-FFA4-6CDD-4D3118B03044}"/>
              </a:ext>
            </a:extLst>
          </p:cNvPr>
          <p:cNvCxnSpPr/>
          <p:nvPr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4">
            <a:extLst>
              <a:ext uri="{FF2B5EF4-FFF2-40B4-BE49-F238E27FC236}">
                <a16:creationId xmlns:a16="http://schemas.microsoft.com/office/drawing/2014/main" id="{4C583551-ECC6-0561-061E-AD35E3D1FD10}"/>
              </a:ext>
            </a:extLst>
          </p:cNvPr>
          <p:cNvCxnSpPr/>
          <p:nvPr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CF49800E-BCAE-FB1E-ED95-E5260B05D8D8}"/>
              </a:ext>
            </a:extLst>
          </p:cNvPr>
          <p:cNvCxnSpPr/>
          <p:nvPr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6">
            <a:extLst>
              <a:ext uri="{FF2B5EF4-FFF2-40B4-BE49-F238E27FC236}">
                <a16:creationId xmlns:a16="http://schemas.microsoft.com/office/drawing/2014/main" id="{B628D4CD-AD53-143F-5E1F-471804AF93EB}"/>
              </a:ext>
            </a:extLst>
          </p:cNvPr>
          <p:cNvCxnSpPr/>
          <p:nvPr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7">
            <a:extLst>
              <a:ext uri="{FF2B5EF4-FFF2-40B4-BE49-F238E27FC236}">
                <a16:creationId xmlns:a16="http://schemas.microsoft.com/office/drawing/2014/main" id="{5EDA6EEF-73CF-FE09-192B-F0717C466724}"/>
              </a:ext>
            </a:extLst>
          </p:cNvPr>
          <p:cNvCxnSpPr/>
          <p:nvPr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2">
            <a:extLst>
              <a:ext uri="{FF2B5EF4-FFF2-40B4-BE49-F238E27FC236}">
                <a16:creationId xmlns:a16="http://schemas.microsoft.com/office/drawing/2014/main" id="{F0C7867B-6061-845E-7919-B239A10F7E4C}"/>
              </a:ext>
            </a:extLst>
          </p:cNvPr>
          <p:cNvCxnSpPr/>
          <p:nvPr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3">
            <a:extLst>
              <a:ext uri="{FF2B5EF4-FFF2-40B4-BE49-F238E27FC236}">
                <a16:creationId xmlns:a16="http://schemas.microsoft.com/office/drawing/2014/main" id="{994CF3DB-DC86-C820-E5C0-A4885BB0BD2A}"/>
              </a:ext>
            </a:extLst>
          </p:cNvPr>
          <p:cNvCxnSpPr/>
          <p:nvPr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4">
            <a:extLst>
              <a:ext uri="{FF2B5EF4-FFF2-40B4-BE49-F238E27FC236}">
                <a16:creationId xmlns:a16="http://schemas.microsoft.com/office/drawing/2014/main" id="{46F789E4-1CA3-30F9-383D-4A47F4A93140}"/>
              </a:ext>
            </a:extLst>
          </p:cNvPr>
          <p:cNvCxnSpPr/>
          <p:nvPr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">
            <a:extLst>
              <a:ext uri="{FF2B5EF4-FFF2-40B4-BE49-F238E27FC236}">
                <a16:creationId xmlns:a16="http://schemas.microsoft.com/office/drawing/2014/main" id="{A15C04BC-E8AD-D67D-7A37-CE66BD8108D3}"/>
              </a:ext>
            </a:extLst>
          </p:cNvPr>
          <p:cNvCxnSpPr/>
          <p:nvPr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48">
            <a:extLst>
              <a:ext uri="{FF2B5EF4-FFF2-40B4-BE49-F238E27FC236}">
                <a16:creationId xmlns:a16="http://schemas.microsoft.com/office/drawing/2014/main" id="{B2B1FFC2-A967-9992-BF92-539258A03BDF}"/>
              </a:ext>
            </a:extLst>
          </p:cNvPr>
          <p:cNvCxnSpPr/>
          <p:nvPr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49">
            <a:extLst>
              <a:ext uri="{FF2B5EF4-FFF2-40B4-BE49-F238E27FC236}">
                <a16:creationId xmlns:a16="http://schemas.microsoft.com/office/drawing/2014/main" id="{02C3F396-ACB8-5666-11C9-65988885B904}"/>
              </a:ext>
            </a:extLst>
          </p:cNvPr>
          <p:cNvCxnSpPr/>
          <p:nvPr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50">
            <a:extLst>
              <a:ext uri="{FF2B5EF4-FFF2-40B4-BE49-F238E27FC236}">
                <a16:creationId xmlns:a16="http://schemas.microsoft.com/office/drawing/2014/main" id="{C56B92D2-E114-4A46-6E6A-9267816179F5}"/>
              </a:ext>
            </a:extLst>
          </p:cNvPr>
          <p:cNvCxnSpPr/>
          <p:nvPr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51">
            <a:extLst>
              <a:ext uri="{FF2B5EF4-FFF2-40B4-BE49-F238E27FC236}">
                <a16:creationId xmlns:a16="http://schemas.microsoft.com/office/drawing/2014/main" id="{B0901BAB-DBF3-B595-14E3-B41ED1629B56}"/>
              </a:ext>
            </a:extLst>
          </p:cNvPr>
          <p:cNvCxnSpPr/>
          <p:nvPr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52">
            <a:extLst>
              <a:ext uri="{FF2B5EF4-FFF2-40B4-BE49-F238E27FC236}">
                <a16:creationId xmlns:a16="http://schemas.microsoft.com/office/drawing/2014/main" id="{3A3B61FA-2541-49C7-73A4-3C1EF58217D2}"/>
              </a:ext>
            </a:extLst>
          </p:cNvPr>
          <p:cNvCxnSpPr/>
          <p:nvPr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53">
            <a:extLst>
              <a:ext uri="{FF2B5EF4-FFF2-40B4-BE49-F238E27FC236}">
                <a16:creationId xmlns:a16="http://schemas.microsoft.com/office/drawing/2014/main" id="{36F83073-0558-62B3-125A-6FD45FCDDB20}"/>
              </a:ext>
            </a:extLst>
          </p:cNvPr>
          <p:cNvCxnSpPr/>
          <p:nvPr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54">
            <a:extLst>
              <a:ext uri="{FF2B5EF4-FFF2-40B4-BE49-F238E27FC236}">
                <a16:creationId xmlns:a16="http://schemas.microsoft.com/office/drawing/2014/main" id="{D27B1371-A90C-8CE2-C1ED-899641C034C0}"/>
              </a:ext>
            </a:extLst>
          </p:cNvPr>
          <p:cNvCxnSpPr/>
          <p:nvPr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55">
            <a:extLst>
              <a:ext uri="{FF2B5EF4-FFF2-40B4-BE49-F238E27FC236}">
                <a16:creationId xmlns:a16="http://schemas.microsoft.com/office/drawing/2014/main" id="{D05E774B-D745-5462-63C2-3CEE39DCDB68}"/>
              </a:ext>
            </a:extLst>
          </p:cNvPr>
          <p:cNvCxnSpPr/>
          <p:nvPr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56">
            <a:extLst>
              <a:ext uri="{FF2B5EF4-FFF2-40B4-BE49-F238E27FC236}">
                <a16:creationId xmlns:a16="http://schemas.microsoft.com/office/drawing/2014/main" id="{0D217093-6E4A-98BD-0D0D-CFCA771D7700}"/>
              </a:ext>
            </a:extLst>
          </p:cNvPr>
          <p:cNvCxnSpPr/>
          <p:nvPr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57">
            <a:extLst>
              <a:ext uri="{FF2B5EF4-FFF2-40B4-BE49-F238E27FC236}">
                <a16:creationId xmlns:a16="http://schemas.microsoft.com/office/drawing/2014/main" id="{77FF41E2-5532-923D-472F-00CE8C2DF7CD}"/>
              </a:ext>
            </a:extLst>
          </p:cNvPr>
          <p:cNvCxnSpPr/>
          <p:nvPr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58">
            <a:extLst>
              <a:ext uri="{FF2B5EF4-FFF2-40B4-BE49-F238E27FC236}">
                <a16:creationId xmlns:a16="http://schemas.microsoft.com/office/drawing/2014/main" id="{7B02F80F-A04A-0504-6EC3-B45183A5FBF3}"/>
              </a:ext>
            </a:extLst>
          </p:cNvPr>
          <p:cNvCxnSpPr/>
          <p:nvPr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59">
            <a:extLst>
              <a:ext uri="{FF2B5EF4-FFF2-40B4-BE49-F238E27FC236}">
                <a16:creationId xmlns:a16="http://schemas.microsoft.com/office/drawing/2014/main" id="{E97FBD3C-9D11-1E33-9E58-1D0573868365}"/>
              </a:ext>
            </a:extLst>
          </p:cNvPr>
          <p:cNvCxnSpPr/>
          <p:nvPr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60">
            <a:extLst>
              <a:ext uri="{FF2B5EF4-FFF2-40B4-BE49-F238E27FC236}">
                <a16:creationId xmlns:a16="http://schemas.microsoft.com/office/drawing/2014/main" id="{1E45FF18-04A9-3D6F-EF30-0FAECA8FC1E4}"/>
              </a:ext>
            </a:extLst>
          </p:cNvPr>
          <p:cNvCxnSpPr/>
          <p:nvPr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61">
            <a:extLst>
              <a:ext uri="{FF2B5EF4-FFF2-40B4-BE49-F238E27FC236}">
                <a16:creationId xmlns:a16="http://schemas.microsoft.com/office/drawing/2014/main" id="{5AFA40FA-C41B-E7B6-C0B1-C30A59E469F0}"/>
              </a:ext>
            </a:extLst>
          </p:cNvPr>
          <p:cNvCxnSpPr/>
          <p:nvPr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62">
            <a:extLst>
              <a:ext uri="{FF2B5EF4-FFF2-40B4-BE49-F238E27FC236}">
                <a16:creationId xmlns:a16="http://schemas.microsoft.com/office/drawing/2014/main" id="{1581303F-B3EC-8E1B-A1E1-7C8785710FF3}"/>
              </a:ext>
            </a:extLst>
          </p:cNvPr>
          <p:cNvCxnSpPr/>
          <p:nvPr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fik 44">
            <a:extLst>
              <a:ext uri="{FF2B5EF4-FFF2-40B4-BE49-F238E27FC236}">
                <a16:creationId xmlns:a16="http://schemas.microsoft.com/office/drawing/2014/main" id="{F9C4586C-AE10-4B41-CEAA-296FE383E6F1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092526" y="477000"/>
            <a:ext cx="1620000" cy="181032"/>
          </a:xfrm>
          <a:prstGeom prst="rect">
            <a:avLst/>
          </a:prstGeom>
        </p:spPr>
      </p:pic>
      <p:sp>
        <p:nvSpPr>
          <p:cNvPr id="46" name="empower - DO NOT DELETE!!!">
            <a:extLst>
              <a:ext uri="{FF2B5EF4-FFF2-40B4-BE49-F238E27FC236}">
                <a16:creationId xmlns:a16="http://schemas.microsoft.com/office/drawing/2014/main" id="{07B13A24-35EF-1AFB-79B6-BBB95D9825B9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sp>
        <p:nvSpPr>
          <p:cNvPr id="49" name="Rechteck 48" hidden="1">
            <a:extLst>
              <a:ext uri="{FF2B5EF4-FFF2-40B4-BE49-F238E27FC236}">
                <a16:creationId xmlns:a16="http://schemas.microsoft.com/office/drawing/2014/main" id="{1CC66FD3-DD42-DB8C-2390-847D71D42A73}"/>
              </a:ext>
            </a:extLst>
          </p:cNvPr>
          <p:cNvSpPr/>
          <p:nvPr userDrawn="1">
            <p:custDataLst>
              <p:tags r:id="rId25"/>
            </p:custDataLst>
          </p:nvPr>
        </p:nvSpPr>
        <p:spPr>
          <a:xfrm>
            <a:off x="9912526" y="297516"/>
            <a:ext cx="1980000" cy="5144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cxnSp>
        <p:nvCxnSpPr>
          <p:cNvPr id="50" name="Straight Connector 4">
            <a:extLst>
              <a:ext uri="{FF2B5EF4-FFF2-40B4-BE49-F238E27FC236}">
                <a16:creationId xmlns:a16="http://schemas.microsoft.com/office/drawing/2014/main" id="{EE08DDD8-E0B8-ABA8-C961-4A5242777C9B}"/>
              </a:ext>
            </a:extLst>
          </p:cNvPr>
          <p:cNvCxnSpPr/>
          <p:nvPr userDrawn="1"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23">
            <a:extLst>
              <a:ext uri="{FF2B5EF4-FFF2-40B4-BE49-F238E27FC236}">
                <a16:creationId xmlns:a16="http://schemas.microsoft.com/office/drawing/2014/main" id="{3A1A6A83-E41E-557C-AE8B-80240320AEEC}"/>
              </a:ext>
            </a:extLst>
          </p:cNvPr>
          <p:cNvCxnSpPr/>
          <p:nvPr userDrawn="1"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24">
            <a:extLst>
              <a:ext uri="{FF2B5EF4-FFF2-40B4-BE49-F238E27FC236}">
                <a16:creationId xmlns:a16="http://schemas.microsoft.com/office/drawing/2014/main" id="{19D231A6-2314-6743-DCAE-8B228362CA30}"/>
              </a:ext>
            </a:extLst>
          </p:cNvPr>
          <p:cNvCxnSpPr/>
          <p:nvPr userDrawn="1"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26">
            <a:extLst>
              <a:ext uri="{FF2B5EF4-FFF2-40B4-BE49-F238E27FC236}">
                <a16:creationId xmlns:a16="http://schemas.microsoft.com/office/drawing/2014/main" id="{3AAB3263-5EA9-579C-2A70-262BBC5A7B34}"/>
              </a:ext>
            </a:extLst>
          </p:cNvPr>
          <p:cNvCxnSpPr/>
          <p:nvPr userDrawn="1"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28">
            <a:extLst>
              <a:ext uri="{FF2B5EF4-FFF2-40B4-BE49-F238E27FC236}">
                <a16:creationId xmlns:a16="http://schemas.microsoft.com/office/drawing/2014/main" id="{EAB77F55-2E10-7892-056B-E0F305FF49B5}"/>
              </a:ext>
            </a:extLst>
          </p:cNvPr>
          <p:cNvCxnSpPr/>
          <p:nvPr userDrawn="1"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29">
            <a:extLst>
              <a:ext uri="{FF2B5EF4-FFF2-40B4-BE49-F238E27FC236}">
                <a16:creationId xmlns:a16="http://schemas.microsoft.com/office/drawing/2014/main" id="{6DAF9430-E864-CDAD-0DC9-AAE17E75EEF7}"/>
              </a:ext>
            </a:extLst>
          </p:cNvPr>
          <p:cNvCxnSpPr/>
          <p:nvPr userDrawn="1"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35">
            <a:extLst>
              <a:ext uri="{FF2B5EF4-FFF2-40B4-BE49-F238E27FC236}">
                <a16:creationId xmlns:a16="http://schemas.microsoft.com/office/drawing/2014/main" id="{976FCB41-59CB-A93C-BDB7-5BDE4F04F5B3}"/>
              </a:ext>
            </a:extLst>
          </p:cNvPr>
          <p:cNvCxnSpPr/>
          <p:nvPr userDrawn="1"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36">
            <a:extLst>
              <a:ext uri="{FF2B5EF4-FFF2-40B4-BE49-F238E27FC236}">
                <a16:creationId xmlns:a16="http://schemas.microsoft.com/office/drawing/2014/main" id="{3FB19D06-F322-E9C1-0343-8FDFE6124376}"/>
              </a:ext>
            </a:extLst>
          </p:cNvPr>
          <p:cNvCxnSpPr/>
          <p:nvPr userDrawn="1"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37">
            <a:extLst>
              <a:ext uri="{FF2B5EF4-FFF2-40B4-BE49-F238E27FC236}">
                <a16:creationId xmlns:a16="http://schemas.microsoft.com/office/drawing/2014/main" id="{2BB1C7FE-6995-1E6A-0CEB-0329BEF6FB6A}"/>
              </a:ext>
            </a:extLst>
          </p:cNvPr>
          <p:cNvCxnSpPr/>
          <p:nvPr userDrawn="1"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38">
            <a:extLst>
              <a:ext uri="{FF2B5EF4-FFF2-40B4-BE49-F238E27FC236}">
                <a16:creationId xmlns:a16="http://schemas.microsoft.com/office/drawing/2014/main" id="{3E572205-FF66-8A0C-4622-C2C0B703C844}"/>
              </a:ext>
            </a:extLst>
          </p:cNvPr>
          <p:cNvCxnSpPr/>
          <p:nvPr userDrawn="1"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39">
            <a:extLst>
              <a:ext uri="{FF2B5EF4-FFF2-40B4-BE49-F238E27FC236}">
                <a16:creationId xmlns:a16="http://schemas.microsoft.com/office/drawing/2014/main" id="{AC921497-88A3-355B-8E4C-FCEC49046D21}"/>
              </a:ext>
            </a:extLst>
          </p:cNvPr>
          <p:cNvCxnSpPr/>
          <p:nvPr userDrawn="1"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0">
            <a:extLst>
              <a:ext uri="{FF2B5EF4-FFF2-40B4-BE49-F238E27FC236}">
                <a16:creationId xmlns:a16="http://schemas.microsoft.com/office/drawing/2014/main" id="{5E30F394-E4F1-7965-A63E-8D69114D4837}"/>
              </a:ext>
            </a:extLst>
          </p:cNvPr>
          <p:cNvCxnSpPr/>
          <p:nvPr userDrawn="1"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41">
            <a:extLst>
              <a:ext uri="{FF2B5EF4-FFF2-40B4-BE49-F238E27FC236}">
                <a16:creationId xmlns:a16="http://schemas.microsoft.com/office/drawing/2014/main" id="{9EB63C7A-3956-FF43-DBC8-AC876FC1EE79}"/>
              </a:ext>
            </a:extLst>
          </p:cNvPr>
          <p:cNvCxnSpPr/>
          <p:nvPr userDrawn="1"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2">
            <a:extLst>
              <a:ext uri="{FF2B5EF4-FFF2-40B4-BE49-F238E27FC236}">
                <a16:creationId xmlns:a16="http://schemas.microsoft.com/office/drawing/2014/main" id="{715260CC-9329-D505-B50B-BB52D1763C80}"/>
              </a:ext>
            </a:extLst>
          </p:cNvPr>
          <p:cNvCxnSpPr/>
          <p:nvPr userDrawn="1"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43">
            <a:extLst>
              <a:ext uri="{FF2B5EF4-FFF2-40B4-BE49-F238E27FC236}">
                <a16:creationId xmlns:a16="http://schemas.microsoft.com/office/drawing/2014/main" id="{C3523AB2-5A9A-2381-7691-48BFDAA7785E}"/>
              </a:ext>
            </a:extLst>
          </p:cNvPr>
          <p:cNvCxnSpPr/>
          <p:nvPr userDrawn="1"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4">
            <a:extLst>
              <a:ext uri="{FF2B5EF4-FFF2-40B4-BE49-F238E27FC236}">
                <a16:creationId xmlns:a16="http://schemas.microsoft.com/office/drawing/2014/main" id="{D5241D39-FCC7-AAA8-47C7-98AC86D647BD}"/>
              </a:ext>
            </a:extLst>
          </p:cNvPr>
          <p:cNvCxnSpPr/>
          <p:nvPr userDrawn="1"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9">
            <a:extLst>
              <a:ext uri="{FF2B5EF4-FFF2-40B4-BE49-F238E27FC236}">
                <a16:creationId xmlns:a16="http://schemas.microsoft.com/office/drawing/2014/main" id="{32968F97-9B07-D1F1-A0B8-E8717B4B8CA3}"/>
              </a:ext>
            </a:extLst>
          </p:cNvPr>
          <p:cNvCxnSpPr/>
          <p:nvPr userDrawn="1"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46">
            <a:extLst>
              <a:ext uri="{FF2B5EF4-FFF2-40B4-BE49-F238E27FC236}">
                <a16:creationId xmlns:a16="http://schemas.microsoft.com/office/drawing/2014/main" id="{AC7F0241-1B60-B23F-3A25-A498892583AB}"/>
              </a:ext>
            </a:extLst>
          </p:cNvPr>
          <p:cNvCxnSpPr/>
          <p:nvPr userDrawn="1"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47">
            <a:extLst>
              <a:ext uri="{FF2B5EF4-FFF2-40B4-BE49-F238E27FC236}">
                <a16:creationId xmlns:a16="http://schemas.microsoft.com/office/drawing/2014/main" id="{ECDCBA83-AB55-A23F-6205-23BFAAA6FAD2}"/>
              </a:ext>
            </a:extLst>
          </p:cNvPr>
          <p:cNvCxnSpPr/>
          <p:nvPr userDrawn="1"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32">
            <a:extLst>
              <a:ext uri="{FF2B5EF4-FFF2-40B4-BE49-F238E27FC236}">
                <a16:creationId xmlns:a16="http://schemas.microsoft.com/office/drawing/2014/main" id="{A515F58C-26A7-EB92-E595-58FD7CF66BA6}"/>
              </a:ext>
            </a:extLst>
          </p:cNvPr>
          <p:cNvCxnSpPr/>
          <p:nvPr userDrawn="1"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33">
            <a:extLst>
              <a:ext uri="{FF2B5EF4-FFF2-40B4-BE49-F238E27FC236}">
                <a16:creationId xmlns:a16="http://schemas.microsoft.com/office/drawing/2014/main" id="{1C9D756F-A538-E9D4-CC9A-5945279ECF21}"/>
              </a:ext>
            </a:extLst>
          </p:cNvPr>
          <p:cNvCxnSpPr/>
          <p:nvPr userDrawn="1"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34">
            <a:extLst>
              <a:ext uri="{FF2B5EF4-FFF2-40B4-BE49-F238E27FC236}">
                <a16:creationId xmlns:a16="http://schemas.microsoft.com/office/drawing/2014/main" id="{9D370273-601A-66C9-15D5-54B5C7B8C67C}"/>
              </a:ext>
            </a:extLst>
          </p:cNvPr>
          <p:cNvCxnSpPr/>
          <p:nvPr userDrawn="1"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">
            <a:extLst>
              <a:ext uri="{FF2B5EF4-FFF2-40B4-BE49-F238E27FC236}">
                <a16:creationId xmlns:a16="http://schemas.microsoft.com/office/drawing/2014/main" id="{2E17C18E-3E08-C596-A53A-7EE153D2D439}"/>
              </a:ext>
            </a:extLst>
          </p:cNvPr>
          <p:cNvCxnSpPr/>
          <p:nvPr userDrawn="1"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48">
            <a:extLst>
              <a:ext uri="{FF2B5EF4-FFF2-40B4-BE49-F238E27FC236}">
                <a16:creationId xmlns:a16="http://schemas.microsoft.com/office/drawing/2014/main" id="{FFF824E2-53C3-5B00-3CA4-5D04B9CAE4AD}"/>
              </a:ext>
            </a:extLst>
          </p:cNvPr>
          <p:cNvCxnSpPr/>
          <p:nvPr userDrawn="1"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9">
            <a:extLst>
              <a:ext uri="{FF2B5EF4-FFF2-40B4-BE49-F238E27FC236}">
                <a16:creationId xmlns:a16="http://schemas.microsoft.com/office/drawing/2014/main" id="{1E1A7769-8D17-F295-8A57-110E63757D30}"/>
              </a:ext>
            </a:extLst>
          </p:cNvPr>
          <p:cNvCxnSpPr/>
          <p:nvPr userDrawn="1"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50">
            <a:extLst>
              <a:ext uri="{FF2B5EF4-FFF2-40B4-BE49-F238E27FC236}">
                <a16:creationId xmlns:a16="http://schemas.microsoft.com/office/drawing/2014/main" id="{8B0803D1-FF58-5903-1E0E-282B389F8214}"/>
              </a:ext>
            </a:extLst>
          </p:cNvPr>
          <p:cNvCxnSpPr/>
          <p:nvPr userDrawn="1"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51">
            <a:extLst>
              <a:ext uri="{FF2B5EF4-FFF2-40B4-BE49-F238E27FC236}">
                <a16:creationId xmlns:a16="http://schemas.microsoft.com/office/drawing/2014/main" id="{457612E9-6A06-2284-2E35-01420E9D1FA2}"/>
              </a:ext>
            </a:extLst>
          </p:cNvPr>
          <p:cNvCxnSpPr/>
          <p:nvPr userDrawn="1"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52">
            <a:extLst>
              <a:ext uri="{FF2B5EF4-FFF2-40B4-BE49-F238E27FC236}">
                <a16:creationId xmlns:a16="http://schemas.microsoft.com/office/drawing/2014/main" id="{92EDCF37-557F-F7B3-3A79-9294CD9CD8CA}"/>
              </a:ext>
            </a:extLst>
          </p:cNvPr>
          <p:cNvCxnSpPr/>
          <p:nvPr userDrawn="1"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53">
            <a:extLst>
              <a:ext uri="{FF2B5EF4-FFF2-40B4-BE49-F238E27FC236}">
                <a16:creationId xmlns:a16="http://schemas.microsoft.com/office/drawing/2014/main" id="{A2F77116-B730-8FFA-31AF-9CEE2CAE3B93}"/>
              </a:ext>
            </a:extLst>
          </p:cNvPr>
          <p:cNvCxnSpPr/>
          <p:nvPr userDrawn="1"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54">
            <a:extLst>
              <a:ext uri="{FF2B5EF4-FFF2-40B4-BE49-F238E27FC236}">
                <a16:creationId xmlns:a16="http://schemas.microsoft.com/office/drawing/2014/main" id="{98028A3D-FB19-68AC-4A30-FD7AA781041E}"/>
              </a:ext>
            </a:extLst>
          </p:cNvPr>
          <p:cNvCxnSpPr/>
          <p:nvPr userDrawn="1"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55">
            <a:extLst>
              <a:ext uri="{FF2B5EF4-FFF2-40B4-BE49-F238E27FC236}">
                <a16:creationId xmlns:a16="http://schemas.microsoft.com/office/drawing/2014/main" id="{7F0AB38E-D361-ADFE-178F-F0571A1C64CF}"/>
              </a:ext>
            </a:extLst>
          </p:cNvPr>
          <p:cNvCxnSpPr/>
          <p:nvPr userDrawn="1"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56">
            <a:extLst>
              <a:ext uri="{FF2B5EF4-FFF2-40B4-BE49-F238E27FC236}">
                <a16:creationId xmlns:a16="http://schemas.microsoft.com/office/drawing/2014/main" id="{8ED96107-86D8-3FF8-7604-B44E5AEE107A}"/>
              </a:ext>
            </a:extLst>
          </p:cNvPr>
          <p:cNvCxnSpPr/>
          <p:nvPr userDrawn="1"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57">
            <a:extLst>
              <a:ext uri="{FF2B5EF4-FFF2-40B4-BE49-F238E27FC236}">
                <a16:creationId xmlns:a16="http://schemas.microsoft.com/office/drawing/2014/main" id="{6BD228CC-8643-AAAF-6934-C03BEE2102AA}"/>
              </a:ext>
            </a:extLst>
          </p:cNvPr>
          <p:cNvCxnSpPr/>
          <p:nvPr userDrawn="1"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58">
            <a:extLst>
              <a:ext uri="{FF2B5EF4-FFF2-40B4-BE49-F238E27FC236}">
                <a16:creationId xmlns:a16="http://schemas.microsoft.com/office/drawing/2014/main" id="{9F96A705-7F66-FBC4-4B60-F2BA12E308DA}"/>
              </a:ext>
            </a:extLst>
          </p:cNvPr>
          <p:cNvCxnSpPr/>
          <p:nvPr userDrawn="1"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59">
            <a:extLst>
              <a:ext uri="{FF2B5EF4-FFF2-40B4-BE49-F238E27FC236}">
                <a16:creationId xmlns:a16="http://schemas.microsoft.com/office/drawing/2014/main" id="{B8D5531A-4602-B948-25A4-8733A9A19D52}"/>
              </a:ext>
            </a:extLst>
          </p:cNvPr>
          <p:cNvCxnSpPr/>
          <p:nvPr userDrawn="1"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60">
            <a:extLst>
              <a:ext uri="{FF2B5EF4-FFF2-40B4-BE49-F238E27FC236}">
                <a16:creationId xmlns:a16="http://schemas.microsoft.com/office/drawing/2014/main" id="{D90D9BDD-A4F3-C0FC-1111-7FB6658E5DF3}"/>
              </a:ext>
            </a:extLst>
          </p:cNvPr>
          <p:cNvCxnSpPr/>
          <p:nvPr userDrawn="1"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61">
            <a:extLst>
              <a:ext uri="{FF2B5EF4-FFF2-40B4-BE49-F238E27FC236}">
                <a16:creationId xmlns:a16="http://schemas.microsoft.com/office/drawing/2014/main" id="{CACA7169-32EC-BA50-ACB8-76143E3EBE6B}"/>
              </a:ext>
            </a:extLst>
          </p:cNvPr>
          <p:cNvCxnSpPr/>
          <p:nvPr userDrawn="1"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62">
            <a:extLst>
              <a:ext uri="{FF2B5EF4-FFF2-40B4-BE49-F238E27FC236}">
                <a16:creationId xmlns:a16="http://schemas.microsoft.com/office/drawing/2014/main" id="{BCA51FDF-5595-58D6-553C-41891CEF7C41}"/>
              </a:ext>
            </a:extLst>
          </p:cNvPr>
          <p:cNvCxnSpPr/>
          <p:nvPr userDrawn="1"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mpower - DO NOT DELETE!!!">
            <a:extLst>
              <a:ext uri="{FF2B5EF4-FFF2-40B4-BE49-F238E27FC236}">
                <a16:creationId xmlns:a16="http://schemas.microsoft.com/office/drawing/2014/main" id="{F7CFE3E2-DFEB-A7B2-C986-3995ABB91B22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sp>
        <p:nvSpPr>
          <p:cNvPr id="48" name="en (USA)">
            <a:extLst>
              <a:ext uri="{FF2B5EF4-FFF2-40B4-BE49-F238E27FC236}">
                <a16:creationId xmlns:a16="http://schemas.microsoft.com/office/drawing/2014/main" id="{C6210D07-7702-228D-D6D4-6A02250A8066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endParaRPr lang="en-US" altLang="zh-SG">
              <a:solidFill>
                <a:srgbClr val="878787"/>
              </a:solidFill>
            </a:endParaRPr>
          </a:p>
        </p:txBody>
      </p:sp>
      <p:sp>
        <p:nvSpPr>
          <p:cNvPr id="90" name="de" hidden="1">
            <a:extLst>
              <a:ext uri="{FF2B5EF4-FFF2-40B4-BE49-F238E27FC236}">
                <a16:creationId xmlns:a16="http://schemas.microsoft.com/office/drawing/2014/main" id="{F93F5F92-0B1E-0923-D808-9FC469D12DCE}"/>
              </a:ext>
            </a:extLst>
          </p:cNvPr>
          <p:cNvSpPr txBox="1"/>
          <p:nvPr userDrawn="1">
            <p:custDataLst>
              <p:tags r:id="rId28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Sondermaschinenbau AG &amp; Co. KG, 2024 – Alle Rechte vorbehalten. |</a:t>
            </a:r>
          </a:p>
        </p:txBody>
      </p:sp>
      <p:sp>
        <p:nvSpPr>
          <p:cNvPr id="47" name="po" hidden="1">
            <a:extLst>
              <a:ext uri="{FF2B5EF4-FFF2-40B4-BE49-F238E27FC236}">
                <a16:creationId xmlns:a16="http://schemas.microsoft.com/office/drawing/2014/main" id="{11593875-C117-C1D0-80E2-1CFCB7239B12}"/>
              </a:ext>
            </a:extLst>
          </p:cNvPr>
          <p:cNvSpPr txBox="1"/>
          <p:nvPr userDrawn="1">
            <p:custDataLst>
              <p:tags r:id="rId29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2024 – Todos os direitos reservados. |</a:t>
            </a:r>
          </a:p>
        </p:txBody>
      </p:sp>
      <p:sp>
        <p:nvSpPr>
          <p:cNvPr id="91" name="cn" hidden="1">
            <a:extLst>
              <a:ext uri="{FF2B5EF4-FFF2-40B4-BE49-F238E27FC236}">
                <a16:creationId xmlns:a16="http://schemas.microsoft.com/office/drawing/2014/main" id="{BB4EC6DB-3381-40A2-F1AB-8E4725A44F5C}"/>
              </a:ext>
            </a:extLst>
          </p:cNvPr>
          <p:cNvSpPr txBox="1"/>
          <p:nvPr userDrawn="1">
            <p:custDataLst>
              <p:tags r:id="rId30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zh-SG" altLang="en-US">
                <a:solidFill>
                  <a:srgbClr val="878787"/>
                </a:solidFill>
              </a:rPr>
              <a:t>版权所有</a:t>
            </a:r>
            <a:r>
              <a:rPr lang="en-US" altLang="zh-SG">
                <a:solidFill>
                  <a:srgbClr val="878787"/>
                </a:solidFill>
              </a:rPr>
              <a:t>Schaeffler Technologies AG &amp; Co. KG</a:t>
            </a:r>
            <a:r>
              <a:rPr lang="zh-SG" altLang="en-US">
                <a:solidFill>
                  <a:srgbClr val="878787"/>
                </a:solidFill>
              </a:rPr>
              <a:t>保留所有权利</a:t>
            </a:r>
            <a:r>
              <a:rPr lang="en-US" altLang="zh-SG">
                <a:solidFill>
                  <a:srgbClr val="878787"/>
                </a:solidFill>
              </a:rPr>
              <a:t>, </a:t>
            </a:r>
            <a:r>
              <a:rPr lang="zh-SG" altLang="en-US">
                <a:solidFill>
                  <a:srgbClr val="878787"/>
                </a:solidFill>
              </a:rPr>
              <a:t>客户特殊要求</a:t>
            </a:r>
            <a:r>
              <a:rPr lang="en-US" altLang="zh-SG">
                <a:solidFill>
                  <a:srgbClr val="878787"/>
                </a:solidFill>
              </a:rPr>
              <a:t>, </a:t>
            </a:r>
            <a:r>
              <a:rPr lang="zh-SG" altLang="en-US">
                <a:solidFill>
                  <a:srgbClr val="878787"/>
                </a:solidFill>
              </a:rPr>
              <a:t>使用内部放行标准</a:t>
            </a:r>
            <a:r>
              <a:rPr lang="en-US" altLang="zh-SG">
                <a:solidFill>
                  <a:srgbClr val="878787"/>
                </a:solidFill>
              </a:rPr>
              <a:t>. |</a:t>
            </a:r>
          </a:p>
        </p:txBody>
      </p:sp>
      <p:sp>
        <p:nvSpPr>
          <p:cNvPr id="92" name="en (UK)" hidden="1">
            <a:extLst>
              <a:ext uri="{FF2B5EF4-FFF2-40B4-BE49-F238E27FC236}">
                <a16:creationId xmlns:a16="http://schemas.microsoft.com/office/drawing/2014/main" id="{3EF96ECE-3444-736E-8752-EF205337AF16}"/>
              </a:ext>
            </a:extLst>
          </p:cNvPr>
          <p:cNvSpPr txBox="1"/>
          <p:nvPr userDrawn="1">
            <p:custDataLst>
              <p:tags r:id="rId31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3" name="en (CN, VR)" hidden="1">
            <a:extLst>
              <a:ext uri="{FF2B5EF4-FFF2-40B4-BE49-F238E27FC236}">
                <a16:creationId xmlns:a16="http://schemas.microsoft.com/office/drawing/2014/main" id="{7C96ECF6-8007-D3A1-0CD3-D3A2DE4EC741}"/>
              </a:ext>
            </a:extLst>
          </p:cNvPr>
          <p:cNvSpPr txBox="1"/>
          <p:nvPr userDrawn="1">
            <p:custDataLst>
              <p:tags r:id="rId32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2024 – All rights reserved. |</a:t>
            </a:r>
          </a:p>
        </p:txBody>
      </p:sp>
      <p:sp>
        <p:nvSpPr>
          <p:cNvPr id="94" name="en (FR)" hidden="1">
            <a:extLst>
              <a:ext uri="{FF2B5EF4-FFF2-40B4-BE49-F238E27FC236}">
                <a16:creationId xmlns:a16="http://schemas.microsoft.com/office/drawing/2014/main" id="{6D8ED63D-2140-F1D8-00A5-4707802295E6}"/>
              </a:ext>
            </a:extLst>
          </p:cNvPr>
          <p:cNvSpPr txBox="1"/>
          <p:nvPr userDrawn="1">
            <p:custDataLst>
              <p:tags r:id="rId33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5" name="en (RU)" hidden="1">
            <a:extLst>
              <a:ext uri="{FF2B5EF4-FFF2-40B4-BE49-F238E27FC236}">
                <a16:creationId xmlns:a16="http://schemas.microsoft.com/office/drawing/2014/main" id="{688AD97E-86EE-9957-155B-E9E878E3DD3B}"/>
              </a:ext>
            </a:extLst>
          </p:cNvPr>
          <p:cNvSpPr txBox="1"/>
          <p:nvPr userDrawn="1">
            <p:custDataLst>
              <p:tags r:id="rId34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6" name="en (JPN)" hidden="1">
            <a:extLst>
              <a:ext uri="{FF2B5EF4-FFF2-40B4-BE49-F238E27FC236}">
                <a16:creationId xmlns:a16="http://schemas.microsoft.com/office/drawing/2014/main" id="{862E64FB-F6EC-141A-A145-513C5AE71A28}"/>
              </a:ext>
            </a:extLst>
          </p:cNvPr>
          <p:cNvSpPr txBox="1"/>
          <p:nvPr userDrawn="1">
            <p:custDataLst>
              <p:tags r:id="rId35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7" name="en (ESP)" hidden="1">
            <a:extLst>
              <a:ext uri="{FF2B5EF4-FFF2-40B4-BE49-F238E27FC236}">
                <a16:creationId xmlns:a16="http://schemas.microsoft.com/office/drawing/2014/main" id="{4FBE9ACF-0374-8A06-15F6-19F04A6EEFEB}"/>
              </a:ext>
            </a:extLst>
          </p:cNvPr>
          <p:cNvSpPr txBox="1"/>
          <p:nvPr userDrawn="1">
            <p:custDataLst>
              <p:tags r:id="rId36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88" name="empower - DO NOT DELETE!!!" hidden="1">
            <a:extLst>
              <a:ext uri="{FF2B5EF4-FFF2-40B4-BE49-F238E27FC236}">
                <a16:creationId xmlns:a16="http://schemas.microsoft.com/office/drawing/2014/main" id="{FB957308-AD3E-D492-B1A1-958C859A1C6B}"/>
              </a:ext>
            </a:extLst>
          </p:cNvPr>
          <p:cNvSpPr/>
          <p:nvPr userDrawn="1">
            <p:custDataLst>
              <p:tags r:id="rId37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15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28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456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02">
          <p15:clr>
            <a:srgbClr val="F26B43"/>
          </p15:clr>
        </p15:guide>
        <p15:guide id="6" pos="7378">
          <p15:clr>
            <a:srgbClr val="F26B43"/>
          </p15:clr>
        </p15:guide>
        <p15:guide id="7" orient="horz" pos="843">
          <p15:clr>
            <a:srgbClr val="F26B43"/>
          </p15:clr>
        </p15:guide>
        <p15:guide id="8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11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10.png"/><Relationship Id="rId5" Type="http://schemas.openxmlformats.org/officeDocument/2006/relationships/diagramData" Target="../diagrams/data1.xml"/><Relationship Id="rId10" Type="http://schemas.openxmlformats.org/officeDocument/2006/relationships/customXml" Target="../ink/ink1.xml"/><Relationship Id="rId4" Type="http://schemas.openxmlformats.org/officeDocument/2006/relationships/notesSlide" Target="../notesSlides/notesSlide4.xml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tags" Target="../tags/tag34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9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7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11.xml"/><Relationship Id="rId7" Type="http://schemas.openxmlformats.org/officeDocument/2006/relationships/diagramQuickStyle" Target="../diagrams/quickStyle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notesSlide" Target="../notesSlides/notesSlide8.xml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9.sv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3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2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8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3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29.jp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7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9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0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tags" Target="../tags/tag55.xml"/><Relationship Id="rId7" Type="http://schemas.openxmlformats.org/officeDocument/2006/relationships/oleObject" Target="../embeddings/oleObject1.bin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37.jpe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8D1E2F-6529-35FF-B0DF-5896DD59D8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E-BOX AETS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432506-4F8E-1FA9-4197-941AB23E68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Vojtěch Míček</a:t>
            </a:r>
          </a:p>
          <a:p>
            <a:r>
              <a:rPr lang="en-US" dirty="0"/>
              <a:t>16.4.2026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E33B87B-67D1-105B-0F71-892131A94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rgbClr val="619685"/>
          </a:solidFill>
        </p:spPr>
        <p:txBody>
          <a:bodyPr/>
          <a:lstStyle/>
          <a:p>
            <a:endParaRPr lang="en-CA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37FF49E-EE30-F9F2-64AA-EAE8331E60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FC36CB0-59B5-03C8-EAF9-13D37B989EAE}"/>
              </a:ext>
            </a:extLst>
          </p:cNvPr>
          <p:cNvSpPr txBox="1"/>
          <p:nvPr/>
        </p:nvSpPr>
        <p:spPr>
          <a:xfrm>
            <a:off x="479375" y="1340580"/>
            <a:ext cx="11233152" cy="2232000"/>
          </a:xfrm>
          <a:prstGeom prst="rect">
            <a:avLst/>
          </a:prstGeom>
          <a:solidFill>
            <a:srgbClr val="619685"/>
          </a:solidFill>
        </p:spPr>
        <p:txBody>
          <a:bodyPr wrap="square" lIns="0" tIns="0" rIns="288000" bIns="3600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6500" cap="all" spc="-50" dirty="0">
                <a:solidFill>
                  <a:srgbClr val="005E46"/>
                </a:solidFill>
                <a:latin typeface="Noto Sans Black" panose="020B0A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Diploma thesis: E-BOX AETS</a:t>
            </a:r>
            <a:endParaRPr kumimoji="0" lang="en-US" sz="6500" b="0" i="0" u="none" strike="noStrike" kern="1200" cap="all" spc="-50" normalizeH="0" baseline="0" noProof="0" dirty="0">
              <a:ln>
                <a:noFill/>
              </a:ln>
              <a:solidFill>
                <a:srgbClr val="C9DAD4"/>
              </a:solidFill>
              <a:effectLst/>
              <a:uLnTx/>
              <a:uFillTx/>
              <a:latin typeface="Noto Sans Black" panose="020B0A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72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A4F0E29-DA12-D65F-E830-6F04D24B8D1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Basic description of the system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2FED09-D15B-1061-0CA9-2091B2BA69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DA074C-3FBE-AA7D-A6E2-7D03F3AE8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687" y="533732"/>
            <a:ext cx="7829588" cy="6050136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36150D9D-52C1-46D4-BD46-79AF379FDBAE}"/>
              </a:ext>
            </a:extLst>
          </p:cNvPr>
          <p:cNvSpPr/>
          <p:nvPr/>
        </p:nvSpPr>
        <p:spPr>
          <a:xfrm>
            <a:off x="551976" y="2848287"/>
            <a:ext cx="5544024" cy="2263853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300000"/>
              </a:lnSpc>
              <a:spcBef>
                <a:spcPts val="1200"/>
              </a:spcBef>
            </a:pPr>
            <a:r>
              <a:rPr lang="en-US" sz="1200" dirty="0">
                <a:solidFill>
                  <a:schemeClr val="dk1"/>
                </a:solidFill>
                <a:latin typeface="Noto Sans" panose="020B0502040504020204" pitchFamily="34" charset="0"/>
              </a:rPr>
              <a:t>Laboratory equipment for electrical testing of automotive components</a:t>
            </a:r>
          </a:p>
          <a:p>
            <a:pPr marL="171450" indent="-171450">
              <a:lnSpc>
                <a:spcPct val="300000"/>
              </a:lnSpc>
              <a:spcBef>
                <a:spcPts val="1200"/>
              </a:spcBef>
            </a:pPr>
            <a:r>
              <a:rPr lang="en-US" sz="1200" dirty="0">
                <a:solidFill>
                  <a:schemeClr val="dk1"/>
                </a:solidFill>
                <a:latin typeface="Noto Sans" panose="020B0502040504020204" pitchFamily="34" charset="0"/>
              </a:rPr>
              <a:t>Combines relay and MOSFET branches, local UI and PC control</a:t>
            </a:r>
          </a:p>
          <a:p>
            <a:pPr marL="171450" indent="-171450">
              <a:lnSpc>
                <a:spcPct val="300000"/>
              </a:lnSpc>
              <a:spcBef>
                <a:spcPts val="1200"/>
              </a:spcBef>
            </a:pPr>
            <a:r>
              <a:rPr lang="en-US" sz="1200" dirty="0">
                <a:solidFill>
                  <a:schemeClr val="dk1"/>
                </a:solidFill>
                <a:latin typeface="Noto Sans" panose="020B0502040504020204" pitchFamily="34" charset="0"/>
              </a:rPr>
              <a:t>Designed for faster, repeatable, safer and easier testing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F5749EB-7C35-8BB1-64B2-83E28DCE19EE}"/>
              </a:ext>
            </a:extLst>
          </p:cNvPr>
          <p:cNvSpPr/>
          <p:nvPr/>
        </p:nvSpPr>
        <p:spPr>
          <a:xfrm>
            <a:off x="551976" y="2095810"/>
            <a:ext cx="5544024" cy="752477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AETS</a:t>
            </a:r>
            <a:br>
              <a:rPr lang="en-US" sz="1200" b="1" dirty="0">
                <a:solidFill>
                  <a:schemeClr val="bg1"/>
                </a:solidFill>
                <a:latin typeface="+mj-lt"/>
              </a:rPr>
            </a:br>
            <a:r>
              <a:rPr lang="en-US" sz="1200" b="1" dirty="0">
                <a:solidFill>
                  <a:schemeClr val="bg1"/>
                </a:solidFill>
                <a:latin typeface="+mj-lt"/>
              </a:rPr>
              <a:t>Automated Electrical Testing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735011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550E-7DAB-7009-2F3F-BFFDC16D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B0E21FD0-838F-46EF-D7A7-0F17263D2EC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Why was the device developed?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991D67-82E5-F861-640C-3CDCCC8501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A91A2D1-090E-6A8D-1C4C-E678D118525B}"/>
              </a:ext>
            </a:extLst>
          </p:cNvPr>
          <p:cNvSpPr/>
          <p:nvPr/>
        </p:nvSpPr>
        <p:spPr>
          <a:xfrm>
            <a:off x="479375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Acceleration of repetitive electrical tests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Universal platform across EE Teams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Reproducibility of test sequences.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67A276B-706E-23A0-5678-27A5AEA9437D}"/>
              </a:ext>
            </a:extLst>
          </p:cNvPr>
          <p:cNvSpPr/>
          <p:nvPr/>
        </p:nvSpPr>
        <p:spPr>
          <a:xfrm>
            <a:off x="479375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Need in practice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4F817C-5450-A8BD-350A-8E75EBE09DA8}"/>
              </a:ext>
            </a:extLst>
          </p:cNvPr>
          <p:cNvSpPr/>
          <p:nvPr/>
        </p:nvSpPr>
        <p:spPr>
          <a:xfrm>
            <a:off x="4271392" y="2506168"/>
            <a:ext cx="3648016" cy="2695558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Switching of tested branches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Basic internal supervision of test progress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Communication with host PC with option to remotely control the device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3984504-C12A-08B8-172E-96B5E4AEEAB4}"/>
              </a:ext>
            </a:extLst>
          </p:cNvPr>
          <p:cNvSpPr/>
          <p:nvPr/>
        </p:nvSpPr>
        <p:spPr>
          <a:xfrm>
            <a:off x="4271392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What it does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6EEE779-2FF6-274F-E64F-674EFE50C976}"/>
              </a:ext>
            </a:extLst>
          </p:cNvPr>
          <p:cNvSpPr/>
          <p:nvPr/>
        </p:nvSpPr>
        <p:spPr>
          <a:xfrm>
            <a:off x="8063408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ON/OFF tests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Switching sequences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Fast switching for INRUSH current testing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Long-term cyclic tests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50581B8-071F-65B1-24EC-8253BDE1E34E}"/>
              </a:ext>
            </a:extLst>
          </p:cNvPr>
          <p:cNvSpPr/>
          <p:nvPr/>
        </p:nvSpPr>
        <p:spPr>
          <a:xfrm>
            <a:off x="8063408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Typical usage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5787358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87878-B847-9ED6-1CD1-7ED02340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32101E8-A5A9-AF94-1BB8-8BA3F55C225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Brief description of how the system works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991A67-F059-B79D-8DF5-3FA73D252C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graphicFrame>
        <p:nvGraphicFramePr>
          <p:cNvPr id="2" name="Process">
            <a:extLst>
              <a:ext uri="{FF2B5EF4-FFF2-40B4-BE49-F238E27FC236}">
                <a16:creationId xmlns:a16="http://schemas.microsoft.com/office/drawing/2014/main" id="{BC3CDA43-0B88-3FA8-276B-B024A805EF12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62044612"/>
              </p:ext>
            </p:extLst>
          </p:nvPr>
        </p:nvGraphicFramePr>
        <p:xfrm>
          <a:off x="479425" y="1094360"/>
          <a:ext cx="11233150" cy="25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" name="Inhaltsplatzhalter 12">
            <a:extLst>
              <a:ext uri="{FF2B5EF4-FFF2-40B4-BE49-F238E27FC236}">
                <a16:creationId xmlns:a16="http://schemas.microsoft.com/office/drawing/2014/main" id="{B490FAD7-ADB6-4FBE-373C-E20E2C019C07}"/>
              </a:ext>
            </a:extLst>
          </p:cNvPr>
          <p:cNvSpPr txBox="1">
            <a:spLocks/>
          </p:cNvSpPr>
          <p:nvPr/>
        </p:nvSpPr>
        <p:spPr>
          <a:xfrm>
            <a:off x="8058962" y="390261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Additional functions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Noto Sans"/>
                <a:ea typeface="Noto Sans" panose="020B0502040504020204" pitchFamily="34"/>
                <a:cs typeface="Noto Sans" panose="020B0502040504020204" pitchFamily="34"/>
              </a:rPr>
              <a:t>Advanced UI, Trigger, Relay cycle counter &amp; </a:t>
            </a:r>
            <a:r>
              <a:rPr lang="en-US" dirty="0">
                <a:solidFill>
                  <a:srgbClr val="646464"/>
                </a:solidFill>
                <a:latin typeface="Noto Sans"/>
                <a:ea typeface="Noto Sans" panose="020B0502040504020204" pitchFamily="34"/>
                <a:cs typeface="Noto Sans" panose="020B0502040504020204" pitchFamily="34"/>
              </a:rPr>
              <a:t>c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Noto Sans"/>
                <a:ea typeface="Noto Sans" panose="020B0502040504020204" pitchFamily="34"/>
                <a:cs typeface="Noto Sans" panose="020B0502040504020204" pitchFamily="34"/>
              </a:rPr>
              <a:t>urrent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Noto Sans"/>
                <a:ea typeface="Noto Sans" panose="020B0502040504020204" pitchFamily="34"/>
                <a:cs typeface="Noto Sans" panose="020B0502040504020204" pitchFamily="34"/>
              </a:rPr>
              <a:t> monitoring, External MOSFET control</a:t>
            </a:r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5F136ADB-1B38-FD23-8A6A-C6C71C7B789B}"/>
              </a:ext>
            </a:extLst>
          </p:cNvPr>
          <p:cNvSpPr txBox="1">
            <a:spLocks/>
          </p:cNvSpPr>
          <p:nvPr/>
        </p:nvSpPr>
        <p:spPr>
          <a:xfrm>
            <a:off x="4269169" y="390261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MOSFETs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Bidirectional structure, short pulses, and monitoring of transient signals.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BC063149-A4C3-C424-D8C1-0606BAD37A02}"/>
              </a:ext>
            </a:extLst>
          </p:cNvPr>
          <p:cNvSpPr txBox="1">
            <a:spLocks/>
          </p:cNvSpPr>
          <p:nvPr/>
        </p:nvSpPr>
        <p:spPr>
          <a:xfrm>
            <a:off x="479376" y="3902618"/>
            <a:ext cx="3644369" cy="2083336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Relays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Low contact resistance (~15m</a:t>
            </a:r>
            <a:r>
              <a:rPr lang="el-GR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Ω</a:t>
            </a: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), suitable for normal ON/OFF sequences and long-term cycles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15339FF-4AD7-F472-9006-485558DC01ED}"/>
                  </a:ext>
                </a:extLst>
              </p14:cNvPr>
              <p14:cNvContentPartPr/>
              <p14:nvPr/>
            </p14:nvContentPartPr>
            <p14:xfrm>
              <a:off x="7522023" y="474432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15339FF-4AD7-F472-9006-485558DC01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15903" y="473820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7777272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2B45-764C-3EFD-179B-2B8403CF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29C37CC-20EF-4BE6-472C-1C269563142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Brief description of how the system works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68C659-C6FA-11AA-0067-5B672318A8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287F0E-1149-35ED-A38B-58117E88A1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94627" y="1029875"/>
            <a:ext cx="7199638" cy="54410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130361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6ED4-C658-5692-259C-D60A0BF6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CD91996-3E48-E6C6-2DCA-9592D48EF0C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Connectors and interfaces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F799D0-3A90-75E7-FDD7-3EACBEF1EA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2" name="Inhaltsplatzhalter 16">
            <a:extLst>
              <a:ext uri="{FF2B5EF4-FFF2-40B4-BE49-F238E27FC236}">
                <a16:creationId xmlns:a16="http://schemas.microsoft.com/office/drawing/2014/main" id="{A1C40D44-4043-3B8F-6B83-A4BE022788EA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rcRect/>
          <a:stretch/>
        </p:blipFill>
        <p:spPr bwMode="gray">
          <a:xfrm>
            <a:off x="953876" y="3826260"/>
            <a:ext cx="4181345" cy="2347422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C6C6C6"/>
                </a:solidFill>
              </a14:hiddenLine>
            </a:ext>
          </a:extLst>
        </p:spPr>
      </p:pic>
      <p:sp>
        <p:nvSpPr>
          <p:cNvPr id="4" name="Rechteck 4">
            <a:extLst>
              <a:ext uri="{FF2B5EF4-FFF2-40B4-BE49-F238E27FC236}">
                <a16:creationId xmlns:a16="http://schemas.microsoft.com/office/drawing/2014/main" id="{A920D084-316A-60B2-1B0D-3A75EC133934}"/>
              </a:ext>
            </a:extLst>
          </p:cNvPr>
          <p:cNvSpPr/>
          <p:nvPr/>
        </p:nvSpPr>
        <p:spPr>
          <a:xfrm>
            <a:off x="953876" y="1340580"/>
            <a:ext cx="5616576" cy="2347422"/>
          </a:xfrm>
          <a:prstGeom prst="rect">
            <a:avLst/>
          </a:prstGeom>
          <a:solidFill>
            <a:srgbClr val="EBEB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6" name="Gruppieren 29">
            <a:extLst>
              <a:ext uri="{FF2B5EF4-FFF2-40B4-BE49-F238E27FC236}">
                <a16:creationId xmlns:a16="http://schemas.microsoft.com/office/drawing/2014/main" id="{14D9C68F-0166-A5F4-57F7-91C332A50710}"/>
              </a:ext>
            </a:extLst>
          </p:cNvPr>
          <p:cNvGrpSpPr/>
          <p:nvPr/>
        </p:nvGrpSpPr>
        <p:grpSpPr>
          <a:xfrm>
            <a:off x="1241252" y="1627199"/>
            <a:ext cx="4702348" cy="1839461"/>
            <a:chOff x="766800" y="1627200"/>
            <a:chExt cx="3859200" cy="1358649"/>
          </a:xfrm>
        </p:grpSpPr>
        <p:sp>
          <p:nvSpPr>
            <p:cNvPr id="7" name="Basic text boxes / 1/4 page / right">
              <a:extLst>
                <a:ext uri="{FF2B5EF4-FFF2-40B4-BE49-F238E27FC236}">
                  <a16:creationId xmlns:a16="http://schemas.microsoft.com/office/drawing/2014/main" id="{FE6159FA-29E0-059A-50FA-99F70E36FCCF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766800" y="1627200"/>
              <a:ext cx="3859200" cy="32449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0" tIns="0" rIns="0" bIns="10800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6E5D"/>
                </a:buClr>
                <a:buSzPct val="100000"/>
                <a:buFont typeface="Calibri" panose="020F0502020204030204" pitchFamily="34" charset="0"/>
                <a:buChar char="•"/>
                <a:def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Noto Sans"/>
                  <a:ea typeface="+mn-ea"/>
                  <a:cs typeface="+mn-cs"/>
                </a:rPr>
                <a:t>Control Connectors</a:t>
              </a:r>
            </a:p>
          </p:txBody>
        </p:sp>
        <p:sp>
          <p:nvSpPr>
            <p:cNvPr id="9" name="Basic text boxes / 1/4 page / right">
              <a:extLst>
                <a:ext uri="{FF2B5EF4-FFF2-40B4-BE49-F238E27FC236}">
                  <a16:creationId xmlns:a16="http://schemas.microsoft.com/office/drawing/2014/main" id="{C3134BC3-D930-E68F-1559-AC14380B50E5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766800" y="1951698"/>
              <a:ext cx="3859200" cy="103415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619685"/>
                </a:buClr>
                <a:buSzPct val="100000"/>
                <a:buFont typeface="Calibri" panose="020F050202020403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lvl="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12 V DC power supply jack</a:t>
              </a:r>
            </a:p>
            <a:p>
              <a:pPr marL="171450" lvl="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2x BNC input for external control of MOSFETs </a:t>
              </a:r>
            </a:p>
            <a:p>
              <a:pPr marL="171450" lvl="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BNC TRIGGER output for synchronization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DSUB-9 CAN OUTPUT for extended communication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USB for connection to a PC and remote control</a:t>
              </a:r>
            </a:p>
          </p:txBody>
        </p:sp>
      </p:grpSp>
      <p:pic>
        <p:nvPicPr>
          <p:cNvPr id="10" name="Inhaltsplatzhalter 16">
            <a:extLst>
              <a:ext uri="{FF2B5EF4-FFF2-40B4-BE49-F238E27FC236}">
                <a16:creationId xmlns:a16="http://schemas.microsoft.com/office/drawing/2014/main" id="{4C50E194-7CF3-C76E-0670-5ACAEA207961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rcRect/>
          <a:stretch/>
        </p:blipFill>
        <p:spPr bwMode="gray">
          <a:xfrm>
            <a:off x="6768457" y="1340580"/>
            <a:ext cx="4181345" cy="2347422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C6C6C6"/>
                </a:solidFill>
              </a14:hiddenLine>
            </a:ext>
          </a:extLst>
        </p:spPr>
      </p:pic>
      <p:sp>
        <p:nvSpPr>
          <p:cNvPr id="11" name="Rechteck 24">
            <a:extLst>
              <a:ext uri="{FF2B5EF4-FFF2-40B4-BE49-F238E27FC236}">
                <a16:creationId xmlns:a16="http://schemas.microsoft.com/office/drawing/2014/main" id="{4988FC84-EF37-4FAA-FB58-68D8EF0ADAE4}"/>
              </a:ext>
            </a:extLst>
          </p:cNvPr>
          <p:cNvSpPr/>
          <p:nvPr/>
        </p:nvSpPr>
        <p:spPr>
          <a:xfrm>
            <a:off x="5335735" y="3817965"/>
            <a:ext cx="5616576" cy="2347422"/>
          </a:xfrm>
          <a:prstGeom prst="rect">
            <a:avLst/>
          </a:prstGeom>
          <a:solidFill>
            <a:srgbClr val="EBEB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6" name="Gruppieren 29">
            <a:extLst>
              <a:ext uri="{FF2B5EF4-FFF2-40B4-BE49-F238E27FC236}">
                <a16:creationId xmlns:a16="http://schemas.microsoft.com/office/drawing/2014/main" id="{4911A689-F8C0-2E01-6B1E-016FAEB86DFE}"/>
              </a:ext>
            </a:extLst>
          </p:cNvPr>
          <p:cNvGrpSpPr/>
          <p:nvPr/>
        </p:nvGrpSpPr>
        <p:grpSpPr>
          <a:xfrm>
            <a:off x="5620604" y="4130836"/>
            <a:ext cx="3859200" cy="828995"/>
            <a:chOff x="766800" y="1627200"/>
            <a:chExt cx="3859200" cy="828995"/>
          </a:xfrm>
        </p:grpSpPr>
        <p:sp>
          <p:nvSpPr>
            <p:cNvPr id="17" name="Basic text boxes / 1/4 page / right">
              <a:extLst>
                <a:ext uri="{FF2B5EF4-FFF2-40B4-BE49-F238E27FC236}">
                  <a16:creationId xmlns:a16="http://schemas.microsoft.com/office/drawing/2014/main" id="{3754AE29-54B1-1732-E9CE-423E82679288}"/>
                </a:ext>
              </a:extLst>
            </p:cNvPr>
            <p:cNvSpPr txBox="1">
              <a:spLocks/>
            </p:cNvSpPr>
            <p:nvPr>
              <p:custDataLst>
                <p:tags r:id="rId2"/>
              </p:custDataLst>
            </p:nvPr>
          </p:nvSpPr>
          <p:spPr>
            <a:xfrm>
              <a:off x="766800" y="1627200"/>
              <a:ext cx="3859200" cy="32449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0" tIns="0" rIns="0" bIns="10800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6E5D"/>
                </a:buClr>
                <a:buSzPct val="100000"/>
                <a:buFont typeface="Calibri" panose="020F0502020204030204" pitchFamily="34" charset="0"/>
                <a:buChar char="•"/>
                <a:def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Noto Sans"/>
                  <a:ea typeface="+mn-ea"/>
                  <a:cs typeface="+mn-cs"/>
                </a:rPr>
                <a:t>Test Connectors</a:t>
              </a:r>
            </a:p>
          </p:txBody>
        </p:sp>
        <p:sp>
          <p:nvSpPr>
            <p:cNvPr id="18" name="Basic text boxes / 1/4 page / right">
              <a:extLst>
                <a:ext uri="{FF2B5EF4-FFF2-40B4-BE49-F238E27FC236}">
                  <a16:creationId xmlns:a16="http://schemas.microsoft.com/office/drawing/2014/main" id="{EE6040CC-47B8-7B2F-7ACB-DAFDFF19C968}"/>
                </a:ext>
              </a:extLst>
            </p:cNvPr>
            <p:cNvSpPr txBox="1">
              <a:spLocks/>
            </p:cNvSpPr>
            <p:nvPr>
              <p:custDataLst>
                <p:tags r:id="rId3"/>
              </p:custDataLst>
            </p:nvPr>
          </p:nvSpPr>
          <p:spPr>
            <a:xfrm>
              <a:off x="766800" y="1951698"/>
              <a:ext cx="3859200" cy="50449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619685"/>
                </a:buClr>
                <a:buSzPct val="100000"/>
                <a:buFont typeface="Calibri" panose="020F050202020403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4330" lvl="1" indent="-171450">
                <a:lnSpc>
                  <a:spcPct val="12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4 Relay Branches</a:t>
              </a:r>
            </a:p>
            <a:p>
              <a:pPr marL="354330" lvl="1" indent="-171450">
                <a:lnSpc>
                  <a:spcPct val="12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2 MOSFET switch pairs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3807370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6DA04-5F6D-1C31-1417-BD5F0EA6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8F16B6A-1051-B172-3A1D-4A60B2D722A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/>
              <a:t>Complete Assembly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46F43F-16F7-A829-EFB7-2D01EE04DB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B7BB9-6695-8B8E-26A1-56E657DBA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827" y="1227937"/>
            <a:ext cx="6365475" cy="4845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723676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FB064-3B91-0982-C7D5-12CD395D9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DAADF62-BF51-2ADF-C192-D6A889C2D96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System configuration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03EB34-D5F4-C580-6196-AC160D225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graphicFrame>
        <p:nvGraphicFramePr>
          <p:cNvPr id="2" name="Process">
            <a:extLst>
              <a:ext uri="{FF2B5EF4-FFF2-40B4-BE49-F238E27FC236}">
                <a16:creationId xmlns:a16="http://schemas.microsoft.com/office/drawing/2014/main" id="{DBF9606C-B5AF-04F5-A12B-DE62FC969973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10142366"/>
              </p:ext>
            </p:extLst>
          </p:nvPr>
        </p:nvGraphicFramePr>
        <p:xfrm>
          <a:off x="479425" y="3906568"/>
          <a:ext cx="11233150" cy="25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" name="Inhaltsplatzhalter 12">
            <a:extLst>
              <a:ext uri="{FF2B5EF4-FFF2-40B4-BE49-F238E27FC236}">
                <a16:creationId xmlns:a16="http://schemas.microsoft.com/office/drawing/2014/main" id="{FA9DB5B5-2312-67BA-38C5-52321E79B48E}"/>
              </a:ext>
            </a:extLst>
          </p:cNvPr>
          <p:cNvSpPr txBox="1">
            <a:spLocks/>
          </p:cNvSpPr>
          <p:nvPr/>
        </p:nvSpPr>
        <p:spPr>
          <a:xfrm>
            <a:off x="8058962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System options</a:t>
            </a:r>
          </a:p>
          <a:p>
            <a:pPr lvl="0">
              <a:lnSpc>
                <a:spcPct val="120000"/>
              </a:lnSpc>
              <a:defRPr/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Trigger, communication and data storage in profiles.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288E61B1-0278-0E21-787D-E6E9B54B9D80}"/>
              </a:ext>
            </a:extLst>
          </p:cNvPr>
          <p:cNvSpPr txBox="1">
            <a:spLocks/>
          </p:cNvSpPr>
          <p:nvPr/>
        </p:nvSpPr>
        <p:spPr>
          <a:xfrm>
            <a:off x="4269169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MOSFETs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Channel enable, turn-on time, turn-off time, internal or external control selection, and number of cycles.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ED20A4C3-3DD9-D517-ED73-FE8D664D34D9}"/>
              </a:ext>
            </a:extLst>
          </p:cNvPr>
          <p:cNvSpPr txBox="1">
            <a:spLocks/>
          </p:cNvSpPr>
          <p:nvPr/>
        </p:nvSpPr>
        <p:spPr>
          <a:xfrm>
            <a:off x="479376" y="1642508"/>
            <a:ext cx="3644369" cy="2083336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Relays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Channel enable, turn-on time, turn-off time, number of cycles, and internal current control limits.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9092094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8CE7-05DE-7FEC-6F05-91E155B6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FF9F503-AC10-0B48-412A-221AAD8BEE7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System configuration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BF5AD3-2305-171B-FEB7-4D24453C57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1C1BBC-1A9D-861F-E9F1-1B13967E8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975" y="1568929"/>
            <a:ext cx="5237568" cy="37201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248918A-98DE-13C5-065C-D7721E9909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62268" y="966221"/>
            <a:ext cx="5595757" cy="55159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654180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29BFE-C6F0-709F-E558-C85AEB2A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64237C8-405B-CAF3-F72D-E322F7D7F2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Basic navigation and modes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302EBD-34D5-2416-99EF-E7598BABE0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9" name="Inhaltsplatzhalter 12">
            <a:extLst>
              <a:ext uri="{FF2B5EF4-FFF2-40B4-BE49-F238E27FC236}">
                <a16:creationId xmlns:a16="http://schemas.microsoft.com/office/drawing/2014/main" id="{B8D92905-9F67-9CE3-C766-51FB066A64F2}"/>
              </a:ext>
            </a:extLst>
          </p:cNvPr>
          <p:cNvSpPr txBox="1">
            <a:spLocks/>
          </p:cNvSpPr>
          <p:nvPr/>
        </p:nvSpPr>
        <p:spPr>
          <a:xfrm>
            <a:off x="8058962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TEST</a:t>
            </a:r>
          </a:p>
          <a:p>
            <a:pPr lvl="0">
              <a:lnSpc>
                <a:spcPct val="120000"/>
              </a:lnSpc>
              <a:defRPr/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Run sequence with supervision. In case of failure, the system will switch to a safe state and report the error.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D33A77F2-1F94-C6FE-2B5A-9643FC67EB34}"/>
              </a:ext>
            </a:extLst>
          </p:cNvPr>
          <p:cNvSpPr txBox="1">
            <a:spLocks/>
          </p:cNvSpPr>
          <p:nvPr/>
        </p:nvSpPr>
        <p:spPr>
          <a:xfrm>
            <a:off x="4269169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REMOTE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Control from a PC via USB. Suitable for automation and integration into laboratory workflow.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A93C5F17-072E-71FD-BF54-583DFAF647A1}"/>
              </a:ext>
            </a:extLst>
          </p:cNvPr>
          <p:cNvSpPr txBox="1">
            <a:spLocks/>
          </p:cNvSpPr>
          <p:nvPr/>
        </p:nvSpPr>
        <p:spPr>
          <a:xfrm>
            <a:off x="479376" y="1642508"/>
            <a:ext cx="3644369" cy="2083336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MANUAL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Local operation via display and encoder. Suitable for quick function checks, servicing, and simple sequences.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81252FF-764F-583E-11F7-5793794AF72A}"/>
              </a:ext>
            </a:extLst>
          </p:cNvPr>
          <p:cNvSpPr/>
          <p:nvPr/>
        </p:nvSpPr>
        <p:spPr>
          <a:xfrm>
            <a:off x="1207698" y="4063042"/>
            <a:ext cx="9644332" cy="243264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The display shows the basic status of the device, function selection, and test progress.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The encoder is used to navigate the menu, change parameters, and confirm selections.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The system can be controlled remotely using commands and telemetry/status information can be obtained.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Important operating data is stored in EEPROM and is retained in the event of a brownout.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863099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7927-CF00-3BFE-6A2D-9C4F4482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6AF2C79-5FB3-B0A8-507B-DD92F82A648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Basic navigation and modes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4CC506-1900-73E7-BC5B-1A6B21B93C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EE6F936-F2E1-AFB8-A638-9CD640A074A7}"/>
              </a:ext>
            </a:extLst>
          </p:cNvPr>
          <p:cNvSpPr/>
          <p:nvPr/>
        </p:nvSpPr>
        <p:spPr>
          <a:xfrm>
            <a:off x="479375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MANUAL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BC9D45E-C1CE-68FF-5960-3083D4B0FA69}"/>
              </a:ext>
            </a:extLst>
          </p:cNvPr>
          <p:cNvSpPr/>
          <p:nvPr/>
        </p:nvSpPr>
        <p:spPr>
          <a:xfrm>
            <a:off x="4271392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REMOTE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E02A1A2-F94B-5888-ED86-95B0CACD4CCF}"/>
              </a:ext>
            </a:extLst>
          </p:cNvPr>
          <p:cNvSpPr/>
          <p:nvPr/>
        </p:nvSpPr>
        <p:spPr>
          <a:xfrm>
            <a:off x="8063408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TEST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680B11-3B9E-CFC4-803A-3D4379B32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6" y="2537760"/>
            <a:ext cx="3648016" cy="1444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526807-4729-2C93-D3BF-E6B59AE3F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75" y="3954549"/>
            <a:ext cx="3648017" cy="14350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131CD9-D689-DCFE-B0AF-DAB745EA79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881"/>
          <a:stretch>
            <a:fillRect/>
          </a:stretch>
        </p:blipFill>
        <p:spPr>
          <a:xfrm>
            <a:off x="5198489" y="1791275"/>
            <a:ext cx="1793822" cy="49890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BB5E40-057F-ADF0-3768-5412F554F6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3222" y="2537760"/>
            <a:ext cx="3648016" cy="14252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1B1479-ED4B-38CD-57C1-281FE375B8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3222" y="3944508"/>
            <a:ext cx="3648016" cy="14387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17919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BF820-40A0-E9D8-1F96-6D10A38D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A001653-212E-8386-C46E-DF54EC75210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Post-test screens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05C5F7-B867-EEFB-DD52-F9926FA619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21A7C7C-2901-5112-51FC-20EE664A4AD1}"/>
              </a:ext>
            </a:extLst>
          </p:cNvPr>
          <p:cNvSpPr/>
          <p:nvPr/>
        </p:nvSpPr>
        <p:spPr>
          <a:xfrm>
            <a:off x="479375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DONE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E97A66B-313E-1DEE-FE28-B5E9F5A7DB37}"/>
              </a:ext>
            </a:extLst>
          </p:cNvPr>
          <p:cNvSpPr/>
          <p:nvPr/>
        </p:nvSpPr>
        <p:spPr>
          <a:xfrm>
            <a:off x="4271392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STOPPED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4B0C4B-77C5-FE35-B01D-AA287A89A03D}"/>
              </a:ext>
            </a:extLst>
          </p:cNvPr>
          <p:cNvSpPr/>
          <p:nvPr/>
        </p:nvSpPr>
        <p:spPr>
          <a:xfrm>
            <a:off x="8063408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FAULT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08F672-7AF0-2203-9270-B37EC8245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407" y="4375394"/>
            <a:ext cx="3658603" cy="1429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F818FA-EF33-CDE8-83EB-969696D57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1392" y="2514510"/>
            <a:ext cx="3648016" cy="1451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9F81-5DDB-F66A-6AE8-04306D0C3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75" y="2512592"/>
            <a:ext cx="3648016" cy="14355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949707-BE96-D34E-3209-EC6DBE074A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3408" y="2528033"/>
            <a:ext cx="3658603" cy="14142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1495119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C264-91B0-EC4C-D748-C98D8D7E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3E57624-2A25-6C42-29C7-47FFA3FCCCB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Relay cycle counter </a:t>
            </a:r>
            <a:r>
              <a:rPr lang="en-US" dirty="0" err="1">
                <a:solidFill>
                  <a:schemeClr val="dk1"/>
                </a:solidFill>
              </a:rPr>
              <a:t>managment</a:t>
            </a:r>
            <a:r>
              <a:rPr lang="en-US" dirty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723C4B-C80C-EC4F-F201-1623A6A16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A8B13-88FE-967C-2A5D-0B7A6D289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5407" y="4427652"/>
            <a:ext cx="4005532" cy="1600642"/>
          </a:xfrm>
          <a:prstGeom prst="rect">
            <a:avLst/>
          </a:prstGeom>
        </p:spPr>
      </p:pic>
      <p:sp>
        <p:nvSpPr>
          <p:cNvPr id="10" name="Rechteck 24">
            <a:extLst>
              <a:ext uri="{FF2B5EF4-FFF2-40B4-BE49-F238E27FC236}">
                <a16:creationId xmlns:a16="http://schemas.microsoft.com/office/drawing/2014/main" id="{46D40F12-BF7E-5185-EA2C-69E7405E1E8C}"/>
              </a:ext>
            </a:extLst>
          </p:cNvPr>
          <p:cNvSpPr/>
          <p:nvPr/>
        </p:nvSpPr>
        <p:spPr>
          <a:xfrm>
            <a:off x="5512271" y="4427652"/>
            <a:ext cx="4934318" cy="1600642"/>
          </a:xfrm>
          <a:prstGeom prst="rect">
            <a:avLst/>
          </a:prstGeom>
          <a:solidFill>
            <a:srgbClr val="EBEB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1" name="Gruppieren 29">
            <a:extLst>
              <a:ext uri="{FF2B5EF4-FFF2-40B4-BE49-F238E27FC236}">
                <a16:creationId xmlns:a16="http://schemas.microsoft.com/office/drawing/2014/main" id="{13D18A1A-4D9F-5BE4-7C0A-8A1D93C60EFE}"/>
              </a:ext>
            </a:extLst>
          </p:cNvPr>
          <p:cNvGrpSpPr/>
          <p:nvPr/>
        </p:nvGrpSpPr>
        <p:grpSpPr>
          <a:xfrm>
            <a:off x="5624414" y="4606149"/>
            <a:ext cx="4016491" cy="1050594"/>
            <a:chOff x="609509" y="1627200"/>
            <a:chExt cx="4016491" cy="1050594"/>
          </a:xfrm>
        </p:grpSpPr>
        <p:sp>
          <p:nvSpPr>
            <p:cNvPr id="12" name="Basic text boxes / 1/4 page / right">
              <a:extLst>
                <a:ext uri="{FF2B5EF4-FFF2-40B4-BE49-F238E27FC236}">
                  <a16:creationId xmlns:a16="http://schemas.microsoft.com/office/drawing/2014/main" id="{429F43DB-D516-468D-5000-9142A30AC26A}"/>
                </a:ext>
              </a:extLst>
            </p:cNvPr>
            <p:cNvSpPr txBox="1">
              <a:spLocks/>
            </p:cNvSpPr>
            <p:nvPr>
              <p:custDataLst>
                <p:tags r:id="rId2"/>
              </p:custDataLst>
            </p:nvPr>
          </p:nvSpPr>
          <p:spPr>
            <a:xfrm>
              <a:off x="766800" y="1627200"/>
              <a:ext cx="3859200" cy="32449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0" tIns="0" rIns="0" bIns="10800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6E5D"/>
                </a:buClr>
                <a:buSzPct val="100000"/>
                <a:buFont typeface="Calibri" panose="020F0502020204030204" pitchFamily="34" charset="0"/>
                <a:buChar char="•"/>
                <a:def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Noto Sans"/>
                  <a:ea typeface="+mn-ea"/>
                  <a:cs typeface="+mn-cs"/>
                </a:rPr>
                <a:t>Prevention of excess relay use</a:t>
              </a:r>
            </a:p>
          </p:txBody>
        </p:sp>
        <p:sp>
          <p:nvSpPr>
            <p:cNvPr id="13" name="Basic text boxes / 1/4 page / right">
              <a:extLst>
                <a:ext uri="{FF2B5EF4-FFF2-40B4-BE49-F238E27FC236}">
                  <a16:creationId xmlns:a16="http://schemas.microsoft.com/office/drawing/2014/main" id="{45729E9D-BB02-536C-3B03-8BB4D53AD09A}"/>
                </a:ext>
              </a:extLst>
            </p:cNvPr>
            <p:cNvSpPr txBox="1">
              <a:spLocks/>
            </p:cNvSpPr>
            <p:nvPr>
              <p:custDataLst>
                <p:tags r:id="rId3"/>
              </p:custDataLst>
            </p:nvPr>
          </p:nvSpPr>
          <p:spPr>
            <a:xfrm>
              <a:off x="609509" y="1951698"/>
              <a:ext cx="4016491" cy="72609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619685"/>
                </a:buClr>
                <a:buSzPct val="100000"/>
                <a:buFont typeface="Calibri" panose="020F050202020403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 indent="0">
                <a:lnSpc>
                  <a:spcPct val="120000"/>
                </a:lnSpc>
                <a:buClrTx/>
                <a:buSzTx/>
                <a:buNone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If you set switch count higher, than the relay has remaining, this screen will appear to notify you.</a:t>
              </a:r>
            </a:p>
            <a:p>
              <a:pPr lvl="1" indent="0">
                <a:lnSpc>
                  <a:spcPct val="120000"/>
                </a:lnSpc>
                <a:buClrTx/>
                <a:buSzTx/>
                <a:buNone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You </a:t>
              </a:r>
              <a:r>
                <a:rPr lang="en-US" b="1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can’t</a:t>
              </a: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 start a test in this condition.</a:t>
              </a:r>
            </a:p>
          </p:txBody>
        </p:sp>
      </p:grpSp>
      <p:sp>
        <p:nvSpPr>
          <p:cNvPr id="14" name="Inhaltsplatzhalter 12">
            <a:extLst>
              <a:ext uri="{FF2B5EF4-FFF2-40B4-BE49-F238E27FC236}">
                <a16:creationId xmlns:a16="http://schemas.microsoft.com/office/drawing/2014/main" id="{A7A5451F-81A6-36EF-2D26-D8D9209A8187}"/>
              </a:ext>
            </a:extLst>
          </p:cNvPr>
          <p:cNvSpPr txBox="1">
            <a:spLocks/>
          </p:cNvSpPr>
          <p:nvPr/>
        </p:nvSpPr>
        <p:spPr>
          <a:xfrm>
            <a:off x="6271395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srgbClr val="2C2C2C"/>
                </a:solidFill>
                <a:latin typeface="Noto Sans"/>
              </a:rPr>
              <a:t>Brownout event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If supply voltage of the device drops below a certain threshold, the device will stop all the current operations and save all important data to EEPROM. This includes relay cycles.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5" name="Inhaltsplatzhalter 12">
            <a:extLst>
              <a:ext uri="{FF2B5EF4-FFF2-40B4-BE49-F238E27FC236}">
                <a16:creationId xmlns:a16="http://schemas.microsoft.com/office/drawing/2014/main" id="{510E9963-9C4E-BD7A-36B5-A4F166AEA791}"/>
              </a:ext>
            </a:extLst>
          </p:cNvPr>
          <p:cNvSpPr txBox="1">
            <a:spLocks/>
          </p:cNvSpPr>
          <p:nvPr/>
        </p:nvSpPr>
        <p:spPr>
          <a:xfrm>
            <a:off x="1515451" y="1642508"/>
            <a:ext cx="3644369" cy="2083336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srgbClr val="2C2C2C"/>
                </a:solidFill>
                <a:latin typeface="Noto Sans"/>
              </a:rPr>
              <a:t>Switch count value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The value of the number of switches was determined from datasheet and verified in test to be 3 million cycles.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8740354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CBD8-5EFA-828B-6506-E327A605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A5A991D-BF01-1F98-3977-7A510B00691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Reading/editing relay cycles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F506E3-2A77-641E-BD93-4B5F4A0D62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D10D4-74B3-5072-3CE4-99D1214B1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579" y="4351413"/>
            <a:ext cx="3905127" cy="1558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5624B8-61B8-1B81-6193-6A22B9A66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13" y="2408178"/>
            <a:ext cx="3905127" cy="15292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0B9A30-50EE-BBFF-B332-CBF7DA8D83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3578" y="1819623"/>
            <a:ext cx="3905127" cy="154036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2930C3-A71B-6814-C4E8-50A992C28C85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22762" y="2589806"/>
            <a:ext cx="1600816" cy="679605"/>
          </a:xfrm>
          <a:prstGeom prst="straightConnector1">
            <a:avLst/>
          </a:prstGeom>
          <a:ln w="57150" cap="rnd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512B45C-088D-BD55-7073-B71723E95DF7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700068" y="3541617"/>
            <a:ext cx="2023511" cy="1588812"/>
          </a:xfrm>
          <a:prstGeom prst="straightConnector1">
            <a:avLst/>
          </a:prstGeom>
          <a:ln w="57150" cap="rnd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A394F37-D53F-CD5D-2629-715F15A27382}"/>
              </a:ext>
            </a:extLst>
          </p:cNvPr>
          <p:cNvSpPr txBox="1"/>
          <p:nvPr/>
        </p:nvSpPr>
        <p:spPr>
          <a:xfrm>
            <a:off x="5166518" y="1015363"/>
            <a:ext cx="3019246" cy="6718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Remain Count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read only information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B96165-7D97-0EA0-526A-CBBF2C77BA52}"/>
              </a:ext>
            </a:extLst>
          </p:cNvPr>
          <p:cNvSpPr txBox="1"/>
          <p:nvPr/>
        </p:nvSpPr>
        <p:spPr>
          <a:xfrm>
            <a:off x="5166518" y="3541617"/>
            <a:ext cx="3019246" cy="6718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Set Count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read/write information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2CFDAB-E9FD-36BC-1F17-74CF06D0F7D8}"/>
              </a:ext>
            </a:extLst>
          </p:cNvPr>
          <p:cNvSpPr txBox="1"/>
          <p:nvPr/>
        </p:nvSpPr>
        <p:spPr>
          <a:xfrm>
            <a:off x="874853" y="1997247"/>
            <a:ext cx="3019246" cy="6718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Relay menu screen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1426891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54DF2-8781-5067-EF8A-79D4DD70A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4B0A5BF-727D-0CF5-2F65-F9D0BC797EF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Maximum values and performance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4E8316-4F74-DD30-3494-9F2340B17E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54BD0A9-746C-4D7A-8BA5-8C4AE1559EC2}"/>
              </a:ext>
            </a:extLst>
          </p:cNvPr>
          <p:cNvSpPr/>
          <p:nvPr/>
        </p:nvSpPr>
        <p:spPr>
          <a:xfrm>
            <a:off x="479375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4 channels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Continuous current per branch:</a:t>
            </a:r>
          </a:p>
          <a:p>
            <a:pPr marL="628650" lvl="1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Min. current: 10 mA</a:t>
            </a:r>
          </a:p>
          <a:p>
            <a:pPr marL="628650" lvl="1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Max. current: 2.5 A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Max. switching voltage: 60 VDC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39C5D0-7FC1-54BB-4E14-D68CA8603436}"/>
              </a:ext>
            </a:extLst>
          </p:cNvPr>
          <p:cNvSpPr/>
          <p:nvPr/>
        </p:nvSpPr>
        <p:spPr>
          <a:xfrm>
            <a:off x="479375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RELAYS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39D3C-857A-3D74-1F83-0A7B90F4D2E2}"/>
              </a:ext>
            </a:extLst>
          </p:cNvPr>
          <p:cNvSpPr/>
          <p:nvPr/>
        </p:nvSpPr>
        <p:spPr>
          <a:xfrm>
            <a:off x="4271392" y="2506168"/>
            <a:ext cx="3648016" cy="2695558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2 pairs of back-to-back MOSFETs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Continuous current per pair:</a:t>
            </a:r>
          </a:p>
          <a:p>
            <a:pPr marL="628650" lvl="1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Max. current: 2.5 A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Max. inrush current (&lt;300 µs): 40 A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Max. switching voltage: 80 VDC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AFFA02-40CE-2EF7-73CA-E47F72925ACF}"/>
              </a:ext>
            </a:extLst>
          </p:cNvPr>
          <p:cNvSpPr/>
          <p:nvPr/>
        </p:nvSpPr>
        <p:spPr>
          <a:xfrm>
            <a:off x="4271392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MOSFETS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4E40AA1-0175-BD49-AF98-C4F5471246E8}"/>
              </a:ext>
            </a:extLst>
          </p:cNvPr>
          <p:cNvSpPr/>
          <p:nvPr/>
        </p:nvSpPr>
        <p:spPr>
          <a:xfrm>
            <a:off x="8063408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Relay typical response time: 7 </a:t>
            </a:r>
            <a:r>
              <a:rPr lang="en-US" sz="1400" dirty="0" err="1">
                <a:solidFill>
                  <a:schemeClr val="dk1"/>
                </a:solidFill>
                <a:latin typeface="Noto Sans" panose="020B0502040504020204" pitchFamily="34" charset="0"/>
              </a:rPr>
              <a:t>ms</a:t>
            </a:r>
            <a:endParaRPr lang="en-US" sz="1400" dirty="0">
              <a:solidFill>
                <a:schemeClr val="dk1"/>
              </a:solidFill>
              <a:latin typeface="Noto Sans" panose="020B0502040504020204" pitchFamily="34" charset="0"/>
            </a:endParaRPr>
          </a:p>
          <a:p>
            <a:pPr marL="171450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Relay typical release time: 3 </a:t>
            </a:r>
            <a:r>
              <a:rPr lang="en-US" sz="1400" dirty="0" err="1">
                <a:solidFill>
                  <a:schemeClr val="dk1"/>
                </a:solidFill>
                <a:latin typeface="Noto Sans" panose="020B0502040504020204" pitchFamily="34" charset="0"/>
              </a:rPr>
              <a:t>ms</a:t>
            </a:r>
            <a:endParaRPr lang="en-US" sz="1400" dirty="0">
              <a:solidFill>
                <a:schemeClr val="dk1"/>
              </a:solidFill>
              <a:latin typeface="Noto Sans" panose="020B0502040504020204" pitchFamily="34" charset="0"/>
            </a:endParaRPr>
          </a:p>
          <a:p>
            <a:pPr marL="171450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Relay bounce time: ~2 </a:t>
            </a:r>
            <a:r>
              <a:rPr lang="en-US" sz="1400" dirty="0" err="1">
                <a:solidFill>
                  <a:schemeClr val="dk1"/>
                </a:solidFill>
                <a:latin typeface="Noto Sans" panose="020B0502040504020204" pitchFamily="34" charset="0"/>
              </a:rPr>
              <a:t>ms</a:t>
            </a:r>
            <a:endParaRPr lang="en-US" sz="1400" dirty="0">
              <a:solidFill>
                <a:schemeClr val="dk1"/>
              </a:solidFill>
              <a:latin typeface="Noto Sans" panose="020B0502040504020204" pitchFamily="34" charset="0"/>
            </a:endParaRPr>
          </a:p>
          <a:p>
            <a:pPr marL="171450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MOSFET rise time:</a:t>
            </a:r>
          </a:p>
          <a:p>
            <a:pPr marL="628650" lvl="1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min: 700 ns   max: 1000 µs </a:t>
            </a:r>
          </a:p>
          <a:p>
            <a:pPr marL="171450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MOSFET fall time:</a:t>
            </a:r>
          </a:p>
          <a:p>
            <a:pPr marL="628650" lvl="1" indent="-171450"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min: 2 µs     max: 4 µs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155530F-A626-F496-4966-60453C54538C}"/>
              </a:ext>
            </a:extLst>
          </p:cNvPr>
          <p:cNvSpPr/>
          <p:nvPr/>
        </p:nvSpPr>
        <p:spPr>
          <a:xfrm>
            <a:off x="8063408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Switching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5707968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9CEA0-7775-7EDE-B61E-D34C9F03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8A38950-127E-0086-9E98-963EA09574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Relay response time test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1867D6-D449-AEC8-DEF0-A6BB8873A0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A9458B-3E68-C70B-3B56-F38D71CDF0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2" t="18934" b="23930"/>
          <a:stretch>
            <a:fillRect/>
          </a:stretch>
        </p:blipFill>
        <p:spPr>
          <a:xfrm>
            <a:off x="293296" y="1504655"/>
            <a:ext cx="11654287" cy="37574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10559938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7519-EC4D-2D99-EF7E-7A85E37E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AA36AEB-FC76-CAF1-83A4-FBAD7DA023F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MOSFET inrush current test – peak current test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1D0A4A-9C7D-5F4C-5BDC-2151EB7EB6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80267-3435-26C5-BA05-B0BCE7185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200" y="1189313"/>
            <a:ext cx="7619048" cy="487619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93C4A8-9010-84AE-07C4-24C113216224}"/>
              </a:ext>
            </a:extLst>
          </p:cNvPr>
          <p:cNvCxnSpPr>
            <a:cxnSpLocks/>
          </p:cNvCxnSpPr>
          <p:nvPr/>
        </p:nvCxnSpPr>
        <p:spPr>
          <a:xfrm>
            <a:off x="8436634" y="2242868"/>
            <a:ext cx="819509" cy="0"/>
          </a:xfrm>
          <a:prstGeom prst="straightConnector1">
            <a:avLst/>
          </a:prstGeom>
          <a:ln w="5715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65283435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A8D06-BE0A-93B6-A9D7-36F61B7B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04B7F23-B64C-51B9-0CF2-8697ABFD476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MOSFET inrush current test – rise &amp; fall time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30BA06-19E1-5CF3-0B78-E850B9B021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86F09F-5FF7-1E8C-D8CD-D51E23561E02}"/>
              </a:ext>
            </a:extLst>
          </p:cNvPr>
          <p:cNvSpPr txBox="1"/>
          <p:nvPr/>
        </p:nvSpPr>
        <p:spPr>
          <a:xfrm>
            <a:off x="1483039" y="2050723"/>
            <a:ext cx="3019246" cy="3131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Rise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4143C-56A1-F412-7D2F-DEEDC245C6F1}"/>
              </a:ext>
            </a:extLst>
          </p:cNvPr>
          <p:cNvSpPr txBox="1"/>
          <p:nvPr/>
        </p:nvSpPr>
        <p:spPr>
          <a:xfrm>
            <a:off x="7624665" y="2050724"/>
            <a:ext cx="3019246" cy="3131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Fall time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930B6D-859F-5C78-F48F-131110662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725" y="2545632"/>
            <a:ext cx="5921126" cy="2953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ECCFA0-A83C-5BB7-7510-F398296A8B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49" y="2545632"/>
            <a:ext cx="5911796" cy="294850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94B9DC-0A30-D712-1644-3AD19C36CCA8}"/>
              </a:ext>
            </a:extLst>
          </p:cNvPr>
          <p:cNvCxnSpPr>
            <a:cxnSpLocks/>
          </p:cNvCxnSpPr>
          <p:nvPr/>
        </p:nvCxnSpPr>
        <p:spPr>
          <a:xfrm>
            <a:off x="5046453" y="2967487"/>
            <a:ext cx="491705" cy="0"/>
          </a:xfrm>
          <a:prstGeom prst="straightConnector1">
            <a:avLst/>
          </a:prstGeom>
          <a:ln w="5715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1CDA8A-EEF8-7FC6-B028-D4F162E8741F}"/>
              </a:ext>
            </a:extLst>
          </p:cNvPr>
          <p:cNvCxnSpPr>
            <a:cxnSpLocks/>
          </p:cNvCxnSpPr>
          <p:nvPr/>
        </p:nvCxnSpPr>
        <p:spPr>
          <a:xfrm>
            <a:off x="11179834" y="2967487"/>
            <a:ext cx="457199" cy="0"/>
          </a:xfrm>
          <a:prstGeom prst="straightConnector1">
            <a:avLst/>
          </a:prstGeom>
          <a:ln w="5715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5770976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E9B5-52F6-C8AB-98B9-8BD94F6C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698E4ED3-28C3-3BBA-3875-990FD831B8B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How can the system make work easier for test engineers?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866592-E2A0-675A-4AE0-833AEA54BC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DDEB7CB-DADA-C6E9-E8B7-ADE837DEE5B2}"/>
              </a:ext>
            </a:extLst>
          </p:cNvPr>
          <p:cNvSpPr/>
          <p:nvPr/>
        </p:nvSpPr>
        <p:spPr>
          <a:xfrm>
            <a:off x="479375" y="1708031"/>
            <a:ext cx="7120497" cy="4673946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Faster repetition of test sequences without manual switching 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Integration of multiple switching options into a single device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Ability to control the test locally or remotely from a PC depending on the type of task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Easier synchronization with an oscilloscope or generator via trigger/BNC inputs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Storage of operating data and basic diagnostics of error states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Suitable basis for further expansion of test scenario automation in the laboratory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EDF78C2-67DC-4096-2B37-8653506103E2}"/>
              </a:ext>
            </a:extLst>
          </p:cNvPr>
          <p:cNvSpPr/>
          <p:nvPr/>
        </p:nvSpPr>
        <p:spPr>
          <a:xfrm>
            <a:off x="7941224" y="2183508"/>
            <a:ext cx="3648016" cy="4198468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AETS is a practical laboratory platform that combines: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robust switching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fast MOSFET actions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local and remote control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simple measurement synchronization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sz="1400" dirty="0">
              <a:solidFill>
                <a:schemeClr val="dk1"/>
              </a:solidFill>
              <a:latin typeface="Noto Sans" panose="020B0502040504020204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Goal: to simplify and speed up electrical component testing.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8DB0D59-C10B-EAA4-323E-68677D791C0E}"/>
              </a:ext>
            </a:extLst>
          </p:cNvPr>
          <p:cNvSpPr/>
          <p:nvPr/>
        </p:nvSpPr>
        <p:spPr>
          <a:xfrm>
            <a:off x="7941224" y="1708031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2385831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ufnahme in Werkstatt_master">
            <a:extLst>
              <a:ext uri="{FF2B5EF4-FFF2-40B4-BE49-F238E27FC236}">
                <a16:creationId xmlns:a16="http://schemas.microsoft.com/office/drawing/2014/main" id="{D704C848-CE38-2225-5E57-1D3A05BAFD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125" b="18125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8234AF4-219A-58A2-ABAD-04EF711722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gray">
          <a:xfrm>
            <a:off x="-1" y="0"/>
            <a:ext cx="12192001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txBody>
          <a:bodyPr vert="horz" wrap="square" lIns="36000" tIns="108000" rIns="36000" bIns="36000" rtlCol="0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Aft>
                <a:spcPts val="200"/>
              </a:spcAft>
              <a:buClr>
                <a:srgbClr val="00893D"/>
              </a:buClr>
            </a:pPr>
            <a:endParaRPr lang="en-US" sz="700" b="0" i="0" u="none" baseline="0">
              <a:solidFill>
                <a:srgbClr val="FFFFFF"/>
              </a:solidFill>
              <a:latin typeface="+mj-lt"/>
            </a:endParaRPr>
          </a:p>
        </p:txBody>
      </p:sp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7C2AA80F-D6EB-24F3-70D3-63C7CB688A6E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425" imgH="424" progId="TCLayout.ActiveDocument.1">
                  <p:embed/>
                </p:oleObj>
              </mc:Choice>
              <mc:Fallback>
                <p:oleObj name="think-cell Folie" r:id="rId7" imgW="425" imgH="424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2AA80F-D6EB-24F3-70D3-63C7CB688A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" name="Textfeld 310">
            <a:extLst>
              <a:ext uri="{FF2B5EF4-FFF2-40B4-BE49-F238E27FC236}">
                <a16:creationId xmlns:a16="http://schemas.microsoft.com/office/drawing/2014/main" id="{5F7459B5-5316-8747-E244-CD7105737FEE}"/>
              </a:ext>
            </a:extLst>
          </p:cNvPr>
          <p:cNvSpPr txBox="1"/>
          <p:nvPr/>
        </p:nvSpPr>
        <p:spPr bwMode="gray">
          <a:xfrm>
            <a:off x="2585424" y="2736503"/>
            <a:ext cx="7021153" cy="138499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l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93D"/>
              </a:buClr>
            </a:pPr>
            <a:r>
              <a:rPr lang="en-US" sz="9000" b="0" i="0" u="none" baseline="0" dirty="0">
                <a:solidFill>
                  <a:schemeClr val="lt1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8192051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06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MATCH_COLOR_SCHEME" val="True"/>
  <p:tag name="MIO_DBID" val="E0259410-156D-4F1A-B326-E95E43C8DB51"/>
  <p:tag name="MIO_FALLBACK_LAYOUT" val="7"/>
  <p:tag name="MIO_NUMBER_OF_VALID_LAYOUTS" val="22"/>
  <p:tag name="MIO_EKGUID" val="c6476605-5e77-479e-b465-e71c20aa6bf7"/>
  <p:tag name="MIO_EMBED_FONT" val="True"/>
  <p:tag name="MIO_VERSION" val="15.01.2024 11:06:04"/>
  <p:tag name="MIO_OBJECTNAME" val="240115_Schaeffler 2.0"/>
  <p:tag name="MIO_LASTDOWNLOADED" val="25.01.2024 08:00:07.032"/>
  <p:tag name="MIO_CDID" val="94cc635b-7ecc-4deb-9b4b-78c085535d7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EMBED_FONT" val="False"/>
  <p:tag name="MIO_MATCH_COLOR_SCHEME" val="True"/>
  <p:tag name="MIO_EKGUID" val="7033f438-9fc3-44c6-81b6-7109f953a073"/>
  <p:tag name="MIO_DBID" val="E0259410-156D-4F1A-B326-E95E43C8DB51"/>
  <p:tag name="MIO_OBJECTNAME" val="231120_Schaeffler 2.0 _V3"/>
  <p:tag name="MIO_FALLBACK_LAYOUT" val="7"/>
  <p:tag name="MIO_NUMBER_OF_VALID_LAYOUTS" val="22"/>
  <p:tag name="MIO_VERSION" val="20.11.2023 12:55:50"/>
  <p:tag name="MIO_LASTDOWNLOADED" val="20.11.2023 13:55:59.731"/>
  <p:tag name="MIO_CDID" val="94cc635b-7ecc-4deb-9b4b-78c085535d7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US"/>
  <p:tag name="MIO_USER_INPUT_OPTIONS" val="Copyright Schaeffler Sondermaschinenbau AG &amp; Co. KG – All rights reserved. |;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de-DE"/>
  <p:tag name="MIO_USER_INPUT_OPTIONS" val="Copyright Schaeffler Sondermaschinenbau AG &amp; Co. KG, 2024 – Alle Rechte vorbehalten. |;Copyright Schaeffler Technologies AG &amp; Co. KG, 2024 – Alle Rechte vorbehalten. |;Copyright Schaeffler AG, 2024 – Alle Rechte vorbehalten. |;Copyright Schaeffler Automotive Buehl GmbH &amp; Co. KG, 2024 – Alle Rechte vorbehalten. |;Copyright Schaeffler Global Services Europe Sp. z o.o.  – Alle Rechte vorbehalten. |;Copyright Schaeffler Brasil Ltda., 2024 – Alle Rechte vorbehalten. |;Copyright Schaeffler AP, 2024 – Alle Rechte vorbehalten. |;Copyright Schaeffler Digital Solutions GmbH, 2024 – Alle Rechte vorbehalten. |;Copyright Schaeffler Aerospace Germany GmbH &amp; Co. KG, 2024 – Alle Rechte vorbehalten. |;Copyright Schaeffler Automotive Aftermarket GmbH &amp; Co. KG, 2024 – Alle Rechte vorbehalten. |;Copyright Schaeffler ByWire Technologie GmbH &amp; Co. KG, 2024 – Alle Rechte vorbehalten. |;Copyright Schaeffler Immobilien AG &amp; Co.KG. – Alle Rechte vorbehalten. |;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pt-PT"/>
  <p:tag name="MIO_USER_INPUT_OPTIONS" val="Copyright Schaeffler Technologies AG &amp; Co. KG, 2024 – Todos os direitos reservados. |;Copyright Schaeffler AG, 2024 – Todos os direitos reservados. |;Copyright Schaeffler Automotive Buehl GmbH &amp; Co. KG, 2024 – Todos os direitos reservados. |;Copyright Schaeffler Global Services Europe Sp. z o.o. – Todos os direitos reservados. |;Copyright Schaeffler Brasil Ltda., 2024 – Todos os direitos reservados. |;Copyright Schaeffler AP, 2024 – Todos os direitos reservados. |;Copyright Schaeffler Automotive Aftermarket GmbH &amp; Co. KG, 2024 – Todos os direitos reservados. |;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SG"/>
  <p:tag name="MIO_USER_INPUT_OPTIONS" val="版权所有Schaeffler Technologies AG &amp; Co. KG保留所有权利, 客户特殊要求, 使用内部放行标准. |;版权所有Schaeffler AG保留所有权利, 客户特殊要求, 使用内部放行标准. |;版权所有Schaeffler Automotive Buehl GmbH &amp; Co. KG保留所有权利, 客户特殊要求, 使用内部放行标准. |;版权所有 Schaeffler Global Services Europe Sp. z o.o. – 保留所有权利, 客户特殊要求，使用内部放行标准. |;版权所有Schaeffler Brasil Ltda.保留所有权利, 客户特殊要求，使用内部放行标准. |;版权所有Schaeffler AP,保留所有权利, 客户特殊要求，使用内部放行标准. |;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GB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CN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fr-FR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ru-RU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ja-JP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s-ES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7"/>
  <p:tag name="MIO_SHOW_FOOTER" val="False"/>
  <p:tag name="MIO_AVOID_BLANK_LAYOUT" val="True"/>
  <p:tag name="MIO_CD_LAYOUT_VALID_AREA" val="False"/>
  <p:tag name="MIO_EMBED_FONT" val="False"/>
  <p:tag name="MIO_NUMBER_OF_VALID_LAYOUTS" val="21"/>
  <p:tag name="MIO_EKGUID" val="c6476605-5e77-479e-b465-e71c20aa6bf7"/>
  <p:tag name="MIO_DBID" val="E0259410-156D-4F1A-B326-E95E43C8DB51"/>
  <p:tag name="MIO_SHOW_DATE" val="True"/>
  <p:tag name="MIO_SHOW_PAGENUMBER" val="True"/>
  <p:tag name="MIO_MATCH_COLOR_SCHEME" val="True"/>
  <p:tag name="MIO_OBJECTNAME" val="240627_Schaeffler 2.0"/>
  <p:tag name="MIO_VERSION" val="27.06.2024 17:51:19"/>
  <p:tag name="MIO_LASTDOWNLOADED" val="29.06.2024 06:25:21.766"/>
  <p:tag name="MIO_CDID" val="94cc635b-7ecc-4deb-9b4b-78c085535d7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7895862-2c23-4a15-be2f-c3df40f4e5e2"/>
  <p:tag name="MIO_EKGUID" val="aa10d203-e752-4ae8-ac40-8e43270ae473"/>
  <p:tag name="MIO_UPDATE" val="True"/>
  <p:tag name="MIO_VERSION" val="27.06.2024 17:33:13"/>
  <p:tag name="MIO_DBID" val="E0259410-156D-4F1A-B326-E95E43C8DB51"/>
  <p:tag name="MIO_LASTDOWNLOADED" val="29.06.2024 05:35:00.978"/>
  <p:tag name="MIO_OBJECTNAME" val="a / 1c Big Type title horizontal / Forest 60/20"/>
  <p:tag name="MIO_LASTEDITORNAME" val="Tatjana Haensch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f352338f-7fb9-4206-a0c7-fe55d8f18aa2"/>
  <p:tag name="MIO_EKGUID" val="2e46d914-fdbd-4e93-a7f1-1d175dcbe5fb"/>
  <p:tag name="MIO_UPDATE" val="True"/>
  <p:tag name="MIO_VERSION" val="08.03.2019 14:57:58"/>
  <p:tag name="MIO_DBID" val="E0259410-156D-4F1A-B326-E95E43C8DB51"/>
  <p:tag name="MIO_LASTDOWNLOADED" val="18.09.2023 09:54:52.305"/>
  <p:tag name="MIO_OBJECTNAME" val="Process"/>
  <p:tag name="MIO_LASTEDITORNAME" val="Carmen Sievers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5c8ecb2b-5915-4572-988a-05e4038b69f1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4460e40-a35f-4069-890c-24a5df810bdf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5c8ecb2b-5915-4572-988a-05e4038b69f1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4460e40-a35f-4069-890c-24a5df810bdf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f352338f-7fb9-4206-a0c7-fe55d8f18aa2"/>
  <p:tag name="MIO_EKGUID" val="2e46d914-fdbd-4e93-a7f1-1d175dcbe5fb"/>
  <p:tag name="MIO_UPDATE" val="True"/>
  <p:tag name="MIO_VERSION" val="08.03.2019 14:57:58"/>
  <p:tag name="MIO_DBID" val="E0259410-156D-4F1A-B326-E95E43C8DB51"/>
  <p:tag name="MIO_LASTDOWNLOADED" val="18.09.2023 09:54:52.305"/>
  <p:tag name="MIO_OBJECTNAME" val="Process"/>
  <p:tag name="MIO_LASTEDITORNAME" val="Carmen Sievers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5c8ecb2b-5915-4572-988a-05e4038b69f1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4460e40-a35f-4069-890c-24a5df810bdf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19452ada-5b20-4df9-ba8a-1d878c8ac336"/>
  <p:tag name="MIO_EKGUID" val="ae388bbc-0cc9-42c5-a3f7-a17cceaa4c7c"/>
  <p:tag name="MIO_UPDATE" val="True"/>
  <p:tag name="MIO_VERSION" val="27.06.2024 17:40:45"/>
  <p:tag name="MIO_DBID" val="E0259410-156D-4F1A-B326-E95E43C8DB51"/>
  <p:tag name="MIO_LASTDOWNLOADED" val="29.06.2024 05:34:18.026"/>
  <p:tag name="MIO_OBJECTNAME" val="c / Conclution / Thank you w/ background image"/>
  <p:tag name="MIO_LASTEDITORNAME" val="Tatjana Haensch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4c17b4ce-ba24-413f-91a5-6c52b1e43a8b"/>
  <p:tag name="MIO_GUID" val="ea3c81d2-4282-4123-a686-42f2e0f1ebbf"/>
  <p:tag name="MIO_UPDATE" val="True"/>
  <p:tag name="MIO_VERSION" val="20.01.2021 13:33:01"/>
  <p:tag name="MIO_DBID" val="E0259410-156D-4F1A-B326-E95E43C8DB51"/>
  <p:tag name="MIO_LASTDOWNLOADED" val="13.09.2022 13:21:04.069"/>
  <p:tag name="MIO_OBJECTNAME" val="Aufnahme in Werkstatt_master"/>
  <p:tag name="MIO_LASTEDITORNAME" val="Kamil Karon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chaeffler 2.0">
  <a:themeElements>
    <a:clrScheme name="Schaeffler">
      <a:dk1>
        <a:srgbClr val="2C2C2C"/>
      </a:dk1>
      <a:lt1>
        <a:sysClr val="window" lastClr="FFFFFF"/>
      </a:lt1>
      <a:dk2>
        <a:srgbClr val="646464"/>
      </a:dk2>
      <a:lt2>
        <a:srgbClr val="EBEBEB"/>
      </a:lt2>
      <a:accent1>
        <a:srgbClr val="619685"/>
      </a:accent1>
      <a:accent2>
        <a:srgbClr val="AFC2C7"/>
      </a:accent2>
      <a:accent3>
        <a:srgbClr val="67898F"/>
      </a:accent3>
      <a:accent4>
        <a:srgbClr val="B5D384"/>
      </a:accent4>
      <a:accent5>
        <a:srgbClr val="20617C"/>
      </a:accent5>
      <a:accent6>
        <a:srgbClr val="94BF99"/>
      </a:accent6>
      <a:hlink>
        <a:srgbClr val="00893D"/>
      </a:hlink>
      <a:folHlink>
        <a:srgbClr val="00893D"/>
      </a:folHlink>
    </a:clrScheme>
    <a:fontScheme name="Schaeffler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EBEB"/>
        </a:solidFill>
        <a:ln>
          <a:noFill/>
        </a:ln>
      </a:spPr>
      <a:bodyPr lIns="54000" tIns="72000" rIns="54000" bIns="72000" rtlCol="0" anchor="ctr"/>
      <a:lstStyle>
        <a:defPPr algn="ctr">
          <a:lnSpc>
            <a:spcPct val="120000"/>
          </a:lnSpc>
          <a:spcBef>
            <a:spcPts val="600"/>
          </a:spcBef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rnd">
          <a:solidFill>
            <a:srgbClr val="87878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20000"/>
          </a:lnSpc>
          <a:spcBef>
            <a:spcPts val="600"/>
          </a:spcBef>
          <a:defRPr sz="1200" dirty="0"/>
        </a:defPPr>
      </a:lstStyle>
    </a:txDef>
  </a:objectDefaults>
  <a:extraClrSchemeLst/>
  <a:custClrLst>
    <a:custClr name="Carbon 100 %">
      <a:srgbClr val="646464"/>
    </a:custClr>
    <a:custClr name="Forest 100 %">
      <a:srgbClr val="005E46"/>
    </a:custClr>
    <a:custClr name="Apple 100 %">
      <a:srgbClr val="A1C861"/>
    </a:custClr>
    <a:custClr name="Jade 100 %">
      <a:srgbClr val="73B281"/>
    </a:custClr>
    <a:custClr name="Navy 100 %">
      <a:srgbClr val="00445F"/>
    </a:custClr>
    <a:custClr name="Aqua 100 %">
      <a:srgbClr val="1C98B5"/>
    </a:custClr>
    <a:custClr name="Pigeon 100 %">
      <a:srgbClr val="476E75"/>
    </a:custClr>
    <a:custClr name="empty">
      <a:srgbClr val="FFFFFF"/>
    </a:custClr>
    <a:custClr name="Chili 100%">
      <a:srgbClr val="CB0B15"/>
    </a:custClr>
    <a:custClr name="Honey 100%">
      <a:srgbClr val="E9B300"/>
    </a:custClr>
    <a:custClr name="Carbon 80 %">
      <a:srgbClr val="878787"/>
    </a:custClr>
    <a:custClr name="Forest 80 %">
      <a:srgbClr val="237864"/>
    </a:custClr>
    <a:custClr name="Apple 80 %">
      <a:srgbClr val="B5D384"/>
    </a:custClr>
    <a:custClr name="Jade 80 %">
      <a:srgbClr val="94BF99"/>
    </a:custClr>
    <a:custClr name="Navy 80 %">
      <a:srgbClr val="20617C"/>
    </a:custClr>
    <a:custClr name="Aqua 80 %">
      <a:srgbClr val="60ABC4"/>
    </a:custClr>
    <a:custClr name="Pigeon 80 %">
      <a:srgbClr val="67898F"/>
    </a:custClr>
    <a:custClr name="empty">
      <a:srgbClr val="FFFFFF"/>
    </a:custClr>
    <a:custClr name="Chili 50%">
      <a:srgbClr val="E79278"/>
    </a:custClr>
    <a:custClr name="Honey 50%">
      <a:srgbClr val="F6D890"/>
    </a:custClr>
    <a:custClr name="Carbon 60 %">
      <a:srgbClr val="A8A8A8"/>
    </a:custClr>
    <a:custClr name="Forest 60 %">
      <a:srgbClr val="619685"/>
    </a:custClr>
    <a:custClr name="Apple 60 %">
      <a:srgbClr val="C9DEA5"/>
    </a:custClr>
    <a:custClr name="Jade 60 %">
      <a:srgbClr val="B2CFB3"/>
    </a:custClr>
    <a:custClr name="Navy 60 %">
      <a:srgbClr val="59839B"/>
    </a:custClr>
    <a:custClr name="Aqua 60 %">
      <a:srgbClr val="8CBFD3"/>
    </a:custClr>
    <a:custClr name="Pigeon 60 %">
      <a:srgbClr val="8BA6AB"/>
    </a:custClr>
    <a:custClr name="empty1">
      <a:srgbClr val="FFFFFF"/>
    </a:custClr>
    <a:custClr name="empty2">
      <a:srgbClr val="FFFFFF"/>
    </a:custClr>
    <a:custClr name="empty3">
      <a:srgbClr val="FFFFFF"/>
    </a:custClr>
    <a:custClr name="Carbon 40 %">
      <a:srgbClr val="C6C6C6"/>
    </a:custClr>
    <a:custClr name="Forest 40 %">
      <a:srgbClr val="95B7AB"/>
    </a:custClr>
    <a:custClr name="Apple 40 %">
      <a:srgbClr val="DCE9C5"/>
    </a:custClr>
    <a:custClr name="Jade 40 %">
      <a:srgbClr val="CDDFCD"/>
    </a:custClr>
    <a:custClr name="Navy 40 %">
      <a:srgbClr val="8DA8BC"/>
    </a:custClr>
    <a:custClr name="Aqua 40 %">
      <a:srgbClr val="B4D4E2"/>
    </a:custClr>
    <a:custClr name="Pigeon 40 %">
      <a:srgbClr val="AFC2C7"/>
    </a:custClr>
    <a:custClr name="Empty">
      <a:srgbClr val="FFFFFF"/>
    </a:custClr>
    <a:custClr name="Empty">
      <a:srgbClr val="FFFFFF"/>
    </a:custClr>
    <a:custClr name="Empty">
      <a:srgbClr val="FFFFFF"/>
    </a:custClr>
    <a:custClr name="Carbon 20 %">
      <a:srgbClr val="E3E3E3"/>
    </a:custClr>
    <a:custClr name="Forest 20 %">
      <a:srgbClr val="C9DAD4"/>
    </a:custClr>
    <a:custClr name="Apple 20 %">
      <a:srgbClr val="EDF4E3"/>
    </a:custClr>
    <a:custClr name="Jade 20 %">
      <a:srgbClr val="E7EFE6"/>
    </a:custClr>
    <a:custClr name="Navy 20 %">
      <a:srgbClr val="C4D1DD"/>
    </a:custClr>
    <a:custClr name="Aqua 20 %">
      <a:srgbClr val="D9E9F1"/>
    </a:custClr>
    <a:custClr name="Pigeon 20 %">
      <a:srgbClr val="D6E0E3"/>
    </a:custClr>
    <a:custClr name="Empty">
      <a:srgbClr val="FFFFFF"/>
    </a:custClr>
    <a:custClr name="Empty">
      <a:srgbClr val="FFFFFF"/>
    </a:custClr>
  </a:custClrLst>
  <a:extLst>
    <a:ext uri="{05A4C25C-085E-4340-85A3-A5531E510DB2}">
      <thm15:themeFamily xmlns:thm15="http://schemas.microsoft.com/office/thememl/2012/main" name="Default Theme.pptx" id="{78A2DC0C-7202-425F-80CE-13A5105907FD}" vid="{651B7F12-A4B3-4297-9752-71B493F754A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849</TotalTime>
  <Words>923</Words>
  <Application>Microsoft Office PowerPoint</Application>
  <PresentationFormat>Widescreen</PresentationFormat>
  <Paragraphs>156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Noto Sans</vt:lpstr>
      <vt:lpstr>Noto Sans Black</vt:lpstr>
      <vt:lpstr>Symbol</vt:lpstr>
      <vt:lpstr>Office Theme</vt:lpstr>
      <vt:lpstr>Schaeffler 2.0</vt:lpstr>
      <vt:lpstr>think-cell Folie</vt:lpstr>
      <vt:lpstr>Introduction to E-BOX AETS</vt:lpstr>
      <vt:lpstr>Basic description of the system</vt:lpstr>
      <vt:lpstr>Why was the device developed?</vt:lpstr>
      <vt:lpstr>Brief description of how the system works</vt:lpstr>
      <vt:lpstr>Brief description of how the system works</vt:lpstr>
      <vt:lpstr>Connectors and interfaces</vt:lpstr>
      <vt:lpstr>Complete Assembly</vt:lpstr>
      <vt:lpstr>System configuration</vt:lpstr>
      <vt:lpstr>System configuration</vt:lpstr>
      <vt:lpstr>Basic navigation and modes</vt:lpstr>
      <vt:lpstr>Basic navigation and modes</vt:lpstr>
      <vt:lpstr>Post-test screens</vt:lpstr>
      <vt:lpstr>Relay cycle counter managment </vt:lpstr>
      <vt:lpstr>Reading/editing relay cycles</vt:lpstr>
      <vt:lpstr>Maximum values and performance </vt:lpstr>
      <vt:lpstr>Relay response time test</vt:lpstr>
      <vt:lpstr>MOSFET inrush current test – peak current test</vt:lpstr>
      <vt:lpstr>MOSFET inrush current test – rise &amp; fall time</vt:lpstr>
      <vt:lpstr>How can the system make work easier for test engineers?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AETS – stručné představení systému</dc:title>
  <dc:subject>AETS overview</dc:subject>
  <dc:creator>OpenAI</dc:creator>
  <cp:lastModifiedBy>Micek, Vojtech</cp:lastModifiedBy>
  <cp:revision>1</cp:revision>
  <dcterms:created xsi:type="dcterms:W3CDTF">2026-03-11T19:35:15Z</dcterms:created>
  <dcterms:modified xsi:type="dcterms:W3CDTF">2026-03-16T12:06:33Z</dcterms:modified>
</cp:coreProperties>
</file>