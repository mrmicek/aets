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ags/tag1.xml" ContentType="application/vnd.openxmlformats-officedocument.presentationml.tags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heme/theme3.xml" ContentType="application/vnd.openxmlformats-officedocument.theme+xml"/>
  <Override PartName="/ppt/tags/tag26.xml" ContentType="application/vnd.openxmlformats-officedocument.presentationml.tags+xml"/>
  <Override PartName="/ppt/notesSlides/notesSlide1.xml" ContentType="application/vnd.openxmlformats-officedocument.presentationml.notesSlide+xml"/>
  <Override PartName="/ppt/tags/tag27.xml" ContentType="application/vnd.openxmlformats-officedocument.presentationml.tags+xml"/>
  <Override PartName="/ppt/notesSlides/notesSlide2.xml" ContentType="application/vnd.openxmlformats-officedocument.presentationml.notesSlide+xml"/>
  <Override PartName="/ppt/tags/tag28.xml" ContentType="application/vnd.openxmlformats-officedocument.presentationml.tags+xml"/>
  <Override PartName="/ppt/notesSlides/notesSlide3.xml" ContentType="application/vnd.openxmlformats-officedocument.presentationml.notesSlide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ink/ink1.xml" ContentType="application/inkml+xml"/>
  <Override PartName="/ppt/tags/tag31.xml" ContentType="application/vnd.openxmlformats-officedocument.presentationml.tags+xml"/>
  <Override PartName="/ppt/notesSlides/notesSlide5.xml" ContentType="application/vnd.openxmlformats-officedocument.presentationml.notesSlide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notesSlides/notesSlide6.xml" ContentType="application/vnd.openxmlformats-officedocument.presentationml.notesSlide+xml"/>
  <Override PartName="/ppt/tags/tag37.xml" ContentType="application/vnd.openxmlformats-officedocument.presentationml.tags+xml"/>
  <Override PartName="/ppt/notesSlides/notesSlide7.xml" ContentType="application/vnd.openxmlformats-officedocument.presentationml.notesSlide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notesSlides/notesSlide8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tags/tag40.xml" ContentType="application/vnd.openxmlformats-officedocument.presentationml.tags+xml"/>
  <Override PartName="/ppt/notesSlides/notesSlide9.xml" ContentType="application/vnd.openxmlformats-officedocument.presentationml.notesSlide+xml"/>
  <Override PartName="/ppt/tags/tag41.xml" ContentType="application/vnd.openxmlformats-officedocument.presentationml.tags+xml"/>
  <Override PartName="/ppt/notesSlides/notesSlide10.xml" ContentType="application/vnd.openxmlformats-officedocument.presentationml.notesSlide+xml"/>
  <Override PartName="/ppt/tags/tag42.xml" ContentType="application/vnd.openxmlformats-officedocument.presentationml.tags+xml"/>
  <Override PartName="/ppt/notesSlides/notesSlide11.xml" ContentType="application/vnd.openxmlformats-officedocument.presentationml.notesSlide+xml"/>
  <Override PartName="/ppt/tags/tag43.xml" ContentType="application/vnd.openxmlformats-officedocument.presentationml.tags+xml"/>
  <Override PartName="/ppt/notesSlides/notesSlide12.xml" ContentType="application/vnd.openxmlformats-officedocument.presentationml.notesSlide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notesSlides/notesSlide1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ink/ink2.xml" ContentType="application/inkml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notesSlides/notesSlide14.xml" ContentType="application/vnd.openxmlformats-officedocument.presentationml.notesSlide+xml"/>
  <Override PartName="/ppt/tags/tag49.xml" ContentType="application/vnd.openxmlformats-officedocument.presentationml.tags+xml"/>
  <Override PartName="/ppt/notesSlides/notesSlide15.xml" ContentType="application/vnd.openxmlformats-officedocument.presentationml.notesSlide+xml"/>
  <Override PartName="/ppt/tags/tag50.xml" ContentType="application/vnd.openxmlformats-officedocument.presentationml.tags+xml"/>
  <Override PartName="/ppt/notesSlides/notesSlide16.xml" ContentType="application/vnd.openxmlformats-officedocument.presentationml.notesSlide+xml"/>
  <Override PartName="/ppt/tags/tag51.xml" ContentType="application/vnd.openxmlformats-officedocument.presentationml.tags+xml"/>
  <Override PartName="/ppt/notesSlides/notesSlide17.xml" ContentType="application/vnd.openxmlformats-officedocument.presentationml.notesSlide+xml"/>
  <Override PartName="/ppt/tags/tag52.xml" ContentType="application/vnd.openxmlformats-officedocument.presentationml.tags+xml"/>
  <Override PartName="/ppt/notesSlides/notesSlide18.xml" ContentType="application/vnd.openxmlformats-officedocument.presentationml.notesSlide+xml"/>
  <Override PartName="/ppt/tags/tag53.xml" ContentType="application/vnd.openxmlformats-officedocument.presentationml.tags+xml"/>
  <Override PartName="/ppt/notesSlides/notesSlide19.xml" ContentType="application/vnd.openxmlformats-officedocument.presentationml.notesSlide+xml"/>
  <Override PartName="/ppt/tags/tag54.xml" ContentType="application/vnd.openxmlformats-officedocument.presentationml.tags+xml"/>
  <Override PartName="/ppt/notesSlides/notesSlide20.xml" ContentType="application/vnd.openxmlformats-officedocument.presentationml.notesSlide+xml"/>
  <Override PartName="/ppt/tags/tag55.xml" ContentType="application/vnd.openxmlformats-officedocument.presentationml.tags+xml"/>
  <Override PartName="/ppt/notesSlides/notesSlide21.xml" ContentType="application/vnd.openxmlformats-officedocument.presentationml.notesSlide+xml"/>
  <Override PartName="/ppt/tags/tag56.xml" ContentType="application/vnd.openxmlformats-officedocument.presentationml.tags+xml"/>
  <Override PartName="/ppt/notesSlides/notesSlide22.xml" ContentType="application/vnd.openxmlformats-officedocument.presentationml.notesSlide+xml"/>
  <Override PartName="/ppt/tags/tag57.xml" ContentType="application/vnd.openxmlformats-officedocument.presentationml.tags+xml"/>
  <Override PartName="/ppt/notesSlides/notesSlide23.xml" ContentType="application/vnd.openxmlformats-officedocument.presentationml.notesSlide+xml"/>
  <Override PartName="/ppt/tags/tag58.xml" ContentType="application/vnd.openxmlformats-officedocument.presentationml.tags+xml"/>
  <Override PartName="/ppt/notesSlides/notesSlide24.xml" ContentType="application/vnd.openxmlformats-officedocument.presentationml.notesSlide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4" r:id="rId2"/>
  </p:sldMasterIdLst>
  <p:notesMasterIdLst>
    <p:notesMasterId r:id="rId29"/>
  </p:notesMasterIdLst>
  <p:sldIdLst>
    <p:sldId id="2147483635" r:id="rId3"/>
    <p:sldId id="2147479556" r:id="rId4"/>
    <p:sldId id="2147483636" r:id="rId5"/>
    <p:sldId id="2147483637" r:id="rId6"/>
    <p:sldId id="2147483638" r:id="rId7"/>
    <p:sldId id="2147483639" r:id="rId8"/>
    <p:sldId id="2147483640" r:id="rId9"/>
    <p:sldId id="2147483641" r:id="rId10"/>
    <p:sldId id="2147483642" r:id="rId11"/>
    <p:sldId id="2147483643" r:id="rId12"/>
    <p:sldId id="2147483644" r:id="rId13"/>
    <p:sldId id="259" r:id="rId14"/>
    <p:sldId id="262" r:id="rId15"/>
    <p:sldId id="258" r:id="rId16"/>
    <p:sldId id="260" r:id="rId17"/>
    <p:sldId id="2147483645" r:id="rId18"/>
    <p:sldId id="2147483647" r:id="rId19"/>
    <p:sldId id="257" r:id="rId20"/>
    <p:sldId id="256" r:id="rId21"/>
    <p:sldId id="261" r:id="rId22"/>
    <p:sldId id="263" r:id="rId23"/>
    <p:sldId id="264" r:id="rId24"/>
    <p:sldId id="265" r:id="rId25"/>
    <p:sldId id="2147483646" r:id="rId26"/>
    <p:sldId id="2147483633" r:id="rId27"/>
    <p:sldId id="2147479708" r:id="rId2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98C401C-F043-4F46-97D8-82D803D32FE0}" v="25" dt="2026-03-23T11:27:09.61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microsoft.com/office/2016/11/relationships/changesInfo" Target="changesInfos/changesInfo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ek, Vojtech" userId="fad96f9e-f70a-4f88-83ee-977fb340ad6e" providerId="ADAL" clId="{700A9DA4-1B0F-4341-A903-B6D73D7B7A36}"/>
    <pc:docChg chg="undo custSel addSld modSld sldOrd">
      <pc:chgData name="Micek, Vojtech" userId="fad96f9e-f70a-4f88-83ee-977fb340ad6e" providerId="ADAL" clId="{700A9DA4-1B0F-4341-A903-B6D73D7B7A36}" dt="2026-03-23T11:27:09.613" v="1284"/>
      <pc:docMkLst>
        <pc:docMk/>
      </pc:docMkLst>
      <pc:sldChg chg="add">
        <pc:chgData name="Micek, Vojtech" userId="fad96f9e-f70a-4f88-83ee-977fb340ad6e" providerId="ADAL" clId="{700A9DA4-1B0F-4341-A903-B6D73D7B7A36}" dt="2026-03-16T12:07:56.119" v="0" actId="2890"/>
        <pc:sldMkLst>
          <pc:docMk/>
          <pc:sldMk cId="4217917180" sldId="257"/>
        </pc:sldMkLst>
      </pc:sldChg>
      <pc:sldChg chg="addSp modSp mod">
        <pc:chgData name="Micek, Vojtech" userId="fad96f9e-f70a-4f88-83ee-977fb340ad6e" providerId="ADAL" clId="{700A9DA4-1B0F-4341-A903-B6D73D7B7A36}" dt="2026-03-20T12:11:39.179" v="970" actId="1076"/>
        <pc:sldMkLst>
          <pc:docMk/>
          <pc:sldMk cId="2701426891" sldId="260"/>
        </pc:sldMkLst>
        <pc:spChg chg="mod">
          <ac:chgData name="Micek, Vojtech" userId="fad96f9e-f70a-4f88-83ee-977fb340ad6e" providerId="ADAL" clId="{700A9DA4-1B0F-4341-A903-B6D73D7B7A36}" dt="2026-03-20T12:07:49.573" v="862" actId="1076"/>
          <ac:spMkLst>
            <pc:docMk/>
            <pc:sldMk cId="2701426891" sldId="260"/>
            <ac:spMk id="21" creationId="{5A394F37-D53F-CD5D-2629-715F15A27382}"/>
          </ac:spMkLst>
        </pc:spChg>
        <pc:spChg chg="mod">
          <ac:chgData name="Micek, Vojtech" userId="fad96f9e-f70a-4f88-83ee-977fb340ad6e" providerId="ADAL" clId="{700A9DA4-1B0F-4341-A903-B6D73D7B7A36}" dt="2026-03-20T12:08:45.366" v="880" actId="1076"/>
          <ac:spMkLst>
            <pc:docMk/>
            <pc:sldMk cId="2701426891" sldId="260"/>
            <ac:spMk id="22" creationId="{ADB96165-7D97-0EA0-526A-CBBF2C77BA52}"/>
          </ac:spMkLst>
        </pc:spChg>
        <pc:spChg chg="mod">
          <ac:chgData name="Micek, Vojtech" userId="fad96f9e-f70a-4f88-83ee-977fb340ad6e" providerId="ADAL" clId="{700A9DA4-1B0F-4341-A903-B6D73D7B7A36}" dt="2026-03-20T12:07:45.372" v="861" actId="1076"/>
          <ac:spMkLst>
            <pc:docMk/>
            <pc:sldMk cId="2701426891" sldId="260"/>
            <ac:spMk id="23" creationId="{C22CFDAB-E9FD-36BC-1F17-74CF06D0F7D8}"/>
          </ac:spMkLst>
        </pc:spChg>
        <pc:spChg chg="add mod">
          <ac:chgData name="Micek, Vojtech" userId="fad96f9e-f70a-4f88-83ee-977fb340ad6e" providerId="ADAL" clId="{700A9DA4-1B0F-4341-A903-B6D73D7B7A36}" dt="2026-03-20T12:11:39.179" v="970" actId="1076"/>
          <ac:spMkLst>
            <pc:docMk/>
            <pc:sldMk cId="2701426891" sldId="260"/>
            <ac:spMk id="26" creationId="{C35A72EB-1494-7024-48FA-2DD27D567A48}"/>
          </ac:spMkLst>
        </pc:spChg>
        <pc:picChg chg="mod">
          <ac:chgData name="Micek, Vojtech" userId="fad96f9e-f70a-4f88-83ee-977fb340ad6e" providerId="ADAL" clId="{700A9DA4-1B0F-4341-A903-B6D73D7B7A36}" dt="2026-03-20T12:08:48.436" v="881" actId="1076"/>
          <ac:picMkLst>
            <pc:docMk/>
            <pc:sldMk cId="2701426891" sldId="260"/>
            <ac:picMk id="6" creationId="{5A6D10D4-74B3-5072-3CE4-99D1214B185F}"/>
          </ac:picMkLst>
        </pc:picChg>
        <pc:picChg chg="mod">
          <ac:chgData name="Micek, Vojtech" userId="fad96f9e-f70a-4f88-83ee-977fb340ad6e" providerId="ADAL" clId="{700A9DA4-1B0F-4341-A903-B6D73D7B7A36}" dt="2026-03-20T12:07:45.372" v="861" actId="1076"/>
          <ac:picMkLst>
            <pc:docMk/>
            <pc:sldMk cId="2701426891" sldId="260"/>
            <ac:picMk id="9" creationId="{875624B8-61B8-1B81-6193-6A22B9A6644B}"/>
          </ac:picMkLst>
        </pc:picChg>
        <pc:picChg chg="mod">
          <ac:chgData name="Micek, Vojtech" userId="fad96f9e-f70a-4f88-83ee-977fb340ad6e" providerId="ADAL" clId="{700A9DA4-1B0F-4341-A903-B6D73D7B7A36}" dt="2026-03-20T12:07:59.309" v="866" actId="1076"/>
          <ac:picMkLst>
            <pc:docMk/>
            <pc:sldMk cId="2701426891" sldId="260"/>
            <ac:picMk id="11" creationId="{810B9A30-50EE-BBFF-B332-CBF7DA8D8358}"/>
          </ac:picMkLst>
        </pc:picChg>
        <pc:picChg chg="add mod">
          <ac:chgData name="Micek, Vojtech" userId="fad96f9e-f70a-4f88-83ee-977fb340ad6e" providerId="ADAL" clId="{700A9DA4-1B0F-4341-A903-B6D73D7B7A36}" dt="2026-03-20T12:10:26.345" v="891" actId="1076"/>
          <ac:picMkLst>
            <pc:docMk/>
            <pc:sldMk cId="2701426891" sldId="260"/>
            <ac:picMk id="25" creationId="{35CF88D3-C965-9AE8-2739-86A0C18A9782}"/>
          </ac:picMkLst>
        </pc:picChg>
        <pc:cxnChg chg="mod">
          <ac:chgData name="Micek, Vojtech" userId="fad96f9e-f70a-4f88-83ee-977fb340ad6e" providerId="ADAL" clId="{700A9DA4-1B0F-4341-A903-B6D73D7B7A36}" dt="2026-03-20T12:07:59.309" v="866" actId="1076"/>
          <ac:cxnSpMkLst>
            <pc:docMk/>
            <pc:sldMk cId="2701426891" sldId="260"/>
            <ac:cxnSpMk id="13" creationId="{972930C3-A71B-6814-C4E8-50A992C28C85}"/>
          </ac:cxnSpMkLst>
        </pc:cxnChg>
        <pc:cxnChg chg="mod">
          <ac:chgData name="Micek, Vojtech" userId="fad96f9e-f70a-4f88-83ee-977fb340ad6e" providerId="ADAL" clId="{700A9DA4-1B0F-4341-A903-B6D73D7B7A36}" dt="2026-03-20T12:08:40.520" v="879" actId="1076"/>
          <ac:cxnSpMkLst>
            <pc:docMk/>
            <pc:sldMk cId="2701426891" sldId="260"/>
            <ac:cxnSpMk id="16" creationId="{F512B45C-088D-BD55-7073-B71723E95DF7}"/>
          </ac:cxnSpMkLst>
        </pc:cxnChg>
        <pc:cxnChg chg="add mod">
          <ac:chgData name="Micek, Vojtech" userId="fad96f9e-f70a-4f88-83ee-977fb340ad6e" providerId="ADAL" clId="{700A9DA4-1B0F-4341-A903-B6D73D7B7A36}" dt="2026-03-20T12:09:01.934" v="885" actId="14100"/>
          <ac:cxnSpMkLst>
            <pc:docMk/>
            <pc:sldMk cId="2701426891" sldId="260"/>
            <ac:cxnSpMk id="18" creationId="{07DA8669-7E22-2F08-D1C3-90954D937A3D}"/>
          </ac:cxnSpMkLst>
        </pc:cxnChg>
      </pc:sldChg>
      <pc:sldChg chg="addSp delSp modSp add mod ord">
        <pc:chgData name="Micek, Vojtech" userId="fad96f9e-f70a-4f88-83ee-977fb340ad6e" providerId="ADAL" clId="{700A9DA4-1B0F-4341-A903-B6D73D7B7A36}" dt="2026-03-20T12:23:09.811" v="1220"/>
        <pc:sldMkLst>
          <pc:docMk/>
          <pc:sldMk cId="2194893992" sldId="262"/>
        </pc:sldMkLst>
        <pc:spChg chg="add mod">
          <ac:chgData name="Micek, Vojtech" userId="fad96f9e-f70a-4f88-83ee-977fb340ad6e" providerId="ADAL" clId="{700A9DA4-1B0F-4341-A903-B6D73D7B7A36}" dt="2026-03-20T12:19:04.189" v="1149" actId="20577"/>
          <ac:spMkLst>
            <pc:docMk/>
            <pc:sldMk cId="2194893992" sldId="262"/>
            <ac:spMk id="5" creationId="{859ED4D9-B794-9F92-1A50-D2A14C2C8D16}"/>
          </ac:spMkLst>
        </pc:spChg>
        <pc:spChg chg="mod">
          <ac:chgData name="Micek, Vojtech" userId="fad96f9e-f70a-4f88-83ee-977fb340ad6e" providerId="ADAL" clId="{700A9DA4-1B0F-4341-A903-B6D73D7B7A36}" dt="2026-03-16T12:21:18.202" v="720" actId="20577"/>
          <ac:spMkLst>
            <pc:docMk/>
            <pc:sldMk cId="2194893992" sldId="262"/>
            <ac:spMk id="8" creationId="{922F4000-7FC9-A674-02BC-7847DA364CCD}"/>
          </ac:spMkLst>
        </pc:spChg>
        <pc:spChg chg="add mod">
          <ac:chgData name="Micek, Vojtech" userId="fad96f9e-f70a-4f88-83ee-977fb340ad6e" providerId="ADAL" clId="{700A9DA4-1B0F-4341-A903-B6D73D7B7A36}" dt="2026-03-20T12:17:36.170" v="1023" actId="20577"/>
          <ac:spMkLst>
            <pc:docMk/>
            <pc:sldMk cId="2194893992" sldId="262"/>
            <ac:spMk id="9" creationId="{AD44CB59-B76B-6237-B33C-A4BB24E35A2B}"/>
          </ac:spMkLst>
        </pc:spChg>
        <pc:spChg chg="add mod">
          <ac:chgData name="Micek, Vojtech" userId="fad96f9e-f70a-4f88-83ee-977fb340ad6e" providerId="ADAL" clId="{700A9DA4-1B0F-4341-A903-B6D73D7B7A36}" dt="2026-03-20T12:22:15.386" v="1209" actId="14100"/>
          <ac:spMkLst>
            <pc:docMk/>
            <pc:sldMk cId="2194893992" sldId="262"/>
            <ac:spMk id="10" creationId="{8C449941-7609-911A-4E12-A8E046CA71E6}"/>
          </ac:spMkLst>
        </pc:spChg>
        <pc:spChg chg="add mod">
          <ac:chgData name="Micek, Vojtech" userId="fad96f9e-f70a-4f88-83ee-977fb340ad6e" providerId="ADAL" clId="{700A9DA4-1B0F-4341-A903-B6D73D7B7A36}" dt="2026-03-20T12:19:39.561" v="1167" actId="20577"/>
          <ac:spMkLst>
            <pc:docMk/>
            <pc:sldMk cId="2194893992" sldId="262"/>
            <ac:spMk id="11" creationId="{77FB8D78-7F09-A131-EB22-7E7055D93E7C}"/>
          </ac:spMkLst>
        </pc:spChg>
        <pc:spChg chg="add mod">
          <ac:chgData name="Micek, Vojtech" userId="fad96f9e-f70a-4f88-83ee-977fb340ad6e" providerId="ADAL" clId="{700A9DA4-1B0F-4341-A903-B6D73D7B7A36}" dt="2026-03-20T12:23:09.811" v="1220"/>
          <ac:spMkLst>
            <pc:docMk/>
            <pc:sldMk cId="2194893992" sldId="262"/>
            <ac:spMk id="12" creationId="{AD36F4D2-409D-9D02-D2B5-E29C57577175}"/>
          </ac:spMkLst>
        </pc:spChg>
        <pc:graphicFrameChg chg="mod modGraphic">
          <ac:chgData name="Micek, Vojtech" userId="fad96f9e-f70a-4f88-83ee-977fb340ad6e" providerId="ADAL" clId="{700A9DA4-1B0F-4341-A903-B6D73D7B7A36}" dt="2026-03-20T12:16:31.258" v="989" actId="1076"/>
          <ac:graphicFrameMkLst>
            <pc:docMk/>
            <pc:sldMk cId="2194893992" sldId="262"/>
            <ac:graphicFrameMk id="2" creationId="{BC14BD07-7682-EBA0-4A2B-712F30EB7CB1}"/>
          </ac:graphicFrameMkLst>
        </pc:graphicFrameChg>
      </pc:sldChg>
      <pc:sldChg chg="addSp delSp modSp add mod">
        <pc:chgData name="Micek, Vojtech" userId="fad96f9e-f70a-4f88-83ee-977fb340ad6e" providerId="ADAL" clId="{700A9DA4-1B0F-4341-A903-B6D73D7B7A36}" dt="2026-03-23T11:27:09.613" v="1284"/>
        <pc:sldMkLst>
          <pc:docMk/>
          <pc:sldMk cId="1059115923" sldId="263"/>
        </pc:sldMkLst>
        <pc:spChg chg="del mod">
          <ac:chgData name="Micek, Vojtech" userId="fad96f9e-f70a-4f88-83ee-977fb340ad6e" providerId="ADAL" clId="{700A9DA4-1B0F-4341-A903-B6D73D7B7A36}" dt="2026-03-23T11:25:31.385" v="1238" actId="478"/>
          <ac:spMkLst>
            <pc:docMk/>
            <pc:sldMk cId="1059115923" sldId="263"/>
            <ac:spMk id="2" creationId="{FA7BAEF7-BCD9-6624-7CA8-77BFA6BAA62A}"/>
          </ac:spMkLst>
        </pc:spChg>
        <pc:spChg chg="del">
          <ac:chgData name="Micek, Vojtech" userId="fad96f9e-f70a-4f88-83ee-977fb340ad6e" providerId="ADAL" clId="{700A9DA4-1B0F-4341-A903-B6D73D7B7A36}" dt="2026-03-23T11:25:29.311" v="1236" actId="478"/>
          <ac:spMkLst>
            <pc:docMk/>
            <pc:sldMk cId="1059115923" sldId="263"/>
            <ac:spMk id="5" creationId="{33F69E36-7C09-E541-E73D-324939DD62C4}"/>
          </ac:spMkLst>
        </pc:spChg>
        <pc:spChg chg="mod">
          <ac:chgData name="Micek, Vojtech" userId="fad96f9e-f70a-4f88-83ee-977fb340ad6e" providerId="ADAL" clId="{700A9DA4-1B0F-4341-A903-B6D73D7B7A36}" dt="2026-03-23T11:27:09.613" v="1284"/>
          <ac:spMkLst>
            <pc:docMk/>
            <pc:sldMk cId="1059115923" sldId="263"/>
            <ac:spMk id="8" creationId="{5CA77027-19C0-4BBE-4088-D1CF15E789D0}"/>
          </ac:spMkLst>
        </pc:spChg>
        <pc:picChg chg="add mod">
          <ac:chgData name="Micek, Vojtech" userId="fad96f9e-f70a-4f88-83ee-977fb340ad6e" providerId="ADAL" clId="{700A9DA4-1B0F-4341-A903-B6D73D7B7A36}" dt="2026-03-23T11:26:29.100" v="1264" actId="1076"/>
          <ac:picMkLst>
            <pc:docMk/>
            <pc:sldMk cId="1059115923" sldId="263"/>
            <ac:picMk id="6" creationId="{479D4069-7F61-E02D-B4C1-45682E241C98}"/>
          </ac:picMkLst>
        </pc:picChg>
        <pc:picChg chg="del">
          <ac:chgData name="Micek, Vojtech" userId="fad96f9e-f70a-4f88-83ee-977fb340ad6e" providerId="ADAL" clId="{700A9DA4-1B0F-4341-A903-B6D73D7B7A36}" dt="2026-03-23T11:25:27.245" v="1235" actId="478"/>
          <ac:picMkLst>
            <pc:docMk/>
            <pc:sldMk cId="1059115923" sldId="263"/>
            <ac:picMk id="9" creationId="{013E6855-8D75-8549-247E-5C2FE443FE0D}"/>
          </ac:picMkLst>
        </pc:picChg>
        <pc:picChg chg="del">
          <ac:chgData name="Micek, Vojtech" userId="fad96f9e-f70a-4f88-83ee-977fb340ad6e" providerId="ADAL" clId="{700A9DA4-1B0F-4341-A903-B6D73D7B7A36}" dt="2026-03-23T11:25:26.941" v="1234" actId="478"/>
          <ac:picMkLst>
            <pc:docMk/>
            <pc:sldMk cId="1059115923" sldId="263"/>
            <ac:picMk id="11" creationId="{26B9F1C6-C3A9-C1C2-D085-EF842744ED02}"/>
          </ac:picMkLst>
        </pc:picChg>
        <pc:cxnChg chg="del">
          <ac:chgData name="Micek, Vojtech" userId="fad96f9e-f70a-4f88-83ee-977fb340ad6e" providerId="ADAL" clId="{700A9DA4-1B0F-4341-A903-B6D73D7B7A36}" dt="2026-03-23T11:25:29.311" v="1236" actId="478"/>
          <ac:cxnSpMkLst>
            <pc:docMk/>
            <pc:sldMk cId="1059115923" sldId="263"/>
            <ac:cxnSpMk id="12" creationId="{71B39780-2A28-AB67-D493-260DB2C5D4C7}"/>
          </ac:cxnSpMkLst>
        </pc:cxnChg>
        <pc:cxnChg chg="del">
          <ac:chgData name="Micek, Vojtech" userId="fad96f9e-f70a-4f88-83ee-977fb340ad6e" providerId="ADAL" clId="{700A9DA4-1B0F-4341-A903-B6D73D7B7A36}" dt="2026-03-23T11:25:29.311" v="1236" actId="478"/>
          <ac:cxnSpMkLst>
            <pc:docMk/>
            <pc:sldMk cId="1059115923" sldId="263"/>
            <ac:cxnSpMk id="13" creationId="{2873D111-BB62-32DB-286E-60578DB45E4B}"/>
          </ac:cxnSpMkLst>
        </pc:cxnChg>
      </pc:sldChg>
      <pc:sldChg chg="addSp modSp add mod">
        <pc:chgData name="Micek, Vojtech" userId="fad96f9e-f70a-4f88-83ee-977fb340ad6e" providerId="ADAL" clId="{700A9DA4-1B0F-4341-A903-B6D73D7B7A36}" dt="2026-03-23T11:27:07.668" v="1283"/>
        <pc:sldMkLst>
          <pc:docMk/>
          <pc:sldMk cId="639483990" sldId="264"/>
        </pc:sldMkLst>
        <pc:spChg chg="mod">
          <ac:chgData name="Micek, Vojtech" userId="fad96f9e-f70a-4f88-83ee-977fb340ad6e" providerId="ADAL" clId="{700A9DA4-1B0F-4341-A903-B6D73D7B7A36}" dt="2026-03-23T11:27:07.668" v="1283"/>
          <ac:spMkLst>
            <pc:docMk/>
            <pc:sldMk cId="639483990" sldId="264"/>
            <ac:spMk id="8" creationId="{D3B6AD10-CF64-872E-5F3C-DA5B2F3074C0}"/>
          </ac:spMkLst>
        </pc:spChg>
        <pc:picChg chg="add mod">
          <ac:chgData name="Micek, Vojtech" userId="fad96f9e-f70a-4f88-83ee-977fb340ad6e" providerId="ADAL" clId="{700A9DA4-1B0F-4341-A903-B6D73D7B7A36}" dt="2026-03-23T11:26:39.777" v="1268" actId="1076"/>
          <ac:picMkLst>
            <pc:docMk/>
            <pc:sldMk cId="639483990" sldId="264"/>
            <ac:picMk id="4" creationId="{0D868D4D-0645-59A7-276F-44DE34EF7422}"/>
          </ac:picMkLst>
        </pc:picChg>
      </pc:sldChg>
      <pc:sldChg chg="addSp modSp add mod">
        <pc:chgData name="Micek, Vojtech" userId="fad96f9e-f70a-4f88-83ee-977fb340ad6e" providerId="ADAL" clId="{700A9DA4-1B0F-4341-A903-B6D73D7B7A36}" dt="2026-03-23T11:26:57.054" v="1282" actId="20577"/>
        <pc:sldMkLst>
          <pc:docMk/>
          <pc:sldMk cId="3208324044" sldId="265"/>
        </pc:sldMkLst>
        <pc:spChg chg="mod">
          <ac:chgData name="Micek, Vojtech" userId="fad96f9e-f70a-4f88-83ee-977fb340ad6e" providerId="ADAL" clId="{700A9DA4-1B0F-4341-A903-B6D73D7B7A36}" dt="2026-03-23T11:26:57.054" v="1282" actId="20577"/>
          <ac:spMkLst>
            <pc:docMk/>
            <pc:sldMk cId="3208324044" sldId="265"/>
            <ac:spMk id="8" creationId="{5991507A-ED43-C434-5B13-C41F3E0A32B9}"/>
          </ac:spMkLst>
        </pc:spChg>
        <pc:picChg chg="add mod">
          <ac:chgData name="Micek, Vojtech" userId="fad96f9e-f70a-4f88-83ee-977fb340ad6e" providerId="ADAL" clId="{700A9DA4-1B0F-4341-A903-B6D73D7B7A36}" dt="2026-03-23T11:26:48.500" v="1272" actId="1076"/>
          <ac:picMkLst>
            <pc:docMk/>
            <pc:sldMk cId="3208324044" sldId="265"/>
            <ac:picMk id="4" creationId="{332A2878-26E4-AB61-43C6-2615E8AB6E1D}"/>
          </ac:picMkLst>
        </pc:picChg>
      </pc:sldChg>
      <pc:sldChg chg="modSp mod">
        <pc:chgData name="Micek, Vojtech" userId="fad96f9e-f70a-4f88-83ee-977fb340ad6e" providerId="ADAL" clId="{700A9DA4-1B0F-4341-A903-B6D73D7B7A36}" dt="2026-03-23T07:54:37.940" v="1224" actId="20577"/>
        <pc:sldMkLst>
          <pc:docMk/>
          <pc:sldMk cId="2405723227" sldId="2147483635"/>
        </pc:sldMkLst>
        <pc:spChg chg="mod">
          <ac:chgData name="Micek, Vojtech" userId="fad96f9e-f70a-4f88-83ee-977fb340ad6e" providerId="ADAL" clId="{700A9DA4-1B0F-4341-A903-B6D73D7B7A36}" dt="2026-03-23T07:54:37.940" v="1224" actId="20577"/>
          <ac:spMkLst>
            <pc:docMk/>
            <pc:sldMk cId="2405723227" sldId="2147483635"/>
            <ac:spMk id="3" creationId="{41432506-4F8E-1FA9-4197-941AB23E688F}"/>
          </ac:spMkLst>
        </pc:spChg>
      </pc:sldChg>
      <pc:sldChg chg="modSp mod">
        <pc:chgData name="Micek, Vojtech" userId="fad96f9e-f70a-4f88-83ee-977fb340ad6e" providerId="ADAL" clId="{700A9DA4-1B0F-4341-A903-B6D73D7B7A36}" dt="2026-03-23T08:38:05.236" v="1232" actId="20577"/>
        <pc:sldMkLst>
          <pc:docMk/>
          <pc:sldMk cId="297777272" sldId="2147483637"/>
        </pc:sldMkLst>
        <pc:graphicFrameChg chg="modGraphic">
          <ac:chgData name="Micek, Vojtech" userId="fad96f9e-f70a-4f88-83ee-977fb340ad6e" providerId="ADAL" clId="{700A9DA4-1B0F-4341-A903-B6D73D7B7A36}" dt="2026-03-23T08:38:05.236" v="1232" actId="20577"/>
          <ac:graphicFrameMkLst>
            <pc:docMk/>
            <pc:sldMk cId="297777272" sldId="2147483637"/>
            <ac:graphicFrameMk id="2" creationId="{BC3CDA43-0B88-3FA8-276B-B024A805EF12}"/>
          </ac:graphicFrameMkLst>
        </pc:graphicFrameChg>
      </pc:sldChg>
      <pc:sldChg chg="modSp mod">
        <pc:chgData name="Micek, Vojtech" userId="fad96f9e-f70a-4f88-83ee-977fb340ad6e" providerId="ADAL" clId="{700A9DA4-1B0F-4341-A903-B6D73D7B7A36}" dt="2026-03-23T08:28:34.787" v="1226" actId="20577"/>
        <pc:sldMkLst>
          <pc:docMk/>
          <pc:sldMk cId="3705707968" sldId="2147483645"/>
        </pc:sldMkLst>
        <pc:spChg chg="mod">
          <ac:chgData name="Micek, Vojtech" userId="fad96f9e-f70a-4f88-83ee-977fb340ad6e" providerId="ADAL" clId="{700A9DA4-1B0F-4341-A903-B6D73D7B7A36}" dt="2026-03-23T08:28:34.787" v="1226" actId="20577"/>
          <ac:spMkLst>
            <pc:docMk/>
            <pc:sldMk cId="3705707968" sldId="2147483645"/>
            <ac:spMk id="6" creationId="{F4839D3C-857A-3D74-1F83-0A7B90F4D2E2}"/>
          </ac:spMkLst>
        </pc:spChg>
      </pc:sldChg>
      <pc:sldChg chg="addSp delSp modSp mod">
        <pc:chgData name="Micek, Vojtech" userId="fad96f9e-f70a-4f88-83ee-977fb340ad6e" providerId="ADAL" clId="{700A9DA4-1B0F-4341-A903-B6D73D7B7A36}" dt="2026-03-16T12:17:29.338" v="532" actId="1076"/>
        <pc:sldMkLst>
          <pc:docMk/>
          <pc:sldMk cId="3210559938" sldId="2147483647"/>
        </pc:sldMkLst>
        <pc:spChg chg="add mod">
          <ac:chgData name="Micek, Vojtech" userId="fad96f9e-f70a-4f88-83ee-977fb340ad6e" providerId="ADAL" clId="{700A9DA4-1B0F-4341-A903-B6D73D7B7A36}" dt="2026-03-16T12:14:37.259" v="349" actId="14100"/>
          <ac:spMkLst>
            <pc:docMk/>
            <pc:sldMk cId="3210559938" sldId="2147483647"/>
            <ac:spMk id="7" creationId="{632A39DA-D9B6-5D4E-A191-B865B5C054DF}"/>
          </ac:spMkLst>
        </pc:spChg>
        <pc:spChg chg="mod">
          <ac:chgData name="Micek, Vojtech" userId="fad96f9e-f70a-4f88-83ee-977fb340ad6e" providerId="ADAL" clId="{700A9DA4-1B0F-4341-A903-B6D73D7B7A36}" dt="2026-03-16T12:08:14.131" v="34" actId="20577"/>
          <ac:spMkLst>
            <pc:docMk/>
            <pc:sldMk cId="3210559938" sldId="2147483647"/>
            <ac:spMk id="8" creationId="{28A38950-127E-0086-9E98-963EA095746A}"/>
          </ac:spMkLst>
        </pc:spChg>
        <pc:spChg chg="add mod">
          <ac:chgData name="Micek, Vojtech" userId="fad96f9e-f70a-4f88-83ee-977fb340ad6e" providerId="ADAL" clId="{700A9DA4-1B0F-4341-A903-B6D73D7B7A36}" dt="2026-03-16T12:17:29.338" v="532" actId="1076"/>
          <ac:spMkLst>
            <pc:docMk/>
            <pc:sldMk cId="3210559938" sldId="2147483647"/>
            <ac:spMk id="10" creationId="{FB87B609-EB99-2F1F-1E5F-BD771E1B0EEA}"/>
          </ac:spMkLst>
        </pc:spChg>
        <pc:graphicFrameChg chg="add mod modGraphic">
          <ac:chgData name="Micek, Vojtech" userId="fad96f9e-f70a-4f88-83ee-977fb340ad6e" providerId="ADAL" clId="{700A9DA4-1B0F-4341-A903-B6D73D7B7A36}" dt="2026-03-16T12:14:40.160" v="350" actId="14100"/>
          <ac:graphicFrameMkLst>
            <pc:docMk/>
            <pc:sldMk cId="3210559938" sldId="2147483647"/>
            <ac:graphicFrameMk id="9" creationId="{1CE7D645-27F4-0A68-6163-201E771B8E37}"/>
          </ac:graphicFrameMkLst>
        </pc:graphicFrameChg>
        <pc:picChg chg="add mod">
          <ac:chgData name="Micek, Vojtech" userId="fad96f9e-f70a-4f88-83ee-977fb340ad6e" providerId="ADAL" clId="{700A9DA4-1B0F-4341-A903-B6D73D7B7A36}" dt="2026-03-16T12:13:05.190" v="299" actId="1076"/>
          <ac:picMkLst>
            <pc:docMk/>
            <pc:sldMk cId="3210559938" sldId="2147483647"/>
            <ac:picMk id="5" creationId="{F3351FD5-5F3F-0634-9FDE-01B148BDA026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4361679-4A74-4A71-ACC3-87F7BF756F75}" type="doc">
      <dgm:prSet loTypeId="urn:microsoft.com/office/officeart/2005/8/layout/hChevron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825CCE6-E92F-4D1E-B68D-9B921BB64A9C}">
      <dgm:prSet phldrT="[Text]" custT="1"/>
      <dgm:spPr>
        <a:xfrm>
          <a:off x="1371" y="1890758"/>
          <a:ext cx="2246081" cy="898432"/>
        </a:xfrm>
        <a:prstGeom prst="homePlate">
          <a:avLst/>
        </a:prstGeom>
        <a:solidFill>
          <a:sysClr val="window" lastClr="FFFFFF"/>
        </a:solidFill>
        <a:ln w="12700" cap="flat" cmpd="sng" algn="ctr">
          <a:solidFill>
            <a:srgbClr val="878787"/>
          </a:solidFill>
          <a:prstDash val="solid"/>
          <a:miter lim="800000"/>
          <a:headEnd type="none" w="med" len="med"/>
          <a:tailEnd type="none" w="med" len="med"/>
        </a:ln>
        <a:effectLst/>
      </dgm:spPr>
      <dgm:t>
        <a:bodyPr/>
        <a:lstStyle/>
        <a:p>
          <a:pPr algn="ctr">
            <a:buNone/>
          </a:pPr>
          <a:r>
            <a:rPr lang="en-US" sz="1600" b="1" dirty="0">
              <a:solidFill>
                <a:srgbClr val="2C2C2C"/>
              </a:solidFill>
              <a:latin typeface="Noto Sans"/>
              <a:ea typeface="+mn-ea"/>
              <a:cs typeface="+mn-cs"/>
            </a:rPr>
            <a:t>PC/LabVIEW</a:t>
          </a:r>
          <a:br>
            <a:rPr lang="en-US" sz="1600" b="1" dirty="0">
              <a:solidFill>
                <a:srgbClr val="2C2C2C"/>
              </a:solidFill>
              <a:latin typeface="Noto Sans"/>
              <a:ea typeface="+mn-ea"/>
              <a:cs typeface="+mn-cs"/>
            </a:rPr>
          </a:br>
          <a:r>
            <a:rPr lang="en-US" sz="1600" b="1" dirty="0">
              <a:solidFill>
                <a:srgbClr val="2C2C2C"/>
              </a:solidFill>
              <a:latin typeface="Noto Sans"/>
              <a:ea typeface="+mn-ea"/>
              <a:cs typeface="+mn-cs"/>
            </a:rPr>
            <a:t>Manual setup</a:t>
          </a:r>
        </a:p>
      </dgm:t>
    </dgm:pt>
    <dgm:pt modelId="{02949644-8CB0-4E38-A8A7-8048533299F1}" type="parTrans" cxnId="{A6C9CB8C-BA32-44AB-8972-1901DB560C81}">
      <dgm:prSet/>
      <dgm:spPr/>
      <dgm:t>
        <a:bodyPr/>
        <a:lstStyle/>
        <a:p>
          <a:endParaRPr lang="en-US" sz="1600" b="1"/>
        </a:p>
      </dgm:t>
    </dgm:pt>
    <dgm:pt modelId="{926678E1-216C-4AEA-B9AF-0CF35B8A10F2}" type="sibTrans" cxnId="{A6C9CB8C-BA32-44AB-8972-1901DB560C81}">
      <dgm:prSet/>
      <dgm:spPr/>
      <dgm:t>
        <a:bodyPr/>
        <a:lstStyle/>
        <a:p>
          <a:endParaRPr lang="en-US" sz="1600" b="1"/>
        </a:p>
      </dgm:t>
    </dgm:pt>
    <dgm:pt modelId="{0F69F7BD-90F7-4443-98CC-3703F4D2121C}">
      <dgm:prSet phldrT="[Text]" custT="1"/>
      <dgm:spPr>
        <a:xfrm>
          <a:off x="1798236" y="1890758"/>
          <a:ext cx="2246081" cy="898432"/>
        </a:xfrm>
        <a:prstGeom prst="chevron">
          <a:avLst/>
        </a:prstGeom>
        <a:solidFill>
          <a:sysClr val="window" lastClr="FFFFFF"/>
        </a:solidFill>
        <a:ln w="12700" cap="flat" cmpd="sng" algn="ctr">
          <a:solidFill>
            <a:srgbClr val="878787"/>
          </a:solidFill>
          <a:prstDash val="solid"/>
          <a:miter lim="800000"/>
          <a:headEnd type="none" w="med" len="med"/>
          <a:tailEnd type="none" w="med" len="med"/>
        </a:ln>
        <a:effectLst/>
      </dgm:spPr>
      <dgm:t>
        <a:bodyPr/>
        <a:lstStyle/>
        <a:p>
          <a:pPr>
            <a:buNone/>
          </a:pPr>
          <a:r>
            <a:rPr lang="en-US" sz="1600" b="1" dirty="0">
              <a:solidFill>
                <a:srgbClr val="2C2C2C"/>
              </a:solidFill>
              <a:latin typeface="Noto Sans"/>
              <a:ea typeface="+mn-ea"/>
              <a:cs typeface="+mn-cs"/>
            </a:rPr>
            <a:t>MCU logic &amp; sequence control</a:t>
          </a:r>
        </a:p>
      </dgm:t>
    </dgm:pt>
    <dgm:pt modelId="{D6FDC06F-67A8-437A-BF96-C22385CB1A2B}" type="parTrans" cxnId="{02FEFC6B-A44B-4160-9AE3-52EEA688B7D3}">
      <dgm:prSet/>
      <dgm:spPr/>
      <dgm:t>
        <a:bodyPr/>
        <a:lstStyle/>
        <a:p>
          <a:endParaRPr lang="en-US" sz="1600" b="1"/>
        </a:p>
      </dgm:t>
    </dgm:pt>
    <dgm:pt modelId="{061C9053-4B68-4E19-ACE8-C9F583C3E415}" type="sibTrans" cxnId="{02FEFC6B-A44B-4160-9AE3-52EEA688B7D3}">
      <dgm:prSet/>
      <dgm:spPr/>
      <dgm:t>
        <a:bodyPr/>
        <a:lstStyle/>
        <a:p>
          <a:endParaRPr lang="en-US" sz="1600" b="1"/>
        </a:p>
      </dgm:t>
    </dgm:pt>
    <dgm:pt modelId="{66551054-DF4E-4963-A948-04BD6D2C383E}">
      <dgm:prSet phldrT="[Text]" custT="1"/>
      <dgm:spPr>
        <a:xfrm>
          <a:off x="3595101" y="1890758"/>
          <a:ext cx="2246081" cy="898432"/>
        </a:xfrm>
        <a:prstGeom prst="chevron">
          <a:avLst/>
        </a:prstGeom>
        <a:solidFill>
          <a:sysClr val="window" lastClr="FFFFFF"/>
        </a:solidFill>
        <a:ln w="12700" cap="flat" cmpd="sng" algn="ctr">
          <a:solidFill>
            <a:srgbClr val="878787"/>
          </a:solidFill>
          <a:prstDash val="solid"/>
          <a:miter lim="800000"/>
          <a:headEnd type="none" w="med" len="med"/>
          <a:tailEnd type="none" w="med" len="med"/>
        </a:ln>
        <a:effectLst/>
      </dgm:spPr>
      <dgm:t>
        <a:bodyPr/>
        <a:lstStyle/>
        <a:p>
          <a:pPr>
            <a:buNone/>
          </a:pPr>
          <a:r>
            <a:rPr lang="en-US" sz="1600" b="1" dirty="0">
              <a:solidFill>
                <a:srgbClr val="2C2C2C"/>
              </a:solidFill>
              <a:latin typeface="Noto Sans"/>
              <a:ea typeface="+mn-ea"/>
              <a:cs typeface="+mn-cs"/>
            </a:rPr>
            <a:t>Relays</a:t>
          </a:r>
          <a:br>
            <a:rPr lang="en-US" sz="1600" b="1" dirty="0">
              <a:solidFill>
                <a:srgbClr val="2C2C2C"/>
              </a:solidFill>
              <a:latin typeface="Noto Sans"/>
              <a:ea typeface="+mn-ea"/>
              <a:cs typeface="+mn-cs"/>
            </a:rPr>
          </a:br>
          <a:r>
            <a:rPr lang="en-US" sz="1600" b="1" dirty="0">
              <a:solidFill>
                <a:srgbClr val="2C2C2C"/>
              </a:solidFill>
              <a:latin typeface="Noto Sans"/>
              <a:ea typeface="+mn-ea"/>
              <a:cs typeface="+mn-cs"/>
            </a:rPr>
            <a:t>MOSFETs</a:t>
          </a:r>
        </a:p>
      </dgm:t>
    </dgm:pt>
    <dgm:pt modelId="{248CC8B2-7154-44C2-8D09-8B0D6585BA5C}" type="sibTrans" cxnId="{9B827163-6485-40FF-A088-9EBACEA75C6C}">
      <dgm:prSet/>
      <dgm:spPr/>
      <dgm:t>
        <a:bodyPr/>
        <a:lstStyle/>
        <a:p>
          <a:endParaRPr lang="en-US" sz="1600" b="1"/>
        </a:p>
      </dgm:t>
    </dgm:pt>
    <dgm:pt modelId="{32B9AA8F-6EAC-49EF-8615-1A8569348F35}" type="parTrans" cxnId="{9B827163-6485-40FF-A088-9EBACEA75C6C}">
      <dgm:prSet/>
      <dgm:spPr/>
      <dgm:t>
        <a:bodyPr/>
        <a:lstStyle/>
        <a:p>
          <a:endParaRPr lang="en-US" sz="1600" b="1"/>
        </a:p>
      </dgm:t>
    </dgm:pt>
    <dgm:pt modelId="{6A3C2257-FB27-4BF2-B1B2-CB8DD1A8F614}">
      <dgm:prSet phldrT="[Text]" custT="1"/>
      <dgm:spPr>
        <a:xfrm>
          <a:off x="5391966" y="1890758"/>
          <a:ext cx="2246081" cy="898432"/>
        </a:xfrm>
        <a:prstGeom prst="chevron">
          <a:avLst/>
        </a:prstGeom>
        <a:solidFill>
          <a:sysClr val="window" lastClr="FFFFFF"/>
        </a:solidFill>
        <a:ln w="12700" cap="flat" cmpd="sng" algn="ctr">
          <a:solidFill>
            <a:srgbClr val="878787"/>
          </a:solidFill>
          <a:prstDash val="solid"/>
          <a:miter lim="800000"/>
          <a:headEnd type="none" w="med" len="med"/>
          <a:tailEnd type="none" w="med" len="med"/>
        </a:ln>
        <a:effectLst/>
      </dgm:spPr>
      <dgm:t>
        <a:bodyPr/>
        <a:lstStyle/>
        <a:p>
          <a:pPr>
            <a:buNone/>
          </a:pPr>
          <a:r>
            <a:rPr lang="en-US" sz="1600" b="1" dirty="0">
              <a:solidFill>
                <a:srgbClr val="2C2C2C"/>
              </a:solidFill>
              <a:latin typeface="Noto Sans"/>
              <a:ea typeface="+mn-ea"/>
              <a:cs typeface="+mn-cs"/>
            </a:rPr>
            <a:t>DUT</a:t>
          </a:r>
        </a:p>
      </dgm:t>
    </dgm:pt>
    <dgm:pt modelId="{2AA7C21E-1BC5-4361-B5F0-999EBF1FC565}" type="sibTrans" cxnId="{0E51A9B1-5D1D-4896-88C5-7F85ED811022}">
      <dgm:prSet/>
      <dgm:spPr/>
      <dgm:t>
        <a:bodyPr/>
        <a:lstStyle/>
        <a:p>
          <a:endParaRPr lang="en-US" sz="1600" b="1"/>
        </a:p>
      </dgm:t>
    </dgm:pt>
    <dgm:pt modelId="{3F36E465-AC52-44CB-A578-DF8F7526E809}" type="parTrans" cxnId="{0E51A9B1-5D1D-4896-88C5-7F85ED811022}">
      <dgm:prSet/>
      <dgm:spPr/>
      <dgm:t>
        <a:bodyPr/>
        <a:lstStyle/>
        <a:p>
          <a:endParaRPr lang="en-US" sz="1600" b="1"/>
        </a:p>
      </dgm:t>
    </dgm:pt>
    <dgm:pt modelId="{D7E74E6B-A809-4663-9765-16885CC028C1}">
      <dgm:prSet phldrT="[Text]" custT="1"/>
      <dgm:spPr>
        <a:xfrm>
          <a:off x="7188832" y="1890758"/>
          <a:ext cx="2246081" cy="898432"/>
        </a:xfrm>
        <a:prstGeom prst="chevron">
          <a:avLst/>
        </a:prstGeom>
        <a:solidFill>
          <a:sysClr val="window" lastClr="FFFFFF"/>
        </a:solidFill>
        <a:ln w="12700" cap="flat" cmpd="sng" algn="ctr">
          <a:solidFill>
            <a:srgbClr val="878787"/>
          </a:solidFill>
          <a:prstDash val="solid"/>
          <a:miter lim="800000"/>
          <a:headEnd type="none" w="med" len="med"/>
          <a:tailEnd type="none" w="med" len="med"/>
        </a:ln>
        <a:effectLst/>
      </dgm:spPr>
      <dgm:t>
        <a:bodyPr/>
        <a:lstStyle/>
        <a:p>
          <a:pPr>
            <a:buNone/>
          </a:pPr>
          <a:r>
            <a:rPr lang="en-US" sz="1600" b="1" dirty="0">
              <a:solidFill>
                <a:srgbClr val="2C2C2C"/>
              </a:solidFill>
              <a:latin typeface="Noto Sans"/>
              <a:ea typeface="+mn-ea"/>
              <a:cs typeface="+mn-cs"/>
            </a:rPr>
            <a:t>Measurement</a:t>
          </a:r>
          <a:br>
            <a:rPr lang="en-US" sz="1600" b="1" dirty="0">
              <a:solidFill>
                <a:srgbClr val="2C2C2C"/>
              </a:solidFill>
              <a:latin typeface="Noto Sans"/>
              <a:ea typeface="+mn-ea"/>
              <a:cs typeface="+mn-cs"/>
            </a:rPr>
          </a:br>
          <a:r>
            <a:rPr lang="en-US" sz="1600" b="1" dirty="0">
              <a:solidFill>
                <a:srgbClr val="2C2C2C"/>
              </a:solidFill>
              <a:latin typeface="Noto Sans"/>
              <a:ea typeface="+mn-ea"/>
              <a:cs typeface="+mn-cs"/>
            </a:rPr>
            <a:t>devices</a:t>
          </a:r>
        </a:p>
      </dgm:t>
    </dgm:pt>
    <dgm:pt modelId="{7F042D7A-2111-43C8-8BBF-DC7C68301806}" type="sibTrans" cxnId="{116A471A-7A8C-4EFE-AB17-FD114C44D1DC}">
      <dgm:prSet/>
      <dgm:spPr/>
      <dgm:t>
        <a:bodyPr/>
        <a:lstStyle/>
        <a:p>
          <a:endParaRPr lang="en-US" sz="1600" b="1"/>
        </a:p>
      </dgm:t>
    </dgm:pt>
    <dgm:pt modelId="{9304A778-176A-473A-8874-EABFAF4BB6AA}" type="parTrans" cxnId="{116A471A-7A8C-4EFE-AB17-FD114C44D1DC}">
      <dgm:prSet/>
      <dgm:spPr/>
      <dgm:t>
        <a:bodyPr/>
        <a:lstStyle/>
        <a:p>
          <a:endParaRPr lang="en-US" sz="1600" b="1"/>
        </a:p>
      </dgm:t>
    </dgm:pt>
    <dgm:pt modelId="{AC2C5F20-FC59-4A12-8891-8A45B3AEBD20}" type="pres">
      <dgm:prSet presAssocID="{E4361679-4A74-4A71-ACC3-87F7BF756F75}" presName="Name0" presStyleCnt="0">
        <dgm:presLayoutVars>
          <dgm:dir/>
          <dgm:resizeHandles val="exact"/>
        </dgm:presLayoutVars>
      </dgm:prSet>
      <dgm:spPr/>
    </dgm:pt>
    <dgm:pt modelId="{806C94AC-AB2E-4DFF-AEF3-733DCE6070F5}" type="pres">
      <dgm:prSet presAssocID="{5825CCE6-E92F-4D1E-B68D-9B921BB64A9C}" presName="parTxOnly" presStyleLbl="node1" presStyleIdx="0" presStyleCnt="5">
        <dgm:presLayoutVars>
          <dgm:bulletEnabled val="1"/>
        </dgm:presLayoutVars>
      </dgm:prSet>
      <dgm:spPr/>
    </dgm:pt>
    <dgm:pt modelId="{0AC2FF67-225A-48A2-9FA3-A78445C78893}" type="pres">
      <dgm:prSet presAssocID="{926678E1-216C-4AEA-B9AF-0CF35B8A10F2}" presName="parSpace" presStyleCnt="0"/>
      <dgm:spPr/>
    </dgm:pt>
    <dgm:pt modelId="{A679FFC9-809C-4B63-9E8C-FEA3D2935D6C}" type="pres">
      <dgm:prSet presAssocID="{0F69F7BD-90F7-4443-98CC-3703F4D2121C}" presName="parTxOnly" presStyleLbl="node1" presStyleIdx="1" presStyleCnt="5">
        <dgm:presLayoutVars>
          <dgm:bulletEnabled val="1"/>
        </dgm:presLayoutVars>
      </dgm:prSet>
      <dgm:spPr/>
    </dgm:pt>
    <dgm:pt modelId="{6562B910-09D5-41EE-B501-DFA063FAADD2}" type="pres">
      <dgm:prSet presAssocID="{061C9053-4B68-4E19-ACE8-C9F583C3E415}" presName="parSpace" presStyleCnt="0"/>
      <dgm:spPr/>
    </dgm:pt>
    <dgm:pt modelId="{52554C8F-6B76-4428-970B-3F0126AF0496}" type="pres">
      <dgm:prSet presAssocID="{66551054-DF4E-4963-A948-04BD6D2C383E}" presName="parTxOnly" presStyleLbl="node1" presStyleIdx="2" presStyleCnt="5">
        <dgm:presLayoutVars>
          <dgm:bulletEnabled val="1"/>
        </dgm:presLayoutVars>
      </dgm:prSet>
      <dgm:spPr/>
    </dgm:pt>
    <dgm:pt modelId="{56C68B76-E4FD-4636-80BE-D1DB659AC579}" type="pres">
      <dgm:prSet presAssocID="{248CC8B2-7154-44C2-8D09-8B0D6585BA5C}" presName="parSpace" presStyleCnt="0"/>
      <dgm:spPr/>
    </dgm:pt>
    <dgm:pt modelId="{43826115-B1D2-477B-9048-2F7AA5FFD7BA}" type="pres">
      <dgm:prSet presAssocID="{6A3C2257-FB27-4BF2-B1B2-CB8DD1A8F614}" presName="parTxOnly" presStyleLbl="node1" presStyleIdx="3" presStyleCnt="5">
        <dgm:presLayoutVars>
          <dgm:bulletEnabled val="1"/>
        </dgm:presLayoutVars>
      </dgm:prSet>
      <dgm:spPr/>
    </dgm:pt>
    <dgm:pt modelId="{F133FCC1-C6A5-4EA3-BB6A-8138D3262372}" type="pres">
      <dgm:prSet presAssocID="{2AA7C21E-1BC5-4361-B5F0-999EBF1FC565}" presName="parSpace" presStyleCnt="0"/>
      <dgm:spPr/>
    </dgm:pt>
    <dgm:pt modelId="{6F0001C0-DADC-4B5D-9800-62B665752EB6}" type="pres">
      <dgm:prSet presAssocID="{D7E74E6B-A809-4663-9765-16885CC028C1}" presName="parTxOnly" presStyleLbl="node1" presStyleIdx="4" presStyleCnt="5">
        <dgm:presLayoutVars>
          <dgm:bulletEnabled val="1"/>
        </dgm:presLayoutVars>
      </dgm:prSet>
      <dgm:spPr/>
    </dgm:pt>
  </dgm:ptLst>
  <dgm:cxnLst>
    <dgm:cxn modelId="{5E9CDB0D-A133-4AA1-84A1-21EE3F0F0E7F}" type="presOf" srcId="{5825CCE6-E92F-4D1E-B68D-9B921BB64A9C}" destId="{806C94AC-AB2E-4DFF-AEF3-733DCE6070F5}" srcOrd="0" destOrd="0" presId="urn:microsoft.com/office/officeart/2005/8/layout/hChevron3"/>
    <dgm:cxn modelId="{33588A14-FCBD-4435-9F3F-2FCC93AA4F18}" type="presOf" srcId="{D7E74E6B-A809-4663-9765-16885CC028C1}" destId="{6F0001C0-DADC-4B5D-9800-62B665752EB6}" srcOrd="0" destOrd="0" presId="urn:microsoft.com/office/officeart/2005/8/layout/hChevron3"/>
    <dgm:cxn modelId="{116A471A-7A8C-4EFE-AB17-FD114C44D1DC}" srcId="{E4361679-4A74-4A71-ACC3-87F7BF756F75}" destId="{D7E74E6B-A809-4663-9765-16885CC028C1}" srcOrd="4" destOrd="0" parTransId="{9304A778-176A-473A-8874-EABFAF4BB6AA}" sibTransId="{7F042D7A-2111-43C8-8BBF-DC7C68301806}"/>
    <dgm:cxn modelId="{263EF15C-77FB-41DE-9FEE-05356CB82E69}" type="presOf" srcId="{66551054-DF4E-4963-A948-04BD6D2C383E}" destId="{52554C8F-6B76-4428-970B-3F0126AF0496}" srcOrd="0" destOrd="0" presId="urn:microsoft.com/office/officeart/2005/8/layout/hChevron3"/>
    <dgm:cxn modelId="{9B827163-6485-40FF-A088-9EBACEA75C6C}" srcId="{E4361679-4A74-4A71-ACC3-87F7BF756F75}" destId="{66551054-DF4E-4963-A948-04BD6D2C383E}" srcOrd="2" destOrd="0" parTransId="{32B9AA8F-6EAC-49EF-8615-1A8569348F35}" sibTransId="{248CC8B2-7154-44C2-8D09-8B0D6585BA5C}"/>
    <dgm:cxn modelId="{02FEFC6B-A44B-4160-9AE3-52EEA688B7D3}" srcId="{E4361679-4A74-4A71-ACC3-87F7BF756F75}" destId="{0F69F7BD-90F7-4443-98CC-3703F4D2121C}" srcOrd="1" destOrd="0" parTransId="{D6FDC06F-67A8-437A-BF96-C22385CB1A2B}" sibTransId="{061C9053-4B68-4E19-ACE8-C9F583C3E415}"/>
    <dgm:cxn modelId="{C91A486E-15E5-44D4-9842-49CBF467E5A9}" type="presOf" srcId="{0F69F7BD-90F7-4443-98CC-3703F4D2121C}" destId="{A679FFC9-809C-4B63-9E8C-FEA3D2935D6C}" srcOrd="0" destOrd="0" presId="urn:microsoft.com/office/officeart/2005/8/layout/hChevron3"/>
    <dgm:cxn modelId="{A6C9CB8C-BA32-44AB-8972-1901DB560C81}" srcId="{E4361679-4A74-4A71-ACC3-87F7BF756F75}" destId="{5825CCE6-E92F-4D1E-B68D-9B921BB64A9C}" srcOrd="0" destOrd="0" parTransId="{02949644-8CB0-4E38-A8A7-8048533299F1}" sibTransId="{926678E1-216C-4AEA-B9AF-0CF35B8A10F2}"/>
    <dgm:cxn modelId="{4C7817AB-1C94-4FED-B568-C56F56B3413A}" type="presOf" srcId="{E4361679-4A74-4A71-ACC3-87F7BF756F75}" destId="{AC2C5F20-FC59-4A12-8891-8A45B3AEBD20}" srcOrd="0" destOrd="0" presId="urn:microsoft.com/office/officeart/2005/8/layout/hChevron3"/>
    <dgm:cxn modelId="{0E51A9B1-5D1D-4896-88C5-7F85ED811022}" srcId="{E4361679-4A74-4A71-ACC3-87F7BF756F75}" destId="{6A3C2257-FB27-4BF2-B1B2-CB8DD1A8F614}" srcOrd="3" destOrd="0" parTransId="{3F36E465-AC52-44CB-A578-DF8F7526E809}" sibTransId="{2AA7C21E-1BC5-4361-B5F0-999EBF1FC565}"/>
    <dgm:cxn modelId="{9BD5E9CD-9A47-42AD-AF97-94881DA109E1}" type="presOf" srcId="{6A3C2257-FB27-4BF2-B1B2-CB8DD1A8F614}" destId="{43826115-B1D2-477B-9048-2F7AA5FFD7BA}" srcOrd="0" destOrd="0" presId="urn:microsoft.com/office/officeart/2005/8/layout/hChevron3"/>
    <dgm:cxn modelId="{08EF7776-26E1-4E5D-BBFF-D015570582AC}" type="presParOf" srcId="{AC2C5F20-FC59-4A12-8891-8A45B3AEBD20}" destId="{806C94AC-AB2E-4DFF-AEF3-733DCE6070F5}" srcOrd="0" destOrd="0" presId="urn:microsoft.com/office/officeart/2005/8/layout/hChevron3"/>
    <dgm:cxn modelId="{0F14C2D2-69FE-4CB7-9369-9F616C067513}" type="presParOf" srcId="{AC2C5F20-FC59-4A12-8891-8A45B3AEBD20}" destId="{0AC2FF67-225A-48A2-9FA3-A78445C78893}" srcOrd="1" destOrd="0" presId="urn:microsoft.com/office/officeart/2005/8/layout/hChevron3"/>
    <dgm:cxn modelId="{56E1ABC4-D5B7-4981-BF69-04B62FF6BFDA}" type="presParOf" srcId="{AC2C5F20-FC59-4A12-8891-8A45B3AEBD20}" destId="{A679FFC9-809C-4B63-9E8C-FEA3D2935D6C}" srcOrd="2" destOrd="0" presId="urn:microsoft.com/office/officeart/2005/8/layout/hChevron3"/>
    <dgm:cxn modelId="{5628E390-0F40-49C6-A938-0F60DE069EA1}" type="presParOf" srcId="{AC2C5F20-FC59-4A12-8891-8A45B3AEBD20}" destId="{6562B910-09D5-41EE-B501-DFA063FAADD2}" srcOrd="3" destOrd="0" presId="urn:microsoft.com/office/officeart/2005/8/layout/hChevron3"/>
    <dgm:cxn modelId="{3CF407EA-B6BA-47BA-BE4A-B699C5D10832}" type="presParOf" srcId="{AC2C5F20-FC59-4A12-8891-8A45B3AEBD20}" destId="{52554C8F-6B76-4428-970B-3F0126AF0496}" srcOrd="4" destOrd="0" presId="urn:microsoft.com/office/officeart/2005/8/layout/hChevron3"/>
    <dgm:cxn modelId="{7CDB211D-CB2E-47E1-BE32-57EC366EFC07}" type="presParOf" srcId="{AC2C5F20-FC59-4A12-8891-8A45B3AEBD20}" destId="{56C68B76-E4FD-4636-80BE-D1DB659AC579}" srcOrd="5" destOrd="0" presId="urn:microsoft.com/office/officeart/2005/8/layout/hChevron3"/>
    <dgm:cxn modelId="{3AA41E38-A12D-4717-B22B-E8DEEE172867}" type="presParOf" srcId="{AC2C5F20-FC59-4A12-8891-8A45B3AEBD20}" destId="{43826115-B1D2-477B-9048-2F7AA5FFD7BA}" srcOrd="6" destOrd="0" presId="urn:microsoft.com/office/officeart/2005/8/layout/hChevron3"/>
    <dgm:cxn modelId="{1C0E8247-7FE5-4EFF-9327-E78C1ED2787D}" type="presParOf" srcId="{AC2C5F20-FC59-4A12-8891-8A45B3AEBD20}" destId="{F133FCC1-C6A5-4EA3-BB6A-8138D3262372}" srcOrd="7" destOrd="0" presId="urn:microsoft.com/office/officeart/2005/8/layout/hChevron3"/>
    <dgm:cxn modelId="{374E32E5-0FF4-4966-9FD8-930F6D25F033}" type="presParOf" srcId="{AC2C5F20-FC59-4A12-8891-8A45B3AEBD20}" destId="{6F0001C0-DADC-4B5D-9800-62B665752EB6}" srcOrd="8" destOrd="0" presId="urn:microsoft.com/office/officeart/2005/8/layout/hChevron3"/>
  </dgm:cxnLst>
  <dgm:bg>
    <a:noFill/>
  </dgm:bg>
  <dgm:whole>
    <a:ln>
      <a:noFill/>
    </a:ln>
  </dgm:whole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4361679-4A74-4A71-ACC3-87F7BF756F75}" type="doc">
      <dgm:prSet loTypeId="urn:microsoft.com/office/officeart/2005/8/layout/hChevron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825CCE6-E92F-4D1E-B68D-9B921BB64A9C}">
      <dgm:prSet phldrT="[Text]" custT="1"/>
      <dgm:spPr>
        <a:xfrm>
          <a:off x="1371" y="1890758"/>
          <a:ext cx="2246081" cy="898432"/>
        </a:xfrm>
        <a:prstGeom prst="homePlate">
          <a:avLst/>
        </a:prstGeom>
        <a:solidFill>
          <a:sysClr val="window" lastClr="FFFFFF"/>
        </a:solidFill>
        <a:ln w="12700" cap="flat" cmpd="sng" algn="ctr">
          <a:solidFill>
            <a:srgbClr val="878787"/>
          </a:solidFill>
          <a:prstDash val="solid"/>
          <a:miter lim="800000"/>
          <a:headEnd type="none" w="med" len="med"/>
          <a:tailEnd type="none" w="med" len="med"/>
        </a:ln>
        <a:effectLst/>
      </dgm:spPr>
      <dgm:t>
        <a:bodyPr/>
        <a:lstStyle/>
        <a:p>
          <a:pPr algn="ctr">
            <a:buNone/>
          </a:pPr>
          <a:r>
            <a:rPr lang="en-US" sz="1600" b="1" dirty="0">
              <a:solidFill>
                <a:srgbClr val="2C2C2C"/>
              </a:solidFill>
              <a:latin typeface="Noto Sans"/>
              <a:ea typeface="+mn-ea"/>
              <a:cs typeface="+mn-cs"/>
            </a:rPr>
            <a:t>Select control mode</a:t>
          </a:r>
        </a:p>
      </dgm:t>
    </dgm:pt>
    <dgm:pt modelId="{02949644-8CB0-4E38-A8A7-8048533299F1}" type="parTrans" cxnId="{A6C9CB8C-BA32-44AB-8972-1901DB560C81}">
      <dgm:prSet/>
      <dgm:spPr/>
      <dgm:t>
        <a:bodyPr/>
        <a:lstStyle/>
        <a:p>
          <a:endParaRPr lang="en-US" sz="1600" b="1"/>
        </a:p>
      </dgm:t>
    </dgm:pt>
    <dgm:pt modelId="{926678E1-216C-4AEA-B9AF-0CF35B8A10F2}" type="sibTrans" cxnId="{A6C9CB8C-BA32-44AB-8972-1901DB560C81}">
      <dgm:prSet/>
      <dgm:spPr/>
      <dgm:t>
        <a:bodyPr/>
        <a:lstStyle/>
        <a:p>
          <a:endParaRPr lang="en-US" sz="1600" b="1"/>
        </a:p>
      </dgm:t>
    </dgm:pt>
    <dgm:pt modelId="{0F69F7BD-90F7-4443-98CC-3703F4D2121C}">
      <dgm:prSet phldrT="[Text]" custT="1"/>
      <dgm:spPr>
        <a:xfrm>
          <a:off x="1798236" y="1890758"/>
          <a:ext cx="2246081" cy="898432"/>
        </a:xfrm>
        <a:prstGeom prst="chevron">
          <a:avLst/>
        </a:prstGeom>
        <a:solidFill>
          <a:sysClr val="window" lastClr="FFFFFF"/>
        </a:solidFill>
        <a:ln w="12700" cap="flat" cmpd="sng" algn="ctr">
          <a:solidFill>
            <a:srgbClr val="878787"/>
          </a:solidFill>
          <a:prstDash val="solid"/>
          <a:miter lim="800000"/>
          <a:headEnd type="none" w="med" len="med"/>
          <a:tailEnd type="none" w="med" len="med"/>
        </a:ln>
        <a:effectLst/>
      </dgm:spPr>
      <dgm:t>
        <a:bodyPr/>
        <a:lstStyle/>
        <a:p>
          <a:pPr>
            <a:buNone/>
          </a:pPr>
          <a:r>
            <a:rPr lang="en-US" sz="1600" b="1" dirty="0">
              <a:solidFill>
                <a:srgbClr val="2C2C2C"/>
              </a:solidFill>
              <a:latin typeface="Noto Sans"/>
              <a:ea typeface="+mn-ea"/>
              <a:cs typeface="+mn-cs"/>
            </a:rPr>
            <a:t>Configure channels and timing</a:t>
          </a:r>
        </a:p>
      </dgm:t>
    </dgm:pt>
    <dgm:pt modelId="{D6FDC06F-67A8-437A-BF96-C22385CB1A2B}" type="parTrans" cxnId="{02FEFC6B-A44B-4160-9AE3-52EEA688B7D3}">
      <dgm:prSet/>
      <dgm:spPr/>
      <dgm:t>
        <a:bodyPr/>
        <a:lstStyle/>
        <a:p>
          <a:endParaRPr lang="en-US" sz="1600" b="1"/>
        </a:p>
      </dgm:t>
    </dgm:pt>
    <dgm:pt modelId="{061C9053-4B68-4E19-ACE8-C9F583C3E415}" type="sibTrans" cxnId="{02FEFC6B-A44B-4160-9AE3-52EEA688B7D3}">
      <dgm:prSet/>
      <dgm:spPr/>
      <dgm:t>
        <a:bodyPr/>
        <a:lstStyle/>
        <a:p>
          <a:endParaRPr lang="en-US" sz="1600" b="1"/>
        </a:p>
      </dgm:t>
    </dgm:pt>
    <dgm:pt modelId="{66551054-DF4E-4963-A948-04BD6D2C383E}">
      <dgm:prSet phldrT="[Text]" custT="1"/>
      <dgm:spPr>
        <a:xfrm>
          <a:off x="3595101" y="1890758"/>
          <a:ext cx="2246081" cy="898432"/>
        </a:xfrm>
        <a:prstGeom prst="chevron">
          <a:avLst/>
        </a:prstGeom>
        <a:solidFill>
          <a:sysClr val="window" lastClr="FFFFFF"/>
        </a:solidFill>
        <a:ln w="12700" cap="flat" cmpd="sng" algn="ctr">
          <a:solidFill>
            <a:srgbClr val="878787"/>
          </a:solidFill>
          <a:prstDash val="solid"/>
          <a:miter lim="800000"/>
          <a:headEnd type="none" w="med" len="med"/>
          <a:tailEnd type="none" w="med" len="med"/>
        </a:ln>
        <a:effectLst/>
      </dgm:spPr>
      <dgm:t>
        <a:bodyPr/>
        <a:lstStyle/>
        <a:p>
          <a:pPr>
            <a:buNone/>
          </a:pPr>
          <a:r>
            <a:rPr lang="en-US" sz="1600" b="1" dirty="0">
              <a:solidFill>
                <a:srgbClr val="2C2C2C"/>
              </a:solidFill>
              <a:latin typeface="Noto Sans"/>
              <a:ea typeface="+mn-ea"/>
              <a:cs typeface="+mn-cs"/>
            </a:rPr>
            <a:t>Run test</a:t>
          </a:r>
        </a:p>
      </dgm:t>
    </dgm:pt>
    <dgm:pt modelId="{248CC8B2-7154-44C2-8D09-8B0D6585BA5C}" type="sibTrans" cxnId="{9B827163-6485-40FF-A088-9EBACEA75C6C}">
      <dgm:prSet/>
      <dgm:spPr/>
      <dgm:t>
        <a:bodyPr/>
        <a:lstStyle/>
        <a:p>
          <a:endParaRPr lang="en-US" sz="1600" b="1"/>
        </a:p>
      </dgm:t>
    </dgm:pt>
    <dgm:pt modelId="{32B9AA8F-6EAC-49EF-8615-1A8569348F35}" type="parTrans" cxnId="{9B827163-6485-40FF-A088-9EBACEA75C6C}">
      <dgm:prSet/>
      <dgm:spPr/>
      <dgm:t>
        <a:bodyPr/>
        <a:lstStyle/>
        <a:p>
          <a:endParaRPr lang="en-US" sz="1600" b="1"/>
        </a:p>
      </dgm:t>
    </dgm:pt>
    <dgm:pt modelId="{6A3C2257-FB27-4BF2-B1B2-CB8DD1A8F614}">
      <dgm:prSet phldrT="[Text]" custT="1"/>
      <dgm:spPr>
        <a:xfrm>
          <a:off x="5391966" y="1890758"/>
          <a:ext cx="2246081" cy="898432"/>
        </a:xfrm>
        <a:prstGeom prst="chevron">
          <a:avLst/>
        </a:prstGeom>
        <a:solidFill>
          <a:sysClr val="window" lastClr="FFFFFF"/>
        </a:solidFill>
        <a:ln w="12700" cap="flat" cmpd="sng" algn="ctr">
          <a:solidFill>
            <a:srgbClr val="878787"/>
          </a:solidFill>
          <a:prstDash val="solid"/>
          <a:miter lim="800000"/>
          <a:headEnd type="none" w="med" len="med"/>
          <a:tailEnd type="none" w="med" len="med"/>
        </a:ln>
        <a:effectLst/>
      </dgm:spPr>
      <dgm:t>
        <a:bodyPr/>
        <a:lstStyle/>
        <a:p>
          <a:pPr>
            <a:buNone/>
          </a:pPr>
          <a:r>
            <a:rPr lang="en-US" sz="1600" b="1" dirty="0">
              <a:solidFill>
                <a:srgbClr val="2C2C2C"/>
              </a:solidFill>
              <a:latin typeface="Noto Sans"/>
              <a:ea typeface="+mn-ea"/>
              <a:cs typeface="+mn-cs"/>
            </a:rPr>
            <a:t>Monitor test progress</a:t>
          </a:r>
        </a:p>
      </dgm:t>
    </dgm:pt>
    <dgm:pt modelId="{2AA7C21E-1BC5-4361-B5F0-999EBF1FC565}" type="sibTrans" cxnId="{0E51A9B1-5D1D-4896-88C5-7F85ED811022}">
      <dgm:prSet/>
      <dgm:spPr/>
      <dgm:t>
        <a:bodyPr/>
        <a:lstStyle/>
        <a:p>
          <a:endParaRPr lang="en-US" sz="1600" b="1"/>
        </a:p>
      </dgm:t>
    </dgm:pt>
    <dgm:pt modelId="{3F36E465-AC52-44CB-A578-DF8F7526E809}" type="parTrans" cxnId="{0E51A9B1-5D1D-4896-88C5-7F85ED811022}">
      <dgm:prSet/>
      <dgm:spPr/>
      <dgm:t>
        <a:bodyPr/>
        <a:lstStyle/>
        <a:p>
          <a:endParaRPr lang="en-US" sz="1600" b="1"/>
        </a:p>
      </dgm:t>
    </dgm:pt>
    <dgm:pt modelId="{D7E74E6B-A809-4663-9765-16885CC028C1}">
      <dgm:prSet phldrT="[Text]" custT="1"/>
      <dgm:spPr>
        <a:xfrm>
          <a:off x="7188832" y="1890758"/>
          <a:ext cx="2246081" cy="898432"/>
        </a:xfrm>
        <a:prstGeom prst="chevron">
          <a:avLst/>
        </a:prstGeom>
        <a:solidFill>
          <a:sysClr val="window" lastClr="FFFFFF"/>
        </a:solidFill>
        <a:ln w="12700" cap="flat" cmpd="sng" algn="ctr">
          <a:solidFill>
            <a:srgbClr val="878787"/>
          </a:solidFill>
          <a:prstDash val="solid"/>
          <a:miter lim="800000"/>
          <a:headEnd type="none" w="med" len="med"/>
          <a:tailEnd type="none" w="med" len="med"/>
        </a:ln>
        <a:effectLst/>
      </dgm:spPr>
      <dgm:t>
        <a:bodyPr/>
        <a:lstStyle/>
        <a:p>
          <a:pPr>
            <a:buNone/>
          </a:pPr>
          <a:r>
            <a:rPr lang="en-US" sz="1600" b="1" dirty="0">
              <a:solidFill>
                <a:srgbClr val="2C2C2C"/>
              </a:solidFill>
              <a:latin typeface="Noto Sans"/>
              <a:ea typeface="+mn-ea"/>
              <a:cs typeface="+mn-cs"/>
            </a:rPr>
            <a:t>Evaluate test results</a:t>
          </a:r>
        </a:p>
      </dgm:t>
    </dgm:pt>
    <dgm:pt modelId="{7F042D7A-2111-43C8-8BBF-DC7C68301806}" type="sibTrans" cxnId="{116A471A-7A8C-4EFE-AB17-FD114C44D1DC}">
      <dgm:prSet/>
      <dgm:spPr/>
      <dgm:t>
        <a:bodyPr/>
        <a:lstStyle/>
        <a:p>
          <a:endParaRPr lang="en-US" sz="1600" b="1"/>
        </a:p>
      </dgm:t>
    </dgm:pt>
    <dgm:pt modelId="{9304A778-176A-473A-8874-EABFAF4BB6AA}" type="parTrans" cxnId="{116A471A-7A8C-4EFE-AB17-FD114C44D1DC}">
      <dgm:prSet/>
      <dgm:spPr/>
      <dgm:t>
        <a:bodyPr/>
        <a:lstStyle/>
        <a:p>
          <a:endParaRPr lang="en-US" sz="1600" b="1"/>
        </a:p>
      </dgm:t>
    </dgm:pt>
    <dgm:pt modelId="{AC2C5F20-FC59-4A12-8891-8A45B3AEBD20}" type="pres">
      <dgm:prSet presAssocID="{E4361679-4A74-4A71-ACC3-87F7BF756F75}" presName="Name0" presStyleCnt="0">
        <dgm:presLayoutVars>
          <dgm:dir/>
          <dgm:resizeHandles val="exact"/>
        </dgm:presLayoutVars>
      </dgm:prSet>
      <dgm:spPr/>
    </dgm:pt>
    <dgm:pt modelId="{806C94AC-AB2E-4DFF-AEF3-733DCE6070F5}" type="pres">
      <dgm:prSet presAssocID="{5825CCE6-E92F-4D1E-B68D-9B921BB64A9C}" presName="parTxOnly" presStyleLbl="node1" presStyleIdx="0" presStyleCnt="5">
        <dgm:presLayoutVars>
          <dgm:bulletEnabled val="1"/>
        </dgm:presLayoutVars>
      </dgm:prSet>
      <dgm:spPr/>
    </dgm:pt>
    <dgm:pt modelId="{0AC2FF67-225A-48A2-9FA3-A78445C78893}" type="pres">
      <dgm:prSet presAssocID="{926678E1-216C-4AEA-B9AF-0CF35B8A10F2}" presName="parSpace" presStyleCnt="0"/>
      <dgm:spPr/>
    </dgm:pt>
    <dgm:pt modelId="{A679FFC9-809C-4B63-9E8C-FEA3D2935D6C}" type="pres">
      <dgm:prSet presAssocID="{0F69F7BD-90F7-4443-98CC-3703F4D2121C}" presName="parTxOnly" presStyleLbl="node1" presStyleIdx="1" presStyleCnt="5">
        <dgm:presLayoutVars>
          <dgm:bulletEnabled val="1"/>
        </dgm:presLayoutVars>
      </dgm:prSet>
      <dgm:spPr/>
    </dgm:pt>
    <dgm:pt modelId="{6562B910-09D5-41EE-B501-DFA063FAADD2}" type="pres">
      <dgm:prSet presAssocID="{061C9053-4B68-4E19-ACE8-C9F583C3E415}" presName="parSpace" presStyleCnt="0"/>
      <dgm:spPr/>
    </dgm:pt>
    <dgm:pt modelId="{52554C8F-6B76-4428-970B-3F0126AF0496}" type="pres">
      <dgm:prSet presAssocID="{66551054-DF4E-4963-A948-04BD6D2C383E}" presName="parTxOnly" presStyleLbl="node1" presStyleIdx="2" presStyleCnt="5">
        <dgm:presLayoutVars>
          <dgm:bulletEnabled val="1"/>
        </dgm:presLayoutVars>
      </dgm:prSet>
      <dgm:spPr/>
    </dgm:pt>
    <dgm:pt modelId="{56C68B76-E4FD-4636-80BE-D1DB659AC579}" type="pres">
      <dgm:prSet presAssocID="{248CC8B2-7154-44C2-8D09-8B0D6585BA5C}" presName="parSpace" presStyleCnt="0"/>
      <dgm:spPr/>
    </dgm:pt>
    <dgm:pt modelId="{43826115-B1D2-477B-9048-2F7AA5FFD7BA}" type="pres">
      <dgm:prSet presAssocID="{6A3C2257-FB27-4BF2-B1B2-CB8DD1A8F614}" presName="parTxOnly" presStyleLbl="node1" presStyleIdx="3" presStyleCnt="5">
        <dgm:presLayoutVars>
          <dgm:bulletEnabled val="1"/>
        </dgm:presLayoutVars>
      </dgm:prSet>
      <dgm:spPr/>
    </dgm:pt>
    <dgm:pt modelId="{F133FCC1-C6A5-4EA3-BB6A-8138D3262372}" type="pres">
      <dgm:prSet presAssocID="{2AA7C21E-1BC5-4361-B5F0-999EBF1FC565}" presName="parSpace" presStyleCnt="0"/>
      <dgm:spPr/>
    </dgm:pt>
    <dgm:pt modelId="{6F0001C0-DADC-4B5D-9800-62B665752EB6}" type="pres">
      <dgm:prSet presAssocID="{D7E74E6B-A809-4663-9765-16885CC028C1}" presName="parTxOnly" presStyleLbl="node1" presStyleIdx="4" presStyleCnt="5">
        <dgm:presLayoutVars>
          <dgm:bulletEnabled val="1"/>
        </dgm:presLayoutVars>
      </dgm:prSet>
      <dgm:spPr/>
    </dgm:pt>
  </dgm:ptLst>
  <dgm:cxnLst>
    <dgm:cxn modelId="{5E9CDB0D-A133-4AA1-84A1-21EE3F0F0E7F}" type="presOf" srcId="{5825CCE6-E92F-4D1E-B68D-9B921BB64A9C}" destId="{806C94AC-AB2E-4DFF-AEF3-733DCE6070F5}" srcOrd="0" destOrd="0" presId="urn:microsoft.com/office/officeart/2005/8/layout/hChevron3"/>
    <dgm:cxn modelId="{33588A14-FCBD-4435-9F3F-2FCC93AA4F18}" type="presOf" srcId="{D7E74E6B-A809-4663-9765-16885CC028C1}" destId="{6F0001C0-DADC-4B5D-9800-62B665752EB6}" srcOrd="0" destOrd="0" presId="urn:microsoft.com/office/officeart/2005/8/layout/hChevron3"/>
    <dgm:cxn modelId="{116A471A-7A8C-4EFE-AB17-FD114C44D1DC}" srcId="{E4361679-4A74-4A71-ACC3-87F7BF756F75}" destId="{D7E74E6B-A809-4663-9765-16885CC028C1}" srcOrd="4" destOrd="0" parTransId="{9304A778-176A-473A-8874-EABFAF4BB6AA}" sibTransId="{7F042D7A-2111-43C8-8BBF-DC7C68301806}"/>
    <dgm:cxn modelId="{263EF15C-77FB-41DE-9FEE-05356CB82E69}" type="presOf" srcId="{66551054-DF4E-4963-A948-04BD6D2C383E}" destId="{52554C8F-6B76-4428-970B-3F0126AF0496}" srcOrd="0" destOrd="0" presId="urn:microsoft.com/office/officeart/2005/8/layout/hChevron3"/>
    <dgm:cxn modelId="{9B827163-6485-40FF-A088-9EBACEA75C6C}" srcId="{E4361679-4A74-4A71-ACC3-87F7BF756F75}" destId="{66551054-DF4E-4963-A948-04BD6D2C383E}" srcOrd="2" destOrd="0" parTransId="{32B9AA8F-6EAC-49EF-8615-1A8569348F35}" sibTransId="{248CC8B2-7154-44C2-8D09-8B0D6585BA5C}"/>
    <dgm:cxn modelId="{02FEFC6B-A44B-4160-9AE3-52EEA688B7D3}" srcId="{E4361679-4A74-4A71-ACC3-87F7BF756F75}" destId="{0F69F7BD-90F7-4443-98CC-3703F4D2121C}" srcOrd="1" destOrd="0" parTransId="{D6FDC06F-67A8-437A-BF96-C22385CB1A2B}" sibTransId="{061C9053-4B68-4E19-ACE8-C9F583C3E415}"/>
    <dgm:cxn modelId="{C91A486E-15E5-44D4-9842-49CBF467E5A9}" type="presOf" srcId="{0F69F7BD-90F7-4443-98CC-3703F4D2121C}" destId="{A679FFC9-809C-4B63-9E8C-FEA3D2935D6C}" srcOrd="0" destOrd="0" presId="urn:microsoft.com/office/officeart/2005/8/layout/hChevron3"/>
    <dgm:cxn modelId="{A6C9CB8C-BA32-44AB-8972-1901DB560C81}" srcId="{E4361679-4A74-4A71-ACC3-87F7BF756F75}" destId="{5825CCE6-E92F-4D1E-B68D-9B921BB64A9C}" srcOrd="0" destOrd="0" parTransId="{02949644-8CB0-4E38-A8A7-8048533299F1}" sibTransId="{926678E1-216C-4AEA-B9AF-0CF35B8A10F2}"/>
    <dgm:cxn modelId="{4C7817AB-1C94-4FED-B568-C56F56B3413A}" type="presOf" srcId="{E4361679-4A74-4A71-ACC3-87F7BF756F75}" destId="{AC2C5F20-FC59-4A12-8891-8A45B3AEBD20}" srcOrd="0" destOrd="0" presId="urn:microsoft.com/office/officeart/2005/8/layout/hChevron3"/>
    <dgm:cxn modelId="{0E51A9B1-5D1D-4896-88C5-7F85ED811022}" srcId="{E4361679-4A74-4A71-ACC3-87F7BF756F75}" destId="{6A3C2257-FB27-4BF2-B1B2-CB8DD1A8F614}" srcOrd="3" destOrd="0" parTransId="{3F36E465-AC52-44CB-A578-DF8F7526E809}" sibTransId="{2AA7C21E-1BC5-4361-B5F0-999EBF1FC565}"/>
    <dgm:cxn modelId="{9BD5E9CD-9A47-42AD-AF97-94881DA109E1}" type="presOf" srcId="{6A3C2257-FB27-4BF2-B1B2-CB8DD1A8F614}" destId="{43826115-B1D2-477B-9048-2F7AA5FFD7BA}" srcOrd="0" destOrd="0" presId="urn:microsoft.com/office/officeart/2005/8/layout/hChevron3"/>
    <dgm:cxn modelId="{08EF7776-26E1-4E5D-BBFF-D015570582AC}" type="presParOf" srcId="{AC2C5F20-FC59-4A12-8891-8A45B3AEBD20}" destId="{806C94AC-AB2E-4DFF-AEF3-733DCE6070F5}" srcOrd="0" destOrd="0" presId="urn:microsoft.com/office/officeart/2005/8/layout/hChevron3"/>
    <dgm:cxn modelId="{0F14C2D2-69FE-4CB7-9369-9F616C067513}" type="presParOf" srcId="{AC2C5F20-FC59-4A12-8891-8A45B3AEBD20}" destId="{0AC2FF67-225A-48A2-9FA3-A78445C78893}" srcOrd="1" destOrd="0" presId="urn:microsoft.com/office/officeart/2005/8/layout/hChevron3"/>
    <dgm:cxn modelId="{56E1ABC4-D5B7-4981-BF69-04B62FF6BFDA}" type="presParOf" srcId="{AC2C5F20-FC59-4A12-8891-8A45B3AEBD20}" destId="{A679FFC9-809C-4B63-9E8C-FEA3D2935D6C}" srcOrd="2" destOrd="0" presId="urn:microsoft.com/office/officeart/2005/8/layout/hChevron3"/>
    <dgm:cxn modelId="{5628E390-0F40-49C6-A938-0F60DE069EA1}" type="presParOf" srcId="{AC2C5F20-FC59-4A12-8891-8A45B3AEBD20}" destId="{6562B910-09D5-41EE-B501-DFA063FAADD2}" srcOrd="3" destOrd="0" presId="urn:microsoft.com/office/officeart/2005/8/layout/hChevron3"/>
    <dgm:cxn modelId="{3CF407EA-B6BA-47BA-BE4A-B699C5D10832}" type="presParOf" srcId="{AC2C5F20-FC59-4A12-8891-8A45B3AEBD20}" destId="{52554C8F-6B76-4428-970B-3F0126AF0496}" srcOrd="4" destOrd="0" presId="urn:microsoft.com/office/officeart/2005/8/layout/hChevron3"/>
    <dgm:cxn modelId="{7CDB211D-CB2E-47E1-BE32-57EC366EFC07}" type="presParOf" srcId="{AC2C5F20-FC59-4A12-8891-8A45B3AEBD20}" destId="{56C68B76-E4FD-4636-80BE-D1DB659AC579}" srcOrd="5" destOrd="0" presId="urn:microsoft.com/office/officeart/2005/8/layout/hChevron3"/>
    <dgm:cxn modelId="{3AA41E38-A12D-4717-B22B-E8DEEE172867}" type="presParOf" srcId="{AC2C5F20-FC59-4A12-8891-8A45B3AEBD20}" destId="{43826115-B1D2-477B-9048-2F7AA5FFD7BA}" srcOrd="6" destOrd="0" presId="urn:microsoft.com/office/officeart/2005/8/layout/hChevron3"/>
    <dgm:cxn modelId="{1C0E8247-7FE5-4EFF-9327-E78C1ED2787D}" type="presParOf" srcId="{AC2C5F20-FC59-4A12-8891-8A45B3AEBD20}" destId="{F133FCC1-C6A5-4EA3-BB6A-8138D3262372}" srcOrd="7" destOrd="0" presId="urn:microsoft.com/office/officeart/2005/8/layout/hChevron3"/>
    <dgm:cxn modelId="{374E32E5-0FF4-4966-9FD8-930F6D25F033}" type="presParOf" srcId="{AC2C5F20-FC59-4A12-8891-8A45B3AEBD20}" destId="{6F0001C0-DADC-4B5D-9800-62B665752EB6}" srcOrd="8" destOrd="0" presId="urn:microsoft.com/office/officeart/2005/8/layout/hChevron3"/>
  </dgm:cxnLst>
  <dgm:bg>
    <a:noFill/>
  </dgm:bg>
  <dgm:whole>
    <a:ln>
      <a:noFill/>
    </a:ln>
  </dgm:whole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4361679-4A74-4A71-ACC3-87F7BF756F75}" type="doc">
      <dgm:prSet loTypeId="urn:microsoft.com/office/officeart/2005/8/layout/hChevron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825CCE6-E92F-4D1E-B68D-9B921BB64A9C}">
      <dgm:prSet phldrT="[Text]" custT="1"/>
      <dgm:spPr>
        <a:xfrm>
          <a:off x="1371" y="1890758"/>
          <a:ext cx="2246081" cy="898432"/>
        </a:xfrm>
        <a:prstGeom prst="homePlate">
          <a:avLst/>
        </a:prstGeom>
        <a:solidFill>
          <a:sysClr val="window" lastClr="FFFFFF"/>
        </a:solidFill>
        <a:ln w="12700" cap="flat" cmpd="sng" algn="ctr">
          <a:solidFill>
            <a:srgbClr val="878787"/>
          </a:solidFill>
          <a:prstDash val="solid"/>
          <a:miter lim="800000"/>
          <a:headEnd type="none" w="med" len="med"/>
          <a:tailEnd type="none" w="med" len="med"/>
        </a:ln>
        <a:effectLst/>
      </dgm:spPr>
      <dgm:t>
        <a:bodyPr/>
        <a:lstStyle/>
        <a:p>
          <a:pPr algn="ctr">
            <a:buNone/>
          </a:pPr>
          <a:r>
            <a:rPr lang="en-US" sz="1600" b="1" dirty="0">
              <a:solidFill>
                <a:srgbClr val="2C2C2C"/>
              </a:solidFill>
              <a:latin typeface="Noto Sans"/>
              <a:ea typeface="+mn-ea"/>
              <a:cs typeface="+mn-cs"/>
            </a:rPr>
            <a:t>Connect to device via USB-C</a:t>
          </a:r>
        </a:p>
      </dgm:t>
    </dgm:pt>
    <dgm:pt modelId="{02949644-8CB0-4E38-A8A7-8048533299F1}" type="parTrans" cxnId="{A6C9CB8C-BA32-44AB-8972-1901DB560C81}">
      <dgm:prSet/>
      <dgm:spPr/>
      <dgm:t>
        <a:bodyPr/>
        <a:lstStyle/>
        <a:p>
          <a:endParaRPr lang="en-US" sz="1600" b="1"/>
        </a:p>
      </dgm:t>
    </dgm:pt>
    <dgm:pt modelId="{926678E1-216C-4AEA-B9AF-0CF35B8A10F2}" type="sibTrans" cxnId="{A6C9CB8C-BA32-44AB-8972-1901DB560C81}">
      <dgm:prSet/>
      <dgm:spPr/>
      <dgm:t>
        <a:bodyPr/>
        <a:lstStyle/>
        <a:p>
          <a:endParaRPr lang="en-US" sz="1600" b="1"/>
        </a:p>
      </dgm:t>
    </dgm:pt>
    <dgm:pt modelId="{0F69F7BD-90F7-4443-98CC-3703F4D2121C}">
      <dgm:prSet phldrT="[Text]" custT="1"/>
      <dgm:spPr>
        <a:xfrm>
          <a:off x="1798236" y="1890758"/>
          <a:ext cx="2246081" cy="898432"/>
        </a:xfrm>
        <a:prstGeom prst="chevron">
          <a:avLst/>
        </a:prstGeom>
        <a:solidFill>
          <a:sysClr val="window" lastClr="FFFFFF"/>
        </a:solidFill>
        <a:ln w="12700" cap="flat" cmpd="sng" algn="ctr">
          <a:solidFill>
            <a:srgbClr val="878787"/>
          </a:solidFill>
          <a:prstDash val="solid"/>
          <a:miter lim="800000"/>
          <a:headEnd type="none" w="med" len="med"/>
          <a:tailEnd type="none" w="med" len="med"/>
        </a:ln>
        <a:effectLst/>
      </dgm:spPr>
      <dgm:t>
        <a:bodyPr/>
        <a:lstStyle/>
        <a:p>
          <a:pPr>
            <a:buNone/>
          </a:pPr>
          <a:r>
            <a:rPr lang="en-US" sz="1600" b="1" dirty="0">
              <a:solidFill>
                <a:srgbClr val="2C2C2C"/>
              </a:solidFill>
              <a:latin typeface="Noto Sans"/>
              <a:ea typeface="+mn-ea"/>
              <a:cs typeface="+mn-cs"/>
            </a:rPr>
            <a:t>Setup serial port in terminal</a:t>
          </a:r>
        </a:p>
      </dgm:t>
    </dgm:pt>
    <dgm:pt modelId="{D6FDC06F-67A8-437A-BF96-C22385CB1A2B}" type="parTrans" cxnId="{02FEFC6B-A44B-4160-9AE3-52EEA688B7D3}">
      <dgm:prSet/>
      <dgm:spPr/>
      <dgm:t>
        <a:bodyPr/>
        <a:lstStyle/>
        <a:p>
          <a:endParaRPr lang="en-US" sz="1600" b="1"/>
        </a:p>
      </dgm:t>
    </dgm:pt>
    <dgm:pt modelId="{061C9053-4B68-4E19-ACE8-C9F583C3E415}" type="sibTrans" cxnId="{02FEFC6B-A44B-4160-9AE3-52EEA688B7D3}">
      <dgm:prSet/>
      <dgm:spPr/>
      <dgm:t>
        <a:bodyPr/>
        <a:lstStyle/>
        <a:p>
          <a:endParaRPr lang="en-US" sz="1600" b="1"/>
        </a:p>
      </dgm:t>
    </dgm:pt>
    <dgm:pt modelId="{66551054-DF4E-4963-A948-04BD6D2C383E}">
      <dgm:prSet phldrT="[Text]" custT="1"/>
      <dgm:spPr>
        <a:xfrm>
          <a:off x="3595101" y="1890758"/>
          <a:ext cx="2246081" cy="898432"/>
        </a:xfrm>
        <a:prstGeom prst="chevron">
          <a:avLst/>
        </a:prstGeom>
        <a:solidFill>
          <a:sysClr val="window" lastClr="FFFFFF"/>
        </a:solidFill>
        <a:ln w="12700" cap="flat" cmpd="sng" algn="ctr">
          <a:solidFill>
            <a:srgbClr val="878787"/>
          </a:solidFill>
          <a:prstDash val="solid"/>
          <a:miter lim="800000"/>
          <a:headEnd type="none" w="med" len="med"/>
          <a:tailEnd type="none" w="med" len="med"/>
        </a:ln>
        <a:effectLst/>
      </dgm:spPr>
      <dgm:t>
        <a:bodyPr/>
        <a:lstStyle/>
        <a:p>
          <a:pPr>
            <a:buNone/>
          </a:pPr>
          <a:r>
            <a:rPr lang="en-US" sz="1600" b="1" dirty="0">
              <a:solidFill>
                <a:srgbClr val="2C2C2C"/>
              </a:solidFill>
              <a:latin typeface="Noto Sans"/>
              <a:ea typeface="+mn-ea"/>
              <a:cs typeface="+mn-cs"/>
            </a:rPr>
            <a:t>Connect to the device in terminal </a:t>
          </a:r>
        </a:p>
      </dgm:t>
    </dgm:pt>
    <dgm:pt modelId="{248CC8B2-7154-44C2-8D09-8B0D6585BA5C}" type="sibTrans" cxnId="{9B827163-6485-40FF-A088-9EBACEA75C6C}">
      <dgm:prSet/>
      <dgm:spPr/>
      <dgm:t>
        <a:bodyPr/>
        <a:lstStyle/>
        <a:p>
          <a:endParaRPr lang="en-US" sz="1600" b="1"/>
        </a:p>
      </dgm:t>
    </dgm:pt>
    <dgm:pt modelId="{32B9AA8F-6EAC-49EF-8615-1A8569348F35}" type="parTrans" cxnId="{9B827163-6485-40FF-A088-9EBACEA75C6C}">
      <dgm:prSet/>
      <dgm:spPr/>
      <dgm:t>
        <a:bodyPr/>
        <a:lstStyle/>
        <a:p>
          <a:endParaRPr lang="en-US" sz="1600" b="1"/>
        </a:p>
      </dgm:t>
    </dgm:pt>
    <dgm:pt modelId="{6A3C2257-FB27-4BF2-B1B2-CB8DD1A8F614}">
      <dgm:prSet phldrT="[Text]" custT="1"/>
      <dgm:spPr>
        <a:xfrm>
          <a:off x="5391966" y="1890758"/>
          <a:ext cx="2246081" cy="898432"/>
        </a:xfrm>
        <a:prstGeom prst="chevron">
          <a:avLst/>
        </a:prstGeom>
        <a:solidFill>
          <a:sysClr val="window" lastClr="FFFFFF"/>
        </a:solidFill>
        <a:ln w="12700" cap="flat" cmpd="sng" algn="ctr">
          <a:solidFill>
            <a:srgbClr val="878787"/>
          </a:solidFill>
          <a:prstDash val="solid"/>
          <a:miter lim="800000"/>
          <a:headEnd type="none" w="med" len="med"/>
          <a:tailEnd type="none" w="med" len="med"/>
        </a:ln>
        <a:effectLst/>
      </dgm:spPr>
      <dgm:t>
        <a:bodyPr/>
        <a:lstStyle/>
        <a:p>
          <a:pPr>
            <a:buNone/>
          </a:pPr>
          <a:r>
            <a:rPr lang="en-US" sz="1600" b="1" dirty="0">
              <a:solidFill>
                <a:srgbClr val="2C2C2C"/>
              </a:solidFill>
              <a:latin typeface="Noto Sans"/>
              <a:ea typeface="+mn-ea"/>
              <a:cs typeface="+mn-cs"/>
            </a:rPr>
            <a:t>Type ‘</a:t>
          </a:r>
          <a:r>
            <a:rPr lang="en-US" sz="1600" b="1" dirty="0" err="1">
              <a:solidFill>
                <a:srgbClr val="2C2C2C"/>
              </a:solidFill>
              <a:latin typeface="Noto Sans"/>
              <a:ea typeface="+mn-ea"/>
              <a:cs typeface="+mn-cs"/>
            </a:rPr>
            <a:t>gh</a:t>
          </a:r>
          <a:r>
            <a:rPr lang="en-US" sz="1600" b="1" dirty="0">
              <a:solidFill>
                <a:srgbClr val="2C2C2C"/>
              </a:solidFill>
              <a:latin typeface="Noto Sans"/>
              <a:ea typeface="+mn-ea"/>
              <a:cs typeface="+mn-cs"/>
            </a:rPr>
            <a:t>’ into the terminal</a:t>
          </a:r>
        </a:p>
      </dgm:t>
    </dgm:pt>
    <dgm:pt modelId="{2AA7C21E-1BC5-4361-B5F0-999EBF1FC565}" type="sibTrans" cxnId="{0E51A9B1-5D1D-4896-88C5-7F85ED811022}">
      <dgm:prSet/>
      <dgm:spPr/>
      <dgm:t>
        <a:bodyPr/>
        <a:lstStyle/>
        <a:p>
          <a:endParaRPr lang="en-US" sz="1600" b="1"/>
        </a:p>
      </dgm:t>
    </dgm:pt>
    <dgm:pt modelId="{3F36E465-AC52-44CB-A578-DF8F7526E809}" type="parTrans" cxnId="{0E51A9B1-5D1D-4896-88C5-7F85ED811022}">
      <dgm:prSet/>
      <dgm:spPr/>
      <dgm:t>
        <a:bodyPr/>
        <a:lstStyle/>
        <a:p>
          <a:endParaRPr lang="en-US" sz="1600" b="1"/>
        </a:p>
      </dgm:t>
    </dgm:pt>
    <dgm:pt modelId="{D7E74E6B-A809-4663-9765-16885CC028C1}">
      <dgm:prSet phldrT="[Text]" custT="1"/>
      <dgm:spPr>
        <a:xfrm>
          <a:off x="7188832" y="1890758"/>
          <a:ext cx="2246081" cy="898432"/>
        </a:xfrm>
        <a:prstGeom prst="chevron">
          <a:avLst/>
        </a:prstGeom>
        <a:solidFill>
          <a:sysClr val="window" lastClr="FFFFFF"/>
        </a:solidFill>
        <a:ln w="12700" cap="flat" cmpd="sng" algn="ctr">
          <a:solidFill>
            <a:srgbClr val="878787"/>
          </a:solidFill>
          <a:prstDash val="solid"/>
          <a:miter lim="800000"/>
          <a:headEnd type="none" w="med" len="med"/>
          <a:tailEnd type="none" w="med" len="med"/>
        </a:ln>
        <a:effectLst/>
      </dgm:spPr>
      <dgm:t>
        <a:bodyPr/>
        <a:lstStyle/>
        <a:p>
          <a:pPr>
            <a:buNone/>
          </a:pPr>
          <a:r>
            <a:rPr lang="en-US" sz="1600" b="1" dirty="0">
              <a:solidFill>
                <a:srgbClr val="2C2C2C"/>
              </a:solidFill>
              <a:latin typeface="Noto Sans"/>
              <a:ea typeface="+mn-ea"/>
              <a:cs typeface="+mn-cs"/>
            </a:rPr>
            <a:t>Continue onward based on </a:t>
          </a:r>
          <a:r>
            <a:rPr lang="en-US" sz="1600" b="1">
              <a:solidFill>
                <a:srgbClr val="2C2C2C"/>
              </a:solidFill>
              <a:latin typeface="Noto Sans"/>
              <a:ea typeface="+mn-ea"/>
              <a:cs typeface="+mn-cs"/>
            </a:rPr>
            <a:t>help instruction</a:t>
          </a:r>
          <a:endParaRPr lang="en-US" sz="1600" b="1" dirty="0">
            <a:solidFill>
              <a:srgbClr val="2C2C2C"/>
            </a:solidFill>
            <a:latin typeface="Noto Sans"/>
            <a:ea typeface="+mn-ea"/>
            <a:cs typeface="+mn-cs"/>
          </a:endParaRPr>
        </a:p>
      </dgm:t>
    </dgm:pt>
    <dgm:pt modelId="{7F042D7A-2111-43C8-8BBF-DC7C68301806}" type="sibTrans" cxnId="{116A471A-7A8C-4EFE-AB17-FD114C44D1DC}">
      <dgm:prSet/>
      <dgm:spPr/>
      <dgm:t>
        <a:bodyPr/>
        <a:lstStyle/>
        <a:p>
          <a:endParaRPr lang="en-US" sz="1600" b="1"/>
        </a:p>
      </dgm:t>
    </dgm:pt>
    <dgm:pt modelId="{9304A778-176A-473A-8874-EABFAF4BB6AA}" type="parTrans" cxnId="{116A471A-7A8C-4EFE-AB17-FD114C44D1DC}">
      <dgm:prSet/>
      <dgm:spPr/>
      <dgm:t>
        <a:bodyPr/>
        <a:lstStyle/>
        <a:p>
          <a:endParaRPr lang="en-US" sz="1600" b="1"/>
        </a:p>
      </dgm:t>
    </dgm:pt>
    <dgm:pt modelId="{AC2C5F20-FC59-4A12-8891-8A45B3AEBD20}" type="pres">
      <dgm:prSet presAssocID="{E4361679-4A74-4A71-ACC3-87F7BF756F75}" presName="Name0" presStyleCnt="0">
        <dgm:presLayoutVars>
          <dgm:dir/>
          <dgm:resizeHandles val="exact"/>
        </dgm:presLayoutVars>
      </dgm:prSet>
      <dgm:spPr/>
    </dgm:pt>
    <dgm:pt modelId="{806C94AC-AB2E-4DFF-AEF3-733DCE6070F5}" type="pres">
      <dgm:prSet presAssocID="{5825CCE6-E92F-4D1E-B68D-9B921BB64A9C}" presName="parTxOnly" presStyleLbl="node1" presStyleIdx="0" presStyleCnt="5">
        <dgm:presLayoutVars>
          <dgm:bulletEnabled val="1"/>
        </dgm:presLayoutVars>
      </dgm:prSet>
      <dgm:spPr/>
    </dgm:pt>
    <dgm:pt modelId="{0AC2FF67-225A-48A2-9FA3-A78445C78893}" type="pres">
      <dgm:prSet presAssocID="{926678E1-216C-4AEA-B9AF-0CF35B8A10F2}" presName="parSpace" presStyleCnt="0"/>
      <dgm:spPr/>
    </dgm:pt>
    <dgm:pt modelId="{A679FFC9-809C-4B63-9E8C-FEA3D2935D6C}" type="pres">
      <dgm:prSet presAssocID="{0F69F7BD-90F7-4443-98CC-3703F4D2121C}" presName="parTxOnly" presStyleLbl="node1" presStyleIdx="1" presStyleCnt="5">
        <dgm:presLayoutVars>
          <dgm:bulletEnabled val="1"/>
        </dgm:presLayoutVars>
      </dgm:prSet>
      <dgm:spPr/>
    </dgm:pt>
    <dgm:pt modelId="{6562B910-09D5-41EE-B501-DFA063FAADD2}" type="pres">
      <dgm:prSet presAssocID="{061C9053-4B68-4E19-ACE8-C9F583C3E415}" presName="parSpace" presStyleCnt="0"/>
      <dgm:spPr/>
    </dgm:pt>
    <dgm:pt modelId="{52554C8F-6B76-4428-970B-3F0126AF0496}" type="pres">
      <dgm:prSet presAssocID="{66551054-DF4E-4963-A948-04BD6D2C383E}" presName="parTxOnly" presStyleLbl="node1" presStyleIdx="2" presStyleCnt="5">
        <dgm:presLayoutVars>
          <dgm:bulletEnabled val="1"/>
        </dgm:presLayoutVars>
      </dgm:prSet>
      <dgm:spPr/>
    </dgm:pt>
    <dgm:pt modelId="{56C68B76-E4FD-4636-80BE-D1DB659AC579}" type="pres">
      <dgm:prSet presAssocID="{248CC8B2-7154-44C2-8D09-8B0D6585BA5C}" presName="parSpace" presStyleCnt="0"/>
      <dgm:spPr/>
    </dgm:pt>
    <dgm:pt modelId="{43826115-B1D2-477B-9048-2F7AA5FFD7BA}" type="pres">
      <dgm:prSet presAssocID="{6A3C2257-FB27-4BF2-B1B2-CB8DD1A8F614}" presName="parTxOnly" presStyleLbl="node1" presStyleIdx="3" presStyleCnt="5">
        <dgm:presLayoutVars>
          <dgm:bulletEnabled val="1"/>
        </dgm:presLayoutVars>
      </dgm:prSet>
      <dgm:spPr/>
    </dgm:pt>
    <dgm:pt modelId="{F133FCC1-C6A5-4EA3-BB6A-8138D3262372}" type="pres">
      <dgm:prSet presAssocID="{2AA7C21E-1BC5-4361-B5F0-999EBF1FC565}" presName="parSpace" presStyleCnt="0"/>
      <dgm:spPr/>
    </dgm:pt>
    <dgm:pt modelId="{6F0001C0-DADC-4B5D-9800-62B665752EB6}" type="pres">
      <dgm:prSet presAssocID="{D7E74E6B-A809-4663-9765-16885CC028C1}" presName="parTxOnly" presStyleLbl="node1" presStyleIdx="4" presStyleCnt="5">
        <dgm:presLayoutVars>
          <dgm:bulletEnabled val="1"/>
        </dgm:presLayoutVars>
      </dgm:prSet>
      <dgm:spPr/>
    </dgm:pt>
  </dgm:ptLst>
  <dgm:cxnLst>
    <dgm:cxn modelId="{5E9CDB0D-A133-4AA1-84A1-21EE3F0F0E7F}" type="presOf" srcId="{5825CCE6-E92F-4D1E-B68D-9B921BB64A9C}" destId="{806C94AC-AB2E-4DFF-AEF3-733DCE6070F5}" srcOrd="0" destOrd="0" presId="urn:microsoft.com/office/officeart/2005/8/layout/hChevron3"/>
    <dgm:cxn modelId="{33588A14-FCBD-4435-9F3F-2FCC93AA4F18}" type="presOf" srcId="{D7E74E6B-A809-4663-9765-16885CC028C1}" destId="{6F0001C0-DADC-4B5D-9800-62B665752EB6}" srcOrd="0" destOrd="0" presId="urn:microsoft.com/office/officeart/2005/8/layout/hChevron3"/>
    <dgm:cxn modelId="{116A471A-7A8C-4EFE-AB17-FD114C44D1DC}" srcId="{E4361679-4A74-4A71-ACC3-87F7BF756F75}" destId="{D7E74E6B-A809-4663-9765-16885CC028C1}" srcOrd="4" destOrd="0" parTransId="{9304A778-176A-473A-8874-EABFAF4BB6AA}" sibTransId="{7F042D7A-2111-43C8-8BBF-DC7C68301806}"/>
    <dgm:cxn modelId="{263EF15C-77FB-41DE-9FEE-05356CB82E69}" type="presOf" srcId="{66551054-DF4E-4963-A948-04BD6D2C383E}" destId="{52554C8F-6B76-4428-970B-3F0126AF0496}" srcOrd="0" destOrd="0" presId="urn:microsoft.com/office/officeart/2005/8/layout/hChevron3"/>
    <dgm:cxn modelId="{9B827163-6485-40FF-A088-9EBACEA75C6C}" srcId="{E4361679-4A74-4A71-ACC3-87F7BF756F75}" destId="{66551054-DF4E-4963-A948-04BD6D2C383E}" srcOrd="2" destOrd="0" parTransId="{32B9AA8F-6EAC-49EF-8615-1A8569348F35}" sibTransId="{248CC8B2-7154-44C2-8D09-8B0D6585BA5C}"/>
    <dgm:cxn modelId="{02FEFC6B-A44B-4160-9AE3-52EEA688B7D3}" srcId="{E4361679-4A74-4A71-ACC3-87F7BF756F75}" destId="{0F69F7BD-90F7-4443-98CC-3703F4D2121C}" srcOrd="1" destOrd="0" parTransId="{D6FDC06F-67A8-437A-BF96-C22385CB1A2B}" sibTransId="{061C9053-4B68-4E19-ACE8-C9F583C3E415}"/>
    <dgm:cxn modelId="{C91A486E-15E5-44D4-9842-49CBF467E5A9}" type="presOf" srcId="{0F69F7BD-90F7-4443-98CC-3703F4D2121C}" destId="{A679FFC9-809C-4B63-9E8C-FEA3D2935D6C}" srcOrd="0" destOrd="0" presId="urn:microsoft.com/office/officeart/2005/8/layout/hChevron3"/>
    <dgm:cxn modelId="{A6C9CB8C-BA32-44AB-8972-1901DB560C81}" srcId="{E4361679-4A74-4A71-ACC3-87F7BF756F75}" destId="{5825CCE6-E92F-4D1E-B68D-9B921BB64A9C}" srcOrd="0" destOrd="0" parTransId="{02949644-8CB0-4E38-A8A7-8048533299F1}" sibTransId="{926678E1-216C-4AEA-B9AF-0CF35B8A10F2}"/>
    <dgm:cxn modelId="{4C7817AB-1C94-4FED-B568-C56F56B3413A}" type="presOf" srcId="{E4361679-4A74-4A71-ACC3-87F7BF756F75}" destId="{AC2C5F20-FC59-4A12-8891-8A45B3AEBD20}" srcOrd="0" destOrd="0" presId="urn:microsoft.com/office/officeart/2005/8/layout/hChevron3"/>
    <dgm:cxn modelId="{0E51A9B1-5D1D-4896-88C5-7F85ED811022}" srcId="{E4361679-4A74-4A71-ACC3-87F7BF756F75}" destId="{6A3C2257-FB27-4BF2-B1B2-CB8DD1A8F614}" srcOrd="3" destOrd="0" parTransId="{3F36E465-AC52-44CB-A578-DF8F7526E809}" sibTransId="{2AA7C21E-1BC5-4361-B5F0-999EBF1FC565}"/>
    <dgm:cxn modelId="{9BD5E9CD-9A47-42AD-AF97-94881DA109E1}" type="presOf" srcId="{6A3C2257-FB27-4BF2-B1B2-CB8DD1A8F614}" destId="{43826115-B1D2-477B-9048-2F7AA5FFD7BA}" srcOrd="0" destOrd="0" presId="urn:microsoft.com/office/officeart/2005/8/layout/hChevron3"/>
    <dgm:cxn modelId="{08EF7776-26E1-4E5D-BBFF-D015570582AC}" type="presParOf" srcId="{AC2C5F20-FC59-4A12-8891-8A45B3AEBD20}" destId="{806C94AC-AB2E-4DFF-AEF3-733DCE6070F5}" srcOrd="0" destOrd="0" presId="urn:microsoft.com/office/officeart/2005/8/layout/hChevron3"/>
    <dgm:cxn modelId="{0F14C2D2-69FE-4CB7-9369-9F616C067513}" type="presParOf" srcId="{AC2C5F20-FC59-4A12-8891-8A45B3AEBD20}" destId="{0AC2FF67-225A-48A2-9FA3-A78445C78893}" srcOrd="1" destOrd="0" presId="urn:microsoft.com/office/officeart/2005/8/layout/hChevron3"/>
    <dgm:cxn modelId="{56E1ABC4-D5B7-4981-BF69-04B62FF6BFDA}" type="presParOf" srcId="{AC2C5F20-FC59-4A12-8891-8A45B3AEBD20}" destId="{A679FFC9-809C-4B63-9E8C-FEA3D2935D6C}" srcOrd="2" destOrd="0" presId="urn:microsoft.com/office/officeart/2005/8/layout/hChevron3"/>
    <dgm:cxn modelId="{5628E390-0F40-49C6-A938-0F60DE069EA1}" type="presParOf" srcId="{AC2C5F20-FC59-4A12-8891-8A45B3AEBD20}" destId="{6562B910-09D5-41EE-B501-DFA063FAADD2}" srcOrd="3" destOrd="0" presId="urn:microsoft.com/office/officeart/2005/8/layout/hChevron3"/>
    <dgm:cxn modelId="{3CF407EA-B6BA-47BA-BE4A-B699C5D10832}" type="presParOf" srcId="{AC2C5F20-FC59-4A12-8891-8A45B3AEBD20}" destId="{52554C8F-6B76-4428-970B-3F0126AF0496}" srcOrd="4" destOrd="0" presId="urn:microsoft.com/office/officeart/2005/8/layout/hChevron3"/>
    <dgm:cxn modelId="{7CDB211D-CB2E-47E1-BE32-57EC366EFC07}" type="presParOf" srcId="{AC2C5F20-FC59-4A12-8891-8A45B3AEBD20}" destId="{56C68B76-E4FD-4636-80BE-D1DB659AC579}" srcOrd="5" destOrd="0" presId="urn:microsoft.com/office/officeart/2005/8/layout/hChevron3"/>
    <dgm:cxn modelId="{3AA41E38-A12D-4717-B22B-E8DEEE172867}" type="presParOf" srcId="{AC2C5F20-FC59-4A12-8891-8A45B3AEBD20}" destId="{43826115-B1D2-477B-9048-2F7AA5FFD7BA}" srcOrd="6" destOrd="0" presId="urn:microsoft.com/office/officeart/2005/8/layout/hChevron3"/>
    <dgm:cxn modelId="{1C0E8247-7FE5-4EFF-9327-E78C1ED2787D}" type="presParOf" srcId="{AC2C5F20-FC59-4A12-8891-8A45B3AEBD20}" destId="{F133FCC1-C6A5-4EA3-BB6A-8138D3262372}" srcOrd="7" destOrd="0" presId="urn:microsoft.com/office/officeart/2005/8/layout/hChevron3"/>
    <dgm:cxn modelId="{374E32E5-0FF4-4966-9FD8-930F6D25F033}" type="presParOf" srcId="{AC2C5F20-FC59-4A12-8891-8A45B3AEBD20}" destId="{6F0001C0-DADC-4B5D-9800-62B665752EB6}" srcOrd="8" destOrd="0" presId="urn:microsoft.com/office/officeart/2005/8/layout/hChevron3"/>
  </dgm:cxnLst>
  <dgm:bg>
    <a:noFill/>
  </dgm:bg>
  <dgm:whole>
    <a:ln>
      <a:noFill/>
    </a:ln>
  </dgm:whole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6C94AC-AB2E-4DFF-AEF3-733DCE6070F5}">
      <dsp:nvSpPr>
        <dsp:cNvPr id="0" name=""/>
        <dsp:cNvSpPr/>
      </dsp:nvSpPr>
      <dsp:spPr>
        <a:xfrm>
          <a:off x="1371" y="759778"/>
          <a:ext cx="2673906" cy="1069562"/>
        </a:xfrm>
        <a:prstGeom prst="homePlate">
          <a:avLst/>
        </a:prstGeom>
        <a:solidFill>
          <a:sysClr val="window" lastClr="FFFFFF"/>
        </a:solidFill>
        <a:ln w="12700" cap="flat" cmpd="sng" algn="ctr">
          <a:solidFill>
            <a:srgbClr val="878787"/>
          </a:solidFill>
          <a:prstDash val="solid"/>
          <a:miter lim="800000"/>
          <a:headEnd type="none" w="med" len="med"/>
          <a:tailEnd type="none" w="med" len="me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solidFill>
                <a:srgbClr val="2C2C2C"/>
              </a:solidFill>
              <a:latin typeface="Noto Sans"/>
              <a:ea typeface="+mn-ea"/>
              <a:cs typeface="+mn-cs"/>
            </a:rPr>
            <a:t>PC/LabVIEW</a:t>
          </a:r>
          <a:br>
            <a:rPr lang="en-US" sz="1600" b="1" kern="1200" dirty="0">
              <a:solidFill>
                <a:srgbClr val="2C2C2C"/>
              </a:solidFill>
              <a:latin typeface="Noto Sans"/>
              <a:ea typeface="+mn-ea"/>
              <a:cs typeface="+mn-cs"/>
            </a:rPr>
          </a:br>
          <a:r>
            <a:rPr lang="en-US" sz="1600" b="1" kern="1200" dirty="0">
              <a:solidFill>
                <a:srgbClr val="2C2C2C"/>
              </a:solidFill>
              <a:latin typeface="Noto Sans"/>
              <a:ea typeface="+mn-ea"/>
              <a:cs typeface="+mn-cs"/>
            </a:rPr>
            <a:t>Manual setup</a:t>
          </a:r>
        </a:p>
      </dsp:txBody>
      <dsp:txXfrm>
        <a:off x="1371" y="759778"/>
        <a:ext cx="2406516" cy="1069562"/>
      </dsp:txXfrm>
    </dsp:sp>
    <dsp:sp modelId="{A679FFC9-809C-4B63-9E8C-FEA3D2935D6C}">
      <dsp:nvSpPr>
        <dsp:cNvPr id="0" name=""/>
        <dsp:cNvSpPr/>
      </dsp:nvSpPr>
      <dsp:spPr>
        <a:xfrm>
          <a:off x="2140496" y="759778"/>
          <a:ext cx="2673906" cy="1069562"/>
        </a:xfrm>
        <a:prstGeom prst="chevron">
          <a:avLst/>
        </a:prstGeom>
        <a:solidFill>
          <a:sysClr val="window" lastClr="FFFFFF"/>
        </a:solidFill>
        <a:ln w="12700" cap="flat" cmpd="sng" algn="ctr">
          <a:solidFill>
            <a:srgbClr val="878787"/>
          </a:solidFill>
          <a:prstDash val="solid"/>
          <a:miter lim="800000"/>
          <a:headEnd type="none" w="med" len="med"/>
          <a:tailEnd type="none" w="med" len="me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solidFill>
                <a:srgbClr val="2C2C2C"/>
              </a:solidFill>
              <a:latin typeface="Noto Sans"/>
              <a:ea typeface="+mn-ea"/>
              <a:cs typeface="+mn-cs"/>
            </a:rPr>
            <a:t>MCU logic &amp; sequence control</a:t>
          </a:r>
        </a:p>
      </dsp:txBody>
      <dsp:txXfrm>
        <a:off x="2675277" y="759778"/>
        <a:ext cx="1604344" cy="1069562"/>
      </dsp:txXfrm>
    </dsp:sp>
    <dsp:sp modelId="{52554C8F-6B76-4428-970B-3F0126AF0496}">
      <dsp:nvSpPr>
        <dsp:cNvPr id="0" name=""/>
        <dsp:cNvSpPr/>
      </dsp:nvSpPr>
      <dsp:spPr>
        <a:xfrm>
          <a:off x="4279621" y="759778"/>
          <a:ext cx="2673906" cy="1069562"/>
        </a:xfrm>
        <a:prstGeom prst="chevron">
          <a:avLst/>
        </a:prstGeom>
        <a:solidFill>
          <a:sysClr val="window" lastClr="FFFFFF"/>
        </a:solidFill>
        <a:ln w="12700" cap="flat" cmpd="sng" algn="ctr">
          <a:solidFill>
            <a:srgbClr val="878787"/>
          </a:solidFill>
          <a:prstDash val="solid"/>
          <a:miter lim="800000"/>
          <a:headEnd type="none" w="med" len="med"/>
          <a:tailEnd type="none" w="med" len="me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solidFill>
                <a:srgbClr val="2C2C2C"/>
              </a:solidFill>
              <a:latin typeface="Noto Sans"/>
              <a:ea typeface="+mn-ea"/>
              <a:cs typeface="+mn-cs"/>
            </a:rPr>
            <a:t>Relays</a:t>
          </a:r>
          <a:br>
            <a:rPr lang="en-US" sz="1600" b="1" kern="1200" dirty="0">
              <a:solidFill>
                <a:srgbClr val="2C2C2C"/>
              </a:solidFill>
              <a:latin typeface="Noto Sans"/>
              <a:ea typeface="+mn-ea"/>
              <a:cs typeface="+mn-cs"/>
            </a:rPr>
          </a:br>
          <a:r>
            <a:rPr lang="en-US" sz="1600" b="1" kern="1200" dirty="0">
              <a:solidFill>
                <a:srgbClr val="2C2C2C"/>
              </a:solidFill>
              <a:latin typeface="Noto Sans"/>
              <a:ea typeface="+mn-ea"/>
              <a:cs typeface="+mn-cs"/>
            </a:rPr>
            <a:t>MOSFETs</a:t>
          </a:r>
        </a:p>
      </dsp:txBody>
      <dsp:txXfrm>
        <a:off x="4814402" y="759778"/>
        <a:ext cx="1604344" cy="1069562"/>
      </dsp:txXfrm>
    </dsp:sp>
    <dsp:sp modelId="{43826115-B1D2-477B-9048-2F7AA5FFD7BA}">
      <dsp:nvSpPr>
        <dsp:cNvPr id="0" name=""/>
        <dsp:cNvSpPr/>
      </dsp:nvSpPr>
      <dsp:spPr>
        <a:xfrm>
          <a:off x="6418746" y="759778"/>
          <a:ext cx="2673906" cy="1069562"/>
        </a:xfrm>
        <a:prstGeom prst="chevron">
          <a:avLst/>
        </a:prstGeom>
        <a:solidFill>
          <a:sysClr val="window" lastClr="FFFFFF"/>
        </a:solidFill>
        <a:ln w="12700" cap="flat" cmpd="sng" algn="ctr">
          <a:solidFill>
            <a:srgbClr val="878787"/>
          </a:solidFill>
          <a:prstDash val="solid"/>
          <a:miter lim="800000"/>
          <a:headEnd type="none" w="med" len="med"/>
          <a:tailEnd type="none" w="med" len="me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solidFill>
                <a:srgbClr val="2C2C2C"/>
              </a:solidFill>
              <a:latin typeface="Noto Sans"/>
              <a:ea typeface="+mn-ea"/>
              <a:cs typeface="+mn-cs"/>
            </a:rPr>
            <a:t>DUT</a:t>
          </a:r>
        </a:p>
      </dsp:txBody>
      <dsp:txXfrm>
        <a:off x="6953527" y="759778"/>
        <a:ext cx="1604344" cy="1069562"/>
      </dsp:txXfrm>
    </dsp:sp>
    <dsp:sp modelId="{6F0001C0-DADC-4B5D-9800-62B665752EB6}">
      <dsp:nvSpPr>
        <dsp:cNvPr id="0" name=""/>
        <dsp:cNvSpPr/>
      </dsp:nvSpPr>
      <dsp:spPr>
        <a:xfrm>
          <a:off x="8557872" y="759778"/>
          <a:ext cx="2673906" cy="1069562"/>
        </a:xfrm>
        <a:prstGeom prst="chevron">
          <a:avLst/>
        </a:prstGeom>
        <a:solidFill>
          <a:sysClr val="window" lastClr="FFFFFF"/>
        </a:solidFill>
        <a:ln w="12700" cap="flat" cmpd="sng" algn="ctr">
          <a:solidFill>
            <a:srgbClr val="878787"/>
          </a:solidFill>
          <a:prstDash val="solid"/>
          <a:miter lim="800000"/>
          <a:headEnd type="none" w="med" len="med"/>
          <a:tailEnd type="none" w="med" len="me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solidFill>
                <a:srgbClr val="2C2C2C"/>
              </a:solidFill>
              <a:latin typeface="Noto Sans"/>
              <a:ea typeface="+mn-ea"/>
              <a:cs typeface="+mn-cs"/>
            </a:rPr>
            <a:t>Measurement</a:t>
          </a:r>
          <a:br>
            <a:rPr lang="en-US" sz="1600" b="1" kern="1200" dirty="0">
              <a:solidFill>
                <a:srgbClr val="2C2C2C"/>
              </a:solidFill>
              <a:latin typeface="Noto Sans"/>
              <a:ea typeface="+mn-ea"/>
              <a:cs typeface="+mn-cs"/>
            </a:rPr>
          </a:br>
          <a:r>
            <a:rPr lang="en-US" sz="1600" b="1" kern="1200" dirty="0">
              <a:solidFill>
                <a:srgbClr val="2C2C2C"/>
              </a:solidFill>
              <a:latin typeface="Noto Sans"/>
              <a:ea typeface="+mn-ea"/>
              <a:cs typeface="+mn-cs"/>
            </a:rPr>
            <a:t>devices</a:t>
          </a:r>
        </a:p>
      </dsp:txBody>
      <dsp:txXfrm>
        <a:off x="9092653" y="759778"/>
        <a:ext cx="1604344" cy="106956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6C94AC-AB2E-4DFF-AEF3-733DCE6070F5}">
      <dsp:nvSpPr>
        <dsp:cNvPr id="0" name=""/>
        <dsp:cNvSpPr/>
      </dsp:nvSpPr>
      <dsp:spPr>
        <a:xfrm>
          <a:off x="1371" y="759778"/>
          <a:ext cx="2673906" cy="1069562"/>
        </a:xfrm>
        <a:prstGeom prst="homePlate">
          <a:avLst/>
        </a:prstGeom>
        <a:solidFill>
          <a:sysClr val="window" lastClr="FFFFFF"/>
        </a:solidFill>
        <a:ln w="12700" cap="flat" cmpd="sng" algn="ctr">
          <a:solidFill>
            <a:srgbClr val="878787"/>
          </a:solidFill>
          <a:prstDash val="solid"/>
          <a:miter lim="800000"/>
          <a:headEnd type="none" w="med" len="med"/>
          <a:tailEnd type="none" w="med" len="me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solidFill>
                <a:srgbClr val="2C2C2C"/>
              </a:solidFill>
              <a:latin typeface="Noto Sans"/>
              <a:ea typeface="+mn-ea"/>
              <a:cs typeface="+mn-cs"/>
            </a:rPr>
            <a:t>Select control mode</a:t>
          </a:r>
        </a:p>
      </dsp:txBody>
      <dsp:txXfrm>
        <a:off x="1371" y="759778"/>
        <a:ext cx="2406516" cy="1069562"/>
      </dsp:txXfrm>
    </dsp:sp>
    <dsp:sp modelId="{A679FFC9-809C-4B63-9E8C-FEA3D2935D6C}">
      <dsp:nvSpPr>
        <dsp:cNvPr id="0" name=""/>
        <dsp:cNvSpPr/>
      </dsp:nvSpPr>
      <dsp:spPr>
        <a:xfrm>
          <a:off x="2140496" y="759778"/>
          <a:ext cx="2673906" cy="1069562"/>
        </a:xfrm>
        <a:prstGeom prst="chevron">
          <a:avLst/>
        </a:prstGeom>
        <a:solidFill>
          <a:sysClr val="window" lastClr="FFFFFF"/>
        </a:solidFill>
        <a:ln w="12700" cap="flat" cmpd="sng" algn="ctr">
          <a:solidFill>
            <a:srgbClr val="878787"/>
          </a:solidFill>
          <a:prstDash val="solid"/>
          <a:miter lim="800000"/>
          <a:headEnd type="none" w="med" len="med"/>
          <a:tailEnd type="none" w="med" len="me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solidFill>
                <a:srgbClr val="2C2C2C"/>
              </a:solidFill>
              <a:latin typeface="Noto Sans"/>
              <a:ea typeface="+mn-ea"/>
              <a:cs typeface="+mn-cs"/>
            </a:rPr>
            <a:t>Configure channels and timing</a:t>
          </a:r>
        </a:p>
      </dsp:txBody>
      <dsp:txXfrm>
        <a:off x="2675277" y="759778"/>
        <a:ext cx="1604344" cy="1069562"/>
      </dsp:txXfrm>
    </dsp:sp>
    <dsp:sp modelId="{52554C8F-6B76-4428-970B-3F0126AF0496}">
      <dsp:nvSpPr>
        <dsp:cNvPr id="0" name=""/>
        <dsp:cNvSpPr/>
      </dsp:nvSpPr>
      <dsp:spPr>
        <a:xfrm>
          <a:off x="4279621" y="759778"/>
          <a:ext cx="2673906" cy="1069562"/>
        </a:xfrm>
        <a:prstGeom prst="chevron">
          <a:avLst/>
        </a:prstGeom>
        <a:solidFill>
          <a:sysClr val="window" lastClr="FFFFFF"/>
        </a:solidFill>
        <a:ln w="12700" cap="flat" cmpd="sng" algn="ctr">
          <a:solidFill>
            <a:srgbClr val="878787"/>
          </a:solidFill>
          <a:prstDash val="solid"/>
          <a:miter lim="800000"/>
          <a:headEnd type="none" w="med" len="med"/>
          <a:tailEnd type="none" w="med" len="me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solidFill>
                <a:srgbClr val="2C2C2C"/>
              </a:solidFill>
              <a:latin typeface="Noto Sans"/>
              <a:ea typeface="+mn-ea"/>
              <a:cs typeface="+mn-cs"/>
            </a:rPr>
            <a:t>Run test</a:t>
          </a:r>
        </a:p>
      </dsp:txBody>
      <dsp:txXfrm>
        <a:off x="4814402" y="759778"/>
        <a:ext cx="1604344" cy="1069562"/>
      </dsp:txXfrm>
    </dsp:sp>
    <dsp:sp modelId="{43826115-B1D2-477B-9048-2F7AA5FFD7BA}">
      <dsp:nvSpPr>
        <dsp:cNvPr id="0" name=""/>
        <dsp:cNvSpPr/>
      </dsp:nvSpPr>
      <dsp:spPr>
        <a:xfrm>
          <a:off x="6418746" y="759778"/>
          <a:ext cx="2673906" cy="1069562"/>
        </a:xfrm>
        <a:prstGeom prst="chevron">
          <a:avLst/>
        </a:prstGeom>
        <a:solidFill>
          <a:sysClr val="window" lastClr="FFFFFF"/>
        </a:solidFill>
        <a:ln w="12700" cap="flat" cmpd="sng" algn="ctr">
          <a:solidFill>
            <a:srgbClr val="878787"/>
          </a:solidFill>
          <a:prstDash val="solid"/>
          <a:miter lim="800000"/>
          <a:headEnd type="none" w="med" len="med"/>
          <a:tailEnd type="none" w="med" len="me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solidFill>
                <a:srgbClr val="2C2C2C"/>
              </a:solidFill>
              <a:latin typeface="Noto Sans"/>
              <a:ea typeface="+mn-ea"/>
              <a:cs typeface="+mn-cs"/>
            </a:rPr>
            <a:t>Monitor test progress</a:t>
          </a:r>
        </a:p>
      </dsp:txBody>
      <dsp:txXfrm>
        <a:off x="6953527" y="759778"/>
        <a:ext cx="1604344" cy="1069562"/>
      </dsp:txXfrm>
    </dsp:sp>
    <dsp:sp modelId="{6F0001C0-DADC-4B5D-9800-62B665752EB6}">
      <dsp:nvSpPr>
        <dsp:cNvPr id="0" name=""/>
        <dsp:cNvSpPr/>
      </dsp:nvSpPr>
      <dsp:spPr>
        <a:xfrm>
          <a:off x="8557872" y="759778"/>
          <a:ext cx="2673906" cy="1069562"/>
        </a:xfrm>
        <a:prstGeom prst="chevron">
          <a:avLst/>
        </a:prstGeom>
        <a:solidFill>
          <a:sysClr val="window" lastClr="FFFFFF"/>
        </a:solidFill>
        <a:ln w="12700" cap="flat" cmpd="sng" algn="ctr">
          <a:solidFill>
            <a:srgbClr val="878787"/>
          </a:solidFill>
          <a:prstDash val="solid"/>
          <a:miter lim="800000"/>
          <a:headEnd type="none" w="med" len="med"/>
          <a:tailEnd type="none" w="med" len="me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solidFill>
                <a:srgbClr val="2C2C2C"/>
              </a:solidFill>
              <a:latin typeface="Noto Sans"/>
              <a:ea typeface="+mn-ea"/>
              <a:cs typeface="+mn-cs"/>
            </a:rPr>
            <a:t>Evaluate test results</a:t>
          </a:r>
        </a:p>
      </dsp:txBody>
      <dsp:txXfrm>
        <a:off x="9092653" y="759778"/>
        <a:ext cx="1604344" cy="106956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6C94AC-AB2E-4DFF-AEF3-733DCE6070F5}">
      <dsp:nvSpPr>
        <dsp:cNvPr id="0" name=""/>
        <dsp:cNvSpPr/>
      </dsp:nvSpPr>
      <dsp:spPr>
        <a:xfrm>
          <a:off x="1371" y="72174"/>
          <a:ext cx="2673906" cy="1069562"/>
        </a:xfrm>
        <a:prstGeom prst="homePlate">
          <a:avLst/>
        </a:prstGeom>
        <a:solidFill>
          <a:sysClr val="window" lastClr="FFFFFF"/>
        </a:solidFill>
        <a:ln w="12700" cap="flat" cmpd="sng" algn="ctr">
          <a:solidFill>
            <a:srgbClr val="878787"/>
          </a:solidFill>
          <a:prstDash val="solid"/>
          <a:miter lim="800000"/>
          <a:headEnd type="none" w="med" len="med"/>
          <a:tailEnd type="none" w="med" len="me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solidFill>
                <a:srgbClr val="2C2C2C"/>
              </a:solidFill>
              <a:latin typeface="Noto Sans"/>
              <a:ea typeface="+mn-ea"/>
              <a:cs typeface="+mn-cs"/>
            </a:rPr>
            <a:t>Connect to device via USB-C</a:t>
          </a:r>
        </a:p>
      </dsp:txBody>
      <dsp:txXfrm>
        <a:off x="1371" y="72174"/>
        <a:ext cx="2406516" cy="1069562"/>
      </dsp:txXfrm>
    </dsp:sp>
    <dsp:sp modelId="{A679FFC9-809C-4B63-9E8C-FEA3D2935D6C}">
      <dsp:nvSpPr>
        <dsp:cNvPr id="0" name=""/>
        <dsp:cNvSpPr/>
      </dsp:nvSpPr>
      <dsp:spPr>
        <a:xfrm>
          <a:off x="2140496" y="72174"/>
          <a:ext cx="2673906" cy="1069562"/>
        </a:xfrm>
        <a:prstGeom prst="chevron">
          <a:avLst/>
        </a:prstGeom>
        <a:solidFill>
          <a:sysClr val="window" lastClr="FFFFFF"/>
        </a:solidFill>
        <a:ln w="12700" cap="flat" cmpd="sng" algn="ctr">
          <a:solidFill>
            <a:srgbClr val="878787"/>
          </a:solidFill>
          <a:prstDash val="solid"/>
          <a:miter lim="800000"/>
          <a:headEnd type="none" w="med" len="med"/>
          <a:tailEnd type="none" w="med" len="me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solidFill>
                <a:srgbClr val="2C2C2C"/>
              </a:solidFill>
              <a:latin typeface="Noto Sans"/>
              <a:ea typeface="+mn-ea"/>
              <a:cs typeface="+mn-cs"/>
            </a:rPr>
            <a:t>Setup serial port in terminal</a:t>
          </a:r>
        </a:p>
      </dsp:txBody>
      <dsp:txXfrm>
        <a:off x="2675277" y="72174"/>
        <a:ext cx="1604344" cy="1069562"/>
      </dsp:txXfrm>
    </dsp:sp>
    <dsp:sp modelId="{52554C8F-6B76-4428-970B-3F0126AF0496}">
      <dsp:nvSpPr>
        <dsp:cNvPr id="0" name=""/>
        <dsp:cNvSpPr/>
      </dsp:nvSpPr>
      <dsp:spPr>
        <a:xfrm>
          <a:off x="4279621" y="72174"/>
          <a:ext cx="2673906" cy="1069562"/>
        </a:xfrm>
        <a:prstGeom prst="chevron">
          <a:avLst/>
        </a:prstGeom>
        <a:solidFill>
          <a:sysClr val="window" lastClr="FFFFFF"/>
        </a:solidFill>
        <a:ln w="12700" cap="flat" cmpd="sng" algn="ctr">
          <a:solidFill>
            <a:srgbClr val="878787"/>
          </a:solidFill>
          <a:prstDash val="solid"/>
          <a:miter lim="800000"/>
          <a:headEnd type="none" w="med" len="med"/>
          <a:tailEnd type="none" w="med" len="me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solidFill>
                <a:srgbClr val="2C2C2C"/>
              </a:solidFill>
              <a:latin typeface="Noto Sans"/>
              <a:ea typeface="+mn-ea"/>
              <a:cs typeface="+mn-cs"/>
            </a:rPr>
            <a:t>Connect to the device in terminal </a:t>
          </a:r>
        </a:p>
      </dsp:txBody>
      <dsp:txXfrm>
        <a:off x="4814402" y="72174"/>
        <a:ext cx="1604344" cy="1069562"/>
      </dsp:txXfrm>
    </dsp:sp>
    <dsp:sp modelId="{43826115-B1D2-477B-9048-2F7AA5FFD7BA}">
      <dsp:nvSpPr>
        <dsp:cNvPr id="0" name=""/>
        <dsp:cNvSpPr/>
      </dsp:nvSpPr>
      <dsp:spPr>
        <a:xfrm>
          <a:off x="6418746" y="72174"/>
          <a:ext cx="2673906" cy="1069562"/>
        </a:xfrm>
        <a:prstGeom prst="chevron">
          <a:avLst/>
        </a:prstGeom>
        <a:solidFill>
          <a:sysClr val="window" lastClr="FFFFFF"/>
        </a:solidFill>
        <a:ln w="12700" cap="flat" cmpd="sng" algn="ctr">
          <a:solidFill>
            <a:srgbClr val="878787"/>
          </a:solidFill>
          <a:prstDash val="solid"/>
          <a:miter lim="800000"/>
          <a:headEnd type="none" w="med" len="med"/>
          <a:tailEnd type="none" w="med" len="me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solidFill>
                <a:srgbClr val="2C2C2C"/>
              </a:solidFill>
              <a:latin typeface="Noto Sans"/>
              <a:ea typeface="+mn-ea"/>
              <a:cs typeface="+mn-cs"/>
            </a:rPr>
            <a:t>Type ‘</a:t>
          </a:r>
          <a:r>
            <a:rPr lang="en-US" sz="1600" b="1" kern="1200" dirty="0" err="1">
              <a:solidFill>
                <a:srgbClr val="2C2C2C"/>
              </a:solidFill>
              <a:latin typeface="Noto Sans"/>
              <a:ea typeface="+mn-ea"/>
              <a:cs typeface="+mn-cs"/>
            </a:rPr>
            <a:t>gh</a:t>
          </a:r>
          <a:r>
            <a:rPr lang="en-US" sz="1600" b="1" kern="1200" dirty="0">
              <a:solidFill>
                <a:srgbClr val="2C2C2C"/>
              </a:solidFill>
              <a:latin typeface="Noto Sans"/>
              <a:ea typeface="+mn-ea"/>
              <a:cs typeface="+mn-cs"/>
            </a:rPr>
            <a:t>’ into the terminal</a:t>
          </a:r>
        </a:p>
      </dsp:txBody>
      <dsp:txXfrm>
        <a:off x="6953527" y="72174"/>
        <a:ext cx="1604344" cy="1069562"/>
      </dsp:txXfrm>
    </dsp:sp>
    <dsp:sp modelId="{6F0001C0-DADC-4B5D-9800-62B665752EB6}">
      <dsp:nvSpPr>
        <dsp:cNvPr id="0" name=""/>
        <dsp:cNvSpPr/>
      </dsp:nvSpPr>
      <dsp:spPr>
        <a:xfrm>
          <a:off x="8557872" y="72174"/>
          <a:ext cx="2673906" cy="1069562"/>
        </a:xfrm>
        <a:prstGeom prst="chevron">
          <a:avLst/>
        </a:prstGeom>
        <a:solidFill>
          <a:sysClr val="window" lastClr="FFFFFF"/>
        </a:solidFill>
        <a:ln w="12700" cap="flat" cmpd="sng" algn="ctr">
          <a:solidFill>
            <a:srgbClr val="878787"/>
          </a:solidFill>
          <a:prstDash val="solid"/>
          <a:miter lim="800000"/>
          <a:headEnd type="none" w="med" len="med"/>
          <a:tailEnd type="none" w="med" len="me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solidFill>
                <a:srgbClr val="2C2C2C"/>
              </a:solidFill>
              <a:latin typeface="Noto Sans"/>
              <a:ea typeface="+mn-ea"/>
              <a:cs typeface="+mn-cs"/>
            </a:rPr>
            <a:t>Continue onward based on </a:t>
          </a:r>
          <a:r>
            <a:rPr lang="en-US" sz="1600" b="1" kern="1200">
              <a:solidFill>
                <a:srgbClr val="2C2C2C"/>
              </a:solidFill>
              <a:latin typeface="Noto Sans"/>
              <a:ea typeface="+mn-ea"/>
              <a:cs typeface="+mn-cs"/>
            </a:rPr>
            <a:t>help instruction</a:t>
          </a:r>
          <a:endParaRPr lang="en-US" sz="1600" b="1" kern="1200" dirty="0">
            <a:solidFill>
              <a:srgbClr val="2C2C2C"/>
            </a:solidFill>
            <a:latin typeface="Noto Sans"/>
            <a:ea typeface="+mn-ea"/>
            <a:cs typeface="+mn-cs"/>
          </a:endParaRPr>
        </a:p>
      </dsp:txBody>
      <dsp:txXfrm>
        <a:off x="9092653" y="72174"/>
        <a:ext cx="1604344" cy="106956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3T11:51:58.1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3T11:51:58.1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40176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E5C2DE7-CEC4-4B6E-A52D-058455C2E41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" panose="020B0502040504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445283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+mn-ea"/>
              <a:cs typeface="+mn-cs"/>
            </a:endParaRP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+mn-ea"/>
              <a:cs typeface="+mn-cs"/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581665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BCF27F-482D-8F27-6F72-BF11065838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82D3E200-CBA5-A7B6-1BCC-39BBE497C6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4D44B122-95DD-A047-7FB0-3497C2D0F7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0A5192F-588B-352B-3A77-D4C230015B15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+mn-ea"/>
              <a:cs typeface="+mn-cs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4B1151C-9F42-A6DB-2DBA-EBA2A314643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+mn-ea"/>
              <a:cs typeface="+mn-cs"/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C1263B6-17EF-8A7B-3108-ED3DD1837A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442747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AC0DD6-0621-3966-C58D-C70C695ADF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3ECEC22A-A70D-2F58-209D-6D62540040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DA3F64D7-5DF1-1B79-311D-8CCF4B702A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A9E9177-0AF7-EE21-5E90-C00BD1ED4473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+mn-ea"/>
              <a:cs typeface="+mn-cs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26D4F92-B59B-EE5D-D282-B4B6E6993EF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+mn-ea"/>
              <a:cs typeface="+mn-cs"/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1FF549F-204E-AE24-BC75-D26959F267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937063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AFA20E-24C9-E4BE-B226-377F1CC5F4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02CB3646-F622-C31F-9478-F5F5EEFDE9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43DE0538-0061-42E8-C239-F0E8543B05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D9C4B67-9102-909E-7230-D56C4A328EA3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+mn-ea"/>
              <a:cs typeface="+mn-cs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5D59D90-79A4-F4B5-75B4-22CA6366464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+mn-ea"/>
              <a:cs typeface="+mn-cs"/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219645E-9979-900C-670D-F9F334BC5D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760775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7642D7-F344-6519-62D8-6093D225A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A6FC5CC1-FDF4-9467-E6F4-E0423675E6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DF31D21A-B4AF-9C49-F046-2580783634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BD286DE-31DF-FF14-39FD-0802E2C59760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+mn-ea"/>
              <a:cs typeface="+mn-cs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4DF6584-13A7-E3F1-B724-D41628E405A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+mn-ea"/>
              <a:cs typeface="+mn-cs"/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3F03EA0-EEDB-6AE6-B5FB-49B3A83A0C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080911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848742-1755-3C64-72DD-B1DF67CC14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44BD80D6-81D7-7441-BDB6-591C42D248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64D8F3D9-8848-A500-AFF2-1F972C3395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3D87E33-50DB-684B-55F3-8C72F279E5D4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+mn-ea"/>
              <a:cs typeface="+mn-cs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41D1E3C-A6EB-3DEA-ED69-870C97213A2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+mn-ea"/>
              <a:cs typeface="+mn-cs"/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E1F7A04-D62A-56D6-74B7-C124D82D76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805359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B1EAD4-6D52-DD7C-1CAE-834FB7575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D53AF3F3-DFD6-D1A0-A95D-4712CE892B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5B6F188D-3561-940F-1C5C-9C8FCEF8E3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03BF6B8-FE34-867A-90CD-59873906DF88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+mn-ea"/>
              <a:cs typeface="+mn-cs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8C2C339-7D02-61CE-E829-0A03B099C3B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+mn-ea"/>
              <a:cs typeface="+mn-cs"/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548E98A-0F20-B150-C7BA-E656ADE1E3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090787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E8839-CBDC-6A71-001D-A08069C5AB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127A2FF2-530B-FF89-DE96-B07EC44D70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63C37519-1D14-609F-3D62-D9BEF9206E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974A878-199A-37C4-27A4-281DC085CFDC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+mn-ea"/>
              <a:cs typeface="+mn-cs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5FE0DF5-052F-6D5C-9A82-C0CC0744166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+mn-ea"/>
              <a:cs typeface="+mn-cs"/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696FED6-3B54-792F-AEC5-F614AFE54C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405020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71C4A1-73CD-6D86-1D40-2AF404135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6B8340EC-4824-91A1-7587-43942A29D6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D7BBDC86-8E6C-4E5B-F5BA-7084C42029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2895CE5-FE64-62E5-6FA5-9A9E8BC1EFAD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+mn-ea"/>
              <a:cs typeface="+mn-cs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4A6778D-1202-D424-0CD2-E38B9F821F4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+mn-ea"/>
              <a:cs typeface="+mn-cs"/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FD60E58-636F-BC4F-7FA9-8D96CEC88F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71594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8B458-E04F-D26D-CDC9-A665C1B51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C8B48CDC-A884-EFDD-C9E7-02B843A10E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8F935448-EED7-AFEF-D830-58422549AA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36BFA7E-0B40-CF6E-0929-E6E46C7613C1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+mn-ea"/>
              <a:cs typeface="+mn-cs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3EBE1FD-2B62-05FC-D6CE-6803976F329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+mn-ea"/>
              <a:cs typeface="+mn-cs"/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CDA729D-1ECB-F1D4-ECCB-956A0D91B5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851287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CC77E2-01FA-C8CD-5644-E82E518D1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209E0B94-356A-15D7-02AD-F4C7DF375F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79F1C38A-CE89-71E4-FEFA-110ADD73D3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185CFC8-3877-D9C3-B78C-868ADE66C67B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+mn-ea"/>
              <a:cs typeface="+mn-cs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CB1706B-CF61-7603-A59E-A991B5C210D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+mn-ea"/>
              <a:cs typeface="+mn-cs"/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1598694-B08D-D8A5-25F4-D0FB1FC96B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516490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79B5EF-FC3D-F3F2-7B44-E7CE0B703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E73EC844-EB40-E53D-9BA2-6E67F81DFD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2765A842-BC5B-2F16-919F-515610A0F7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A7F89A0-986B-5123-FC73-2795CF5EC987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+mn-ea"/>
              <a:cs typeface="+mn-cs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EEB7EF-1E6F-FE5A-25E8-71DB9585177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+mn-ea"/>
              <a:cs typeface="+mn-cs"/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CF2472D-4697-9FE0-5C25-39EC054F72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540243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FF8B0A-FE8D-A799-E1B0-B31457468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7193E32C-BD0F-6F55-CA38-028AC649DE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F1B10C99-A1BF-E2BA-61E3-800EDAA4F4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F6C1542-3020-8440-DE15-CD45CDE1921C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+mn-ea"/>
              <a:cs typeface="+mn-cs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2A19427-BF0A-0E19-9947-2CC6F4D4412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+mn-ea"/>
              <a:cs typeface="+mn-cs"/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89645F7-31F7-A092-ED56-CCB9959A85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2494935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679911-F2DC-88E6-291C-D74911CA5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1D2EFF5F-CA6C-CC65-7B57-3558B75F62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9B687B8F-8897-B109-6DF6-FCA4432194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4F33969-C2E9-720A-C982-9DD9D6EA04A2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+mn-ea"/>
              <a:cs typeface="+mn-cs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B66836E-970F-E57A-BDB8-2A6D6044241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+mn-ea"/>
              <a:cs typeface="+mn-cs"/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D35B956-B2E6-132A-7860-9602A8BFB7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3894004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770A92-119F-AF18-6592-D8B93B651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516A908E-D899-3A15-A54A-FF661CA307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3799DE11-4F98-DFCC-5657-2DCF48C496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E9462BE-0647-7813-E7E9-D4C6A2A199D9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+mn-ea"/>
              <a:cs typeface="+mn-cs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73BBEBA-EEEA-6696-52FA-987BF837E80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+mn-ea"/>
              <a:cs typeface="+mn-cs"/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E58D843-6484-6F68-F73A-528FDDA4C7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21722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909BF3-4334-86B4-EFCA-5674E288B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B92F28CE-1D8D-C26A-C671-4E8DD92B3A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93D6F85C-0E20-C3C3-7643-F2431E4032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E5D4F0C-235B-855D-0C4D-77DB21E32E6B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+mn-ea"/>
              <a:cs typeface="+mn-cs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FF638AD-02E0-EEE9-47F5-EA7CBB79FC7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+mn-ea"/>
              <a:cs typeface="+mn-cs"/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6FE3814-32ED-05F6-6966-D6E9803337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6016399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296E6-42C6-1EF3-9EF7-B9E719C174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DBA54520-1974-4CD6-0DA7-9624A46ECB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CA3DB775-2992-3EDF-399D-7BBC99164B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9D4DD61-E11C-B746-0A8C-2F1DE7386FF9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+mn-ea"/>
              <a:cs typeface="+mn-cs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B328E31-313D-D5EB-F68D-44477EC77DA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+mn-ea"/>
              <a:cs typeface="+mn-cs"/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E964E5E-A035-C262-CA7F-D842D9EE25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8225670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B98FED-C382-2336-E97E-D107C2B6F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A5CE824A-E642-FACC-74A5-C15886D5E4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0B830D82-EB82-BCCC-0C4C-989F396E37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9C306E2-F744-B5DF-CFA4-D9252EBE7D97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+mn-ea"/>
              <a:cs typeface="+mn-cs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AAAE995-575A-B543-6F69-2288587A038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+mn-ea"/>
              <a:cs typeface="+mn-cs"/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F34FE08-6ABD-6A90-6B43-FC001E7089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193147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8EC1C3-4CEA-AE4D-096D-8F104DC0F5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90115976-4B2F-368B-9594-1B059C1C9B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4A8CC0ED-1DED-626D-7843-22B0FAB271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57769AB-7043-4C2F-D1C6-579C08E24D08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+mn-ea"/>
              <a:cs typeface="+mn-cs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9442E55-5F89-75A6-52CC-F8BEF272C3A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+mn-ea"/>
              <a:cs typeface="+mn-cs"/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C83CD1B-967D-CDF0-69BC-E8F0C425B9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750998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5195CB-5CB4-8B81-308D-06FE2B744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54EB9CB2-BED0-F740-1107-5AFAE2FCA1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F0C9A221-9257-8E3F-0A9F-9E1AD43B25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D227F7A-359F-2EAD-21FF-B7839DC222F2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+mn-ea"/>
              <a:cs typeface="+mn-cs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FC88FB7-2DCD-BE50-2FC8-F01D3831584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+mn-ea"/>
              <a:cs typeface="+mn-cs"/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51A74B6-41D3-DEF7-B9C9-690765DE86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0565973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AC36FD-62D8-2EB8-D585-A93B4D776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C80AE422-3086-E17A-2182-B16BFAD9C1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2EB9C933-E3B2-B4C1-FD58-B54BE89D8F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8360723-E705-6AF4-A642-AC69E79F0985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+mn-ea"/>
              <a:cs typeface="+mn-cs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D0DF045-5C3C-0265-D612-83FFD5FE901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+mn-ea"/>
              <a:cs typeface="+mn-cs"/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C82444D-D7AE-8308-B8B1-AFCDB48B51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4426124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97091C-1DE2-E9BC-1DD4-D1C8F3A9D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702E4F86-F41F-0B1E-62FC-FB61D565A4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0A02855A-54E0-8E70-8151-E34F4B5463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28D86F8-080A-1A3A-10D1-8B24C9BB165D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+mn-ea"/>
              <a:cs typeface="+mn-cs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45B59B1-D88C-F560-31F4-9E2720C10F4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+mn-ea"/>
              <a:cs typeface="+mn-cs"/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EE84C55-A43A-79FA-CB44-85314F9B48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9398518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1EC97E-EE3A-BE66-0295-5ABD1A1B7F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0494DC83-A1B3-7565-29DC-9AA9817CBA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B88465AC-6EA2-B1C3-2433-5C1AE56203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6C6D1F0-CCAE-CE51-FCE8-6E9478F60100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+mn-ea"/>
              <a:cs typeface="+mn-cs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1FB976D-5D1F-E18D-8D49-F0B3CA7DDB2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+mn-ea"/>
              <a:cs typeface="+mn-cs"/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F930041-D301-A7A9-3CBA-DCBD707748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5784386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96210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5C2DE7-CEC4-4B6E-A52D-058455C2E417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1208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8.xml"/><Relationship Id="rId4" Type="http://schemas.openxmlformats.org/officeDocument/2006/relationships/image" Target="../media/image5.sv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9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0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22.xml"/><Relationship Id="rId1" Type="http://schemas.openxmlformats.org/officeDocument/2006/relationships/tags" Target="../tags/tag2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5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47104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ct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CC3346A-DE07-7BFF-EEC9-FFA259A0A0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July 2024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B86A55F-21D9-168D-92F2-91A935A41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D263661-E5FB-09ED-FE17-C777F76DC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4E3B7-B340-4E97-8B0E-D9BA7642178E}" type="slidenum">
              <a:rPr lang="de-DE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232910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Animated Logo + Cla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IO_AGENDA_LAST_SLIDE" hidden="1">
            <a:extLst>
              <a:ext uri="{FF2B5EF4-FFF2-40B4-BE49-F238E27FC236}">
                <a16:creationId xmlns:a16="http://schemas.microsoft.com/office/drawing/2014/main" id="{1AA4D300-56CC-7A5E-594A-25AE78B27C66}"/>
              </a:ext>
            </a:extLst>
          </p:cNvPr>
          <p:cNvSpPr/>
          <p:nvPr userDrawn="1"/>
        </p:nvSpPr>
        <p:spPr>
          <a:xfrm>
            <a:off x="11087100" y="228600"/>
            <a:ext cx="733425" cy="733425"/>
          </a:xfrm>
          <a:prstGeom prst="ellipse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5" name="Datumsplatzhalter 2">
            <a:extLst>
              <a:ext uri="{FF2B5EF4-FFF2-40B4-BE49-F238E27FC236}">
                <a16:creationId xmlns:a16="http://schemas.microsoft.com/office/drawing/2014/main" id="{F1C6BF7A-6069-1F4B-FD10-D8894C162AC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9422" y="7033793"/>
            <a:ext cx="625478" cy="123111"/>
          </a:xfrm>
        </p:spPr>
        <p:txBody>
          <a:bodyPr/>
          <a:lstStyle/>
          <a:p>
            <a:r>
              <a:rPr lang="de-DE"/>
              <a:t>July 2024</a:t>
            </a:r>
            <a:endParaRPr lang="en-US"/>
          </a:p>
        </p:txBody>
      </p:sp>
      <p:sp>
        <p:nvSpPr>
          <p:cNvPr id="6" name="Fußzeilenplatzhalter 3">
            <a:extLst>
              <a:ext uri="{FF2B5EF4-FFF2-40B4-BE49-F238E27FC236}">
                <a16:creationId xmlns:a16="http://schemas.microsoft.com/office/drawing/2014/main" id="{409D7BE9-666D-0345-2CB9-216DCBC41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99424" y="7033793"/>
            <a:ext cx="7056248" cy="123111"/>
          </a:xfrm>
        </p:spPr>
        <p:txBody>
          <a:bodyPr/>
          <a:lstStyle/>
          <a:p>
            <a:endParaRPr lang="en-US"/>
          </a:p>
        </p:txBody>
      </p:sp>
      <p:sp>
        <p:nvSpPr>
          <p:cNvPr id="8" name="Foliennummernplatzhalter 4">
            <a:extLst>
              <a:ext uri="{FF2B5EF4-FFF2-40B4-BE49-F238E27FC236}">
                <a16:creationId xmlns:a16="http://schemas.microsoft.com/office/drawing/2014/main" id="{816AAEC7-0DAD-E2BD-FA26-5DCF8624D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2583" y="7033793"/>
            <a:ext cx="360001" cy="123111"/>
          </a:xfrm>
        </p:spPr>
        <p:txBody>
          <a:bodyPr/>
          <a:lstStyle/>
          <a:p>
            <a:fld id="{42C4E3B7-B340-4E97-8B0E-D9BA7642178E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4" name="MIO_AGENDA_IGNORE_CHAPTER_REFERENCE" hidden="1">
            <a:extLst>
              <a:ext uri="{FF2B5EF4-FFF2-40B4-BE49-F238E27FC236}">
                <a16:creationId xmlns:a16="http://schemas.microsoft.com/office/drawing/2014/main" id="{E84A75D0-FC40-3E59-5EEE-88005EB74DC2}"/>
              </a:ext>
            </a:extLst>
          </p:cNvPr>
          <p:cNvSpPr/>
          <p:nvPr userDrawn="1"/>
        </p:nvSpPr>
        <p:spPr>
          <a:xfrm>
            <a:off x="10722634" y="491706"/>
            <a:ext cx="776377" cy="664234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de-DE" sz="1200">
              <a:solidFill>
                <a:schemeClr val="tx1"/>
              </a:solidFill>
            </a:endParaRPr>
          </a:p>
        </p:txBody>
      </p:sp>
      <p:pic>
        <p:nvPicPr>
          <p:cNvPr id="10" name="Claim" descr="Ein Bild, das Blume enthält.&#10;&#10;Automatisch generierte Beschreibung">
            <a:extLst>
              <a:ext uri="{FF2B5EF4-FFF2-40B4-BE49-F238E27FC236}">
                <a16:creationId xmlns:a16="http://schemas.microsoft.com/office/drawing/2014/main" id="{386D5743-7822-1C00-FB2A-6A0998B23E78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456" b="39456"/>
          <a:stretch/>
        </p:blipFill>
        <p:spPr>
          <a:xfrm>
            <a:off x="1844351" y="2881360"/>
            <a:ext cx="8503298" cy="1267720"/>
          </a:xfrm>
          <a:prstGeom prst="rect">
            <a:avLst/>
          </a:prstGeom>
        </p:spPr>
      </p:pic>
      <p:grpSp>
        <p:nvGrpSpPr>
          <p:cNvPr id="13" name="Logo">
            <a:extLst>
              <a:ext uri="{FF2B5EF4-FFF2-40B4-BE49-F238E27FC236}">
                <a16:creationId xmlns:a16="http://schemas.microsoft.com/office/drawing/2014/main" id="{FF2E3CDE-84AA-15A8-F8A2-814DC4C10836}"/>
              </a:ext>
            </a:extLst>
          </p:cNvPr>
          <p:cNvGrpSpPr/>
          <p:nvPr userDrawn="1"/>
        </p:nvGrpSpPr>
        <p:grpSpPr>
          <a:xfrm>
            <a:off x="2255520" y="2715900"/>
            <a:ext cx="7680960" cy="1426200"/>
            <a:chOff x="2255520" y="2715900"/>
            <a:chExt cx="7680960" cy="14262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BA1EB3B-0A2C-B4A6-F3E2-7C0F7C7DE32C}"/>
                </a:ext>
              </a:extLst>
            </p:cNvPr>
            <p:cNvSpPr/>
            <p:nvPr userDrawn="1"/>
          </p:nvSpPr>
          <p:spPr>
            <a:xfrm>
              <a:off x="2255520" y="2715900"/>
              <a:ext cx="7680960" cy="1426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" tIns="72000" rIns="54000" bIns="72000" rtlCol="0" anchor="ctr"/>
            <a:lstStyle/>
            <a:p>
              <a:pPr algn="ctr">
                <a:lnSpc>
                  <a:spcPct val="120000"/>
                </a:lnSpc>
                <a:spcBef>
                  <a:spcPts val="600"/>
                </a:spcBef>
              </a:pPr>
              <a:endParaRPr lang="de-DE" sz="1200">
                <a:solidFill>
                  <a:schemeClr val="tx1"/>
                </a:solidFill>
              </a:endParaRPr>
            </a:p>
          </p:txBody>
        </p:sp>
        <p:pic>
          <p:nvPicPr>
            <p:cNvPr id="11" name="Grafik 1">
              <a:extLst>
                <a:ext uri="{FF2B5EF4-FFF2-40B4-BE49-F238E27FC236}">
                  <a16:creationId xmlns:a16="http://schemas.microsoft.com/office/drawing/2014/main" id="{8FA64D0A-35F3-4081-7986-3A0D2A3CC2A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652109" y="3044152"/>
              <a:ext cx="6887783" cy="76969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54364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60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|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2EE48568-44D8-50E6-466E-547DF23D12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775" y="4112613"/>
            <a:ext cx="11016574" cy="792000"/>
          </a:xfrm>
        </p:spPr>
        <p:txBody>
          <a:bodyPr anchor="b"/>
          <a:lstStyle>
            <a:lvl1pPr algn="l">
              <a:lnSpc>
                <a:spcPct val="100000"/>
              </a:lnSpc>
              <a:defRPr sz="2800" b="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6B3C73EA-593C-22D6-FBA0-BA75DF7E870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9775" y="5192613"/>
            <a:ext cx="11016574" cy="864184"/>
          </a:xfrm>
        </p:spPr>
        <p:txBody>
          <a:bodyPr anchor="t"/>
          <a:lstStyle>
            <a:lvl1pPr marL="0" indent="0" algn="l">
              <a:spcBef>
                <a:spcPts val="0"/>
              </a:spcBef>
              <a:buNone/>
              <a:defRPr sz="1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Speaker </a:t>
            </a:r>
          </a:p>
          <a:p>
            <a:r>
              <a:rPr lang="en-US"/>
              <a:t>Month YYYY</a:t>
            </a:r>
          </a:p>
          <a:p>
            <a:r>
              <a:rPr lang="en-US"/>
              <a:t>Location / Channel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A049E87-352A-6A4D-872A-38E661BA5F8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9422" y="7088832"/>
            <a:ext cx="625478" cy="123111"/>
          </a:xfrm>
        </p:spPr>
        <p:txBody>
          <a:bodyPr/>
          <a:lstStyle/>
          <a:p>
            <a:r>
              <a:rPr lang="de-DE"/>
              <a:t>July 2024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B28419D-8FE8-7304-5834-21A35EE7F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99424" y="7088832"/>
            <a:ext cx="7056248" cy="123111"/>
          </a:xfrm>
        </p:spPr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1929F9C-A534-7E25-A3D8-48191549B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2583" y="7088832"/>
            <a:ext cx="360001" cy="123111"/>
          </a:xfrm>
        </p:spPr>
        <p:txBody>
          <a:bodyPr/>
          <a:lstStyle/>
          <a:p>
            <a:fld id="{42C4E3B7-B340-4E97-8B0E-D9BA7642178E}" type="slidenum">
              <a:rPr lang="de-DE"/>
              <a:t>‹#›</a:t>
            </a:fld>
            <a:endParaRPr lang="de-DE"/>
          </a:p>
        </p:txBody>
      </p:sp>
      <p:sp>
        <p:nvSpPr>
          <p:cNvPr id="9" name="Bildplatzhalter 8">
            <a:extLst>
              <a:ext uri="{FF2B5EF4-FFF2-40B4-BE49-F238E27FC236}">
                <a16:creationId xmlns:a16="http://schemas.microsoft.com/office/drawing/2014/main" id="{7EDF944B-DBF6-16A9-ACD1-78DB34F2C205}"/>
              </a:ext>
            </a:extLst>
          </p:cNvPr>
          <p:cNvSpPr>
            <a:spLocks noGrp="1"/>
          </p:cNvSpPr>
          <p:nvPr>
            <p:ph type="pic" sz="quarter" idx="13" hasCustomPrompt="1"/>
            <p:custDataLst>
              <p:tags r:id="rId1"/>
            </p:custDataLst>
          </p:nvPr>
        </p:nvSpPr>
        <p:spPr>
          <a:xfrm>
            <a:off x="0" y="836613"/>
            <a:ext cx="12192000" cy="2880001"/>
          </a:xfrm>
          <a:solidFill>
            <a:srgbClr val="E3E3E3"/>
          </a:solidFill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Click </a:t>
            </a:r>
            <a:r>
              <a:rPr lang="de-DE" err="1"/>
              <a:t>icon</a:t>
            </a:r>
            <a:r>
              <a:rPr lang="de-DE"/>
              <a:t>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add</a:t>
            </a:r>
            <a:r>
              <a:rPr lang="de-DE"/>
              <a:t> </a:t>
            </a:r>
            <a:r>
              <a:rPr lang="de-DE" err="1"/>
              <a:t>picture</a:t>
            </a:r>
            <a:endParaRPr lang="de-DE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91CE1CC6-6F06-D7E5-DCD8-450A164DA97F}"/>
              </a:ext>
            </a:extLst>
          </p:cNvPr>
          <p:cNvSpPr>
            <a:spLocks noGrp="1"/>
          </p:cNvSpPr>
          <p:nvPr>
            <p:ph type="body" sz="quarter" idx="14" hasCustomPrompt="1"/>
            <p:custDataLst>
              <p:tags r:id="rId2"/>
            </p:custDataLst>
          </p:nvPr>
        </p:nvSpPr>
        <p:spPr>
          <a:xfrm>
            <a:off x="629775" y="3590613"/>
            <a:ext cx="2106000" cy="234000"/>
          </a:xfrm>
          <a:solidFill>
            <a:srgbClr val="00893D"/>
          </a:solidFill>
        </p:spPr>
        <p:txBody>
          <a:bodyPr/>
          <a:lstStyle>
            <a:lvl1pPr>
              <a:defRPr sz="100">
                <a:solidFill>
                  <a:srgbClr val="00893D"/>
                </a:solidFill>
              </a:defRPr>
            </a:lvl1pPr>
          </a:lstStyle>
          <a:p>
            <a:pPr lvl="0"/>
            <a:r>
              <a:rPr lang="de-DE"/>
              <a:t>1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4F1F146A-4D91-744D-C68E-D304E010A6D5}"/>
              </a:ext>
            </a:extLst>
          </p:cNvPr>
          <p:cNvSpPr/>
          <p:nvPr/>
        </p:nvSpPr>
        <p:spPr>
          <a:xfrm>
            <a:off x="4440477" y="6457167"/>
            <a:ext cx="7272098" cy="2567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8D3AE564-D8A4-F38B-4C3B-35F2456F33BD}"/>
              </a:ext>
            </a:extLst>
          </p:cNvPr>
          <p:cNvSpPr/>
          <p:nvPr userDrawn="1"/>
        </p:nvSpPr>
        <p:spPr>
          <a:xfrm>
            <a:off x="4440477" y="6457167"/>
            <a:ext cx="7272098" cy="2567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en-US" sz="1200">
              <a:solidFill>
                <a:schemeClr val="tx1"/>
              </a:solidFill>
            </a:endParaRP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D5B8CDE0-1C55-A692-641F-226CB56DF0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92526" y="6337101"/>
            <a:ext cx="1620000" cy="187524"/>
          </a:xfrm>
          <a:prstGeom prst="rect">
            <a:avLst/>
          </a:prstGeom>
        </p:spPr>
      </p:pic>
      <p:sp>
        <p:nvSpPr>
          <p:cNvPr id="13" name="MIO_AGENDA_IGNORE_CHAPTER_REFERENCE" hidden="1">
            <a:extLst>
              <a:ext uri="{FF2B5EF4-FFF2-40B4-BE49-F238E27FC236}">
                <a16:creationId xmlns:a16="http://schemas.microsoft.com/office/drawing/2014/main" id="{952B1B6F-E149-BD5D-9D2B-BA595168224B}"/>
              </a:ext>
            </a:extLst>
          </p:cNvPr>
          <p:cNvSpPr/>
          <p:nvPr userDrawn="1"/>
        </p:nvSpPr>
        <p:spPr>
          <a:xfrm>
            <a:off x="10722634" y="491706"/>
            <a:ext cx="776377" cy="664234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de-DE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3011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| Squa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2EE48568-44D8-50E6-466E-547DF23D12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27666" y="3357000"/>
            <a:ext cx="3484911" cy="1193387"/>
          </a:xfrm>
        </p:spPr>
        <p:txBody>
          <a:bodyPr anchor="t"/>
          <a:lstStyle>
            <a:lvl1pPr algn="l">
              <a:lnSpc>
                <a:spcPct val="100000"/>
              </a:lnSpc>
              <a:defRPr sz="2800" b="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6B3C73EA-593C-22D6-FBA0-BA75DF7E870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227666" y="4879910"/>
            <a:ext cx="3484909" cy="583090"/>
          </a:xfrm>
        </p:spPr>
        <p:txBody>
          <a:bodyPr bIns="144000" anchor="b"/>
          <a:lstStyle>
            <a:lvl1pPr marL="0" indent="0" algn="l">
              <a:spcBef>
                <a:spcPts val="0"/>
              </a:spcBef>
              <a:buNone/>
              <a:defRPr sz="1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Speaker / Month YYYY</a:t>
            </a:r>
          </a:p>
          <a:p>
            <a:r>
              <a:rPr lang="en-US"/>
              <a:t>Location / Channel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A049E87-352A-6A4D-872A-38E661BA5F8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9422" y="7088832"/>
            <a:ext cx="625478" cy="123111"/>
          </a:xfrm>
        </p:spPr>
        <p:txBody>
          <a:bodyPr/>
          <a:lstStyle/>
          <a:p>
            <a:r>
              <a:rPr lang="de-DE"/>
              <a:t>July 2024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B28419D-8FE8-7304-5834-21A35EE7F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99424" y="7088832"/>
            <a:ext cx="7056248" cy="123111"/>
          </a:xfrm>
        </p:spPr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1929F9C-A534-7E25-A3D8-48191549B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2583" y="7088832"/>
            <a:ext cx="360001" cy="123111"/>
          </a:xfrm>
        </p:spPr>
        <p:txBody>
          <a:bodyPr/>
          <a:lstStyle/>
          <a:p>
            <a:fld id="{42C4E3B7-B340-4E97-8B0E-D9BA7642178E}" type="slidenum">
              <a:rPr lang="de-DE"/>
              <a:t>‹#›</a:t>
            </a:fld>
            <a:endParaRPr lang="de-DE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013EB81D-D70D-3D96-48AD-DF7B947B5D1D}"/>
              </a:ext>
            </a:extLst>
          </p:cNvPr>
          <p:cNvSpPr/>
          <p:nvPr/>
        </p:nvSpPr>
        <p:spPr>
          <a:xfrm>
            <a:off x="7751763" y="6457167"/>
            <a:ext cx="3960811" cy="2567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9" name="Bildplatzhalter 8">
            <a:extLst>
              <a:ext uri="{FF2B5EF4-FFF2-40B4-BE49-F238E27FC236}">
                <a16:creationId xmlns:a16="http://schemas.microsoft.com/office/drawing/2014/main" id="{7EDF944B-DBF6-16A9-ACD1-78DB34F2C20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577"/>
            <a:ext cx="7751764" cy="6858000"/>
          </a:xfrm>
          <a:solidFill>
            <a:srgbClr val="E3E3E3"/>
          </a:solidFill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Click </a:t>
            </a:r>
            <a:r>
              <a:rPr lang="de-DE" err="1"/>
              <a:t>icon</a:t>
            </a:r>
            <a:r>
              <a:rPr lang="de-DE"/>
              <a:t>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add</a:t>
            </a:r>
            <a:r>
              <a:rPr lang="de-DE"/>
              <a:t> </a:t>
            </a:r>
            <a:r>
              <a:rPr lang="de-DE" err="1"/>
              <a:t>picture</a:t>
            </a:r>
            <a:endParaRPr lang="de-DE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91CE1CC6-6F06-D7E5-DCD8-450A164DA97F}"/>
              </a:ext>
            </a:extLst>
          </p:cNvPr>
          <p:cNvSpPr>
            <a:spLocks noGrp="1"/>
          </p:cNvSpPr>
          <p:nvPr>
            <p:ph type="body" sz="quarter" idx="14" hasCustomPrompt="1"/>
            <p:custDataLst>
              <p:tags r:id="rId1"/>
            </p:custDataLst>
          </p:nvPr>
        </p:nvSpPr>
        <p:spPr>
          <a:xfrm>
            <a:off x="7633426" y="3357000"/>
            <a:ext cx="234000" cy="2106000"/>
          </a:xfrm>
          <a:solidFill>
            <a:srgbClr val="00893D"/>
          </a:solidFill>
        </p:spPr>
        <p:txBody>
          <a:bodyPr/>
          <a:lstStyle>
            <a:lvl1pPr>
              <a:defRPr sz="100">
                <a:solidFill>
                  <a:srgbClr val="00893D"/>
                </a:solidFill>
              </a:defRPr>
            </a:lvl1pPr>
          </a:lstStyle>
          <a:p>
            <a:pPr lvl="0"/>
            <a:r>
              <a:rPr lang="de-DE"/>
              <a:t>1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DAA0C0D3-C7D1-47AD-DEA6-A0A5EED92C98}"/>
              </a:ext>
            </a:extLst>
          </p:cNvPr>
          <p:cNvSpPr/>
          <p:nvPr userDrawn="1"/>
        </p:nvSpPr>
        <p:spPr>
          <a:xfrm>
            <a:off x="7751763" y="6457167"/>
            <a:ext cx="3960811" cy="2567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en-US" sz="1200">
              <a:solidFill>
                <a:schemeClr val="tx1"/>
              </a:solidFill>
            </a:endParaRP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D5B8CDE0-1C55-A692-641F-226CB56DF0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92526" y="6337101"/>
            <a:ext cx="1620000" cy="187524"/>
          </a:xfrm>
          <a:prstGeom prst="rect">
            <a:avLst/>
          </a:prstGeom>
        </p:spPr>
      </p:pic>
      <p:sp>
        <p:nvSpPr>
          <p:cNvPr id="13" name="MIO_AGENDA_IGNORE_CHAPTER_REFERENCE" hidden="1">
            <a:extLst>
              <a:ext uri="{FF2B5EF4-FFF2-40B4-BE49-F238E27FC236}">
                <a16:creationId xmlns:a16="http://schemas.microsoft.com/office/drawing/2014/main" id="{6981DCB9-24B0-27F6-D959-DC9EF6AF73F2}"/>
              </a:ext>
            </a:extLst>
          </p:cNvPr>
          <p:cNvSpPr/>
          <p:nvPr userDrawn="1"/>
        </p:nvSpPr>
        <p:spPr>
          <a:xfrm>
            <a:off x="10722634" y="491706"/>
            <a:ext cx="776377" cy="664234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de-DE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2200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|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Number">
            <a:extLst>
              <a:ext uri="{FF2B5EF4-FFF2-40B4-BE49-F238E27FC236}">
                <a16:creationId xmlns:a16="http://schemas.microsoft.com/office/drawing/2014/main" id="{4D7E2CD3-2954-CD10-B150-9D1B569E91C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1856660"/>
            <a:ext cx="12192000" cy="3934539"/>
          </a:xfrm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70000" b="1">
                <a:solidFill>
                  <a:srgbClr val="C9DAD4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defRPr>
            </a:lvl1pPr>
            <a:lvl2pPr algn="r">
              <a:defRPr sz="70000"/>
            </a:lvl2pPr>
            <a:lvl3pPr algn="r">
              <a:defRPr sz="70000"/>
            </a:lvl3pPr>
            <a:lvl4pPr algn="r">
              <a:defRPr sz="70000"/>
            </a:lvl4pPr>
            <a:lvl5pPr algn="r">
              <a:defRPr sz="70000"/>
            </a:lvl5pPr>
          </a:lstStyle>
          <a:p>
            <a:pPr lvl="0"/>
            <a:r>
              <a:rPr lang="de-DE"/>
              <a:t>#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6023123F-7395-C3CA-E0AD-5051FCB9D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4000" y="2787506"/>
            <a:ext cx="9629775" cy="1661993"/>
          </a:xfrm>
        </p:spPr>
        <p:txBody>
          <a:bodyPr/>
          <a:lstStyle>
            <a:lvl1pPr>
              <a:defRPr sz="5400">
                <a:solidFill>
                  <a:schemeClr val="dk2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2139537-1D30-AEF7-E049-F4A9E5A25E4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9422" y="7115435"/>
            <a:ext cx="625478" cy="123111"/>
          </a:xfrm>
        </p:spPr>
        <p:txBody>
          <a:bodyPr/>
          <a:lstStyle/>
          <a:p>
            <a:r>
              <a:rPr lang="de-DE"/>
              <a:t>July 2024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688713F-EE77-7EEF-7417-3D2FC4EC4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99424" y="7115435"/>
            <a:ext cx="7056248" cy="123111"/>
          </a:xfrm>
        </p:spPr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6C74595-52D4-CB11-2083-2D2339304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2583" y="7115435"/>
            <a:ext cx="360001" cy="123111"/>
          </a:xfrm>
        </p:spPr>
        <p:txBody>
          <a:bodyPr/>
          <a:lstStyle/>
          <a:p>
            <a:fld id="{42C4E3B7-B340-4E97-8B0E-D9BA7642178E}" type="slidenum">
              <a:rPr lang="de-DE"/>
              <a:pPr/>
              <a:t>‹#›</a:t>
            </a:fld>
            <a:endParaRPr lang="de-DE"/>
          </a:p>
        </p:txBody>
      </p:sp>
      <p:sp>
        <p:nvSpPr>
          <p:cNvPr id="7" name="Topic">
            <a:extLst>
              <a:ext uri="{FF2B5EF4-FFF2-40B4-BE49-F238E27FC236}">
                <a16:creationId xmlns:a16="http://schemas.microsoft.com/office/drawing/2014/main" id="{5A09FEA6-3028-1D22-BBFA-F13C4ED1246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47799" y="1447800"/>
            <a:ext cx="5220000" cy="1242938"/>
          </a:xfrm>
        </p:spPr>
        <p:txBody>
          <a:bodyPr wrap="none" anchor="b"/>
          <a:lstStyle>
            <a:lvl1pPr>
              <a:defRPr sz="2400" b="1" cap="none" baseline="0">
                <a:solidFill>
                  <a:srgbClr val="A8A8A8"/>
                </a:solidFill>
              </a:defRPr>
            </a:lvl1pPr>
          </a:lstStyle>
          <a:p>
            <a:pPr lvl="0"/>
            <a:r>
              <a:rPr lang="de-DE"/>
              <a:t>Topic # (optional)</a:t>
            </a:r>
          </a:p>
        </p:txBody>
      </p:sp>
      <p:cxnSp>
        <p:nvCxnSpPr>
          <p:cNvPr id="8" name="Straight Connector 8">
            <a:extLst>
              <a:ext uri="{FF2B5EF4-FFF2-40B4-BE49-F238E27FC236}">
                <a16:creationId xmlns:a16="http://schemas.microsoft.com/office/drawing/2014/main" id="{90B497D3-40E6-112D-73AC-9B2A4FF2BBDF}"/>
              </a:ext>
            </a:extLst>
          </p:cNvPr>
          <p:cNvCxnSpPr>
            <a:cxnSpLocks/>
          </p:cNvCxnSpPr>
          <p:nvPr/>
        </p:nvCxnSpPr>
        <p:spPr bwMode="gray">
          <a:xfrm>
            <a:off x="0" y="2590800"/>
            <a:ext cx="1295400" cy="0"/>
          </a:xfrm>
          <a:prstGeom prst="line">
            <a:avLst/>
          </a:prstGeom>
          <a:ln w="19050" cap="flat" cmpd="sng" algn="ctr">
            <a:solidFill>
              <a:srgbClr val="95B7AB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8">
            <a:extLst>
              <a:ext uri="{FF2B5EF4-FFF2-40B4-BE49-F238E27FC236}">
                <a16:creationId xmlns:a16="http://schemas.microsoft.com/office/drawing/2014/main" id="{90FAA563-D514-492E-CB17-0EBF5636BFC7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0" y="2590800"/>
            <a:ext cx="1295400" cy="0"/>
          </a:xfrm>
          <a:prstGeom prst="line">
            <a:avLst/>
          </a:prstGeom>
          <a:ln w="19050" cap="flat" cmpd="sng" algn="ctr">
            <a:solidFill>
              <a:srgbClr val="95B7AB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MIO_AGENDA_IGNORE_CHAPTER_REFERENCE" hidden="1">
            <a:extLst>
              <a:ext uri="{FF2B5EF4-FFF2-40B4-BE49-F238E27FC236}">
                <a16:creationId xmlns:a16="http://schemas.microsoft.com/office/drawing/2014/main" id="{50B44409-99CD-4263-E4A7-C3D7CE59BCCC}"/>
              </a:ext>
            </a:extLst>
          </p:cNvPr>
          <p:cNvSpPr/>
          <p:nvPr userDrawn="1"/>
        </p:nvSpPr>
        <p:spPr>
          <a:xfrm>
            <a:off x="10722634" y="491706"/>
            <a:ext cx="776377" cy="664234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de-DE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7530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| Carbon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23716EB2-9025-C60D-8D22-073E2FFBFD23}"/>
              </a:ext>
            </a:extLst>
          </p:cNvPr>
          <p:cNvSpPr/>
          <p:nvPr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lt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sz="1400" b="0" i="0" u="none" baseline="0">
              <a:solidFill>
                <a:srgbClr val="000000"/>
              </a:solidFill>
              <a:latin typeface="Noto Sans" panose="020B0502040504020204" pitchFamily="34" charset="0"/>
            </a:endParaRPr>
          </a:p>
        </p:txBody>
      </p:sp>
      <p:sp>
        <p:nvSpPr>
          <p:cNvPr id="10" name="Number">
            <a:extLst>
              <a:ext uri="{FF2B5EF4-FFF2-40B4-BE49-F238E27FC236}">
                <a16:creationId xmlns:a16="http://schemas.microsoft.com/office/drawing/2014/main" id="{4D7E2CD3-2954-CD10-B150-9D1B569E91C0}"/>
              </a:ext>
            </a:extLst>
          </p:cNvPr>
          <p:cNvSpPr>
            <a:spLocks noGrp="1"/>
          </p:cNvSpPr>
          <p:nvPr>
            <p:ph type="body" sz="quarter" idx="14" hasCustomPrompt="1"/>
            <p:custDataLst>
              <p:tags r:id="rId1"/>
            </p:custDataLst>
          </p:nvPr>
        </p:nvSpPr>
        <p:spPr>
          <a:xfrm>
            <a:off x="0" y="1856660"/>
            <a:ext cx="12192000" cy="3934539"/>
          </a:xfrm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70000" b="1">
                <a:solidFill>
                  <a:srgbClr val="B0C9C0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defRPr>
            </a:lvl1pPr>
            <a:lvl2pPr algn="r">
              <a:defRPr sz="70000"/>
            </a:lvl2pPr>
            <a:lvl3pPr algn="r">
              <a:defRPr sz="70000"/>
            </a:lvl3pPr>
            <a:lvl4pPr algn="r">
              <a:defRPr sz="70000"/>
            </a:lvl4pPr>
            <a:lvl5pPr algn="r">
              <a:defRPr sz="70000"/>
            </a:lvl5pPr>
          </a:lstStyle>
          <a:p>
            <a:pPr lvl="0"/>
            <a:r>
              <a:rPr lang="de-DE"/>
              <a:t>#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6023123F-7395-C3CA-E0AD-5051FCB9D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4000" y="2787506"/>
            <a:ext cx="9629775" cy="1661993"/>
          </a:xfrm>
        </p:spPr>
        <p:txBody>
          <a:bodyPr/>
          <a:lstStyle>
            <a:lvl1pPr>
              <a:defRPr sz="5400">
                <a:solidFill>
                  <a:schemeClr val="dk2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2139537-1D30-AEF7-E049-F4A9E5A25E4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9422" y="7115435"/>
            <a:ext cx="625478" cy="123111"/>
          </a:xfrm>
        </p:spPr>
        <p:txBody>
          <a:bodyPr/>
          <a:lstStyle/>
          <a:p>
            <a:r>
              <a:rPr lang="de-DE"/>
              <a:t>July 2024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688713F-EE77-7EEF-7417-3D2FC4EC4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99424" y="7115435"/>
            <a:ext cx="7056248" cy="123111"/>
          </a:xfrm>
        </p:spPr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6C74595-52D4-CB11-2083-2D2339304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2583" y="7115435"/>
            <a:ext cx="360001" cy="123111"/>
          </a:xfrm>
        </p:spPr>
        <p:txBody>
          <a:bodyPr/>
          <a:lstStyle/>
          <a:p>
            <a:fld id="{42C4E3B7-B340-4E97-8B0E-D9BA7642178E}" type="slidenum">
              <a:rPr lang="de-DE"/>
              <a:pPr/>
              <a:t>‹#›</a:t>
            </a:fld>
            <a:endParaRPr lang="de-DE"/>
          </a:p>
        </p:txBody>
      </p:sp>
      <p:sp>
        <p:nvSpPr>
          <p:cNvPr id="7" name="Topic">
            <a:extLst>
              <a:ext uri="{FF2B5EF4-FFF2-40B4-BE49-F238E27FC236}">
                <a16:creationId xmlns:a16="http://schemas.microsoft.com/office/drawing/2014/main" id="{5A09FEA6-3028-1D22-BBFA-F13C4ED1246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47800" y="1447800"/>
            <a:ext cx="5220000" cy="1242938"/>
          </a:xfrm>
        </p:spPr>
        <p:txBody>
          <a:bodyPr wrap="none" anchor="b"/>
          <a:lstStyle>
            <a:lvl1pPr>
              <a:defRPr sz="2400" b="1" cap="none" baseline="0">
                <a:solidFill>
                  <a:srgbClr val="A8A8A8"/>
                </a:solidFill>
              </a:defRPr>
            </a:lvl1pPr>
          </a:lstStyle>
          <a:p>
            <a:pPr lvl="0"/>
            <a:r>
              <a:rPr lang="de-DE"/>
              <a:t>Topic # (optional)</a:t>
            </a:r>
          </a:p>
        </p:txBody>
      </p:sp>
      <p:cxnSp>
        <p:nvCxnSpPr>
          <p:cNvPr id="8" name="Straight Connector 8">
            <a:extLst>
              <a:ext uri="{FF2B5EF4-FFF2-40B4-BE49-F238E27FC236}">
                <a16:creationId xmlns:a16="http://schemas.microsoft.com/office/drawing/2014/main" id="{90B497D3-40E6-112D-73AC-9B2A4FF2BBDF}"/>
              </a:ext>
            </a:extLst>
          </p:cNvPr>
          <p:cNvCxnSpPr>
            <a:cxnSpLocks/>
          </p:cNvCxnSpPr>
          <p:nvPr/>
        </p:nvCxnSpPr>
        <p:spPr bwMode="gray">
          <a:xfrm>
            <a:off x="0" y="2590800"/>
            <a:ext cx="1295400" cy="0"/>
          </a:xfrm>
          <a:prstGeom prst="line">
            <a:avLst/>
          </a:prstGeom>
          <a:ln w="19050">
            <a:solidFill>
              <a:srgbClr val="6196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8">
            <a:extLst>
              <a:ext uri="{FF2B5EF4-FFF2-40B4-BE49-F238E27FC236}">
                <a16:creationId xmlns:a16="http://schemas.microsoft.com/office/drawing/2014/main" id="{E607342D-0C7B-8520-0879-637463872D8C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0" y="2590800"/>
            <a:ext cx="1295400" cy="0"/>
          </a:xfrm>
          <a:prstGeom prst="line">
            <a:avLst/>
          </a:prstGeom>
          <a:ln w="19050">
            <a:solidFill>
              <a:srgbClr val="95B7A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MIO_AGENDA_IGNORE_CHAPTER_REFERENCE" hidden="1">
            <a:extLst>
              <a:ext uri="{FF2B5EF4-FFF2-40B4-BE49-F238E27FC236}">
                <a16:creationId xmlns:a16="http://schemas.microsoft.com/office/drawing/2014/main" id="{87CE385E-BE30-6D63-24AB-F7CD8088B822}"/>
              </a:ext>
            </a:extLst>
          </p:cNvPr>
          <p:cNvSpPr/>
          <p:nvPr userDrawn="1"/>
        </p:nvSpPr>
        <p:spPr>
          <a:xfrm>
            <a:off x="10722634" y="491706"/>
            <a:ext cx="776377" cy="664234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de-DE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4424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ub-Section Header | Carbon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23716EB2-9025-C60D-8D22-073E2FFBFD23}"/>
              </a:ext>
            </a:extLst>
          </p:cNvPr>
          <p:cNvSpPr/>
          <p:nvPr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lt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sz="1400" b="0" i="0" u="none" baseline="0">
              <a:solidFill>
                <a:srgbClr val="000000"/>
              </a:solidFill>
              <a:latin typeface="Noto Sans" panose="020B0502040504020204" pitchFamily="34" charset="0"/>
            </a:endParaRPr>
          </a:p>
        </p:txBody>
      </p:sp>
      <p:sp>
        <p:nvSpPr>
          <p:cNvPr id="12" name="Number">
            <a:extLst>
              <a:ext uri="{FF2B5EF4-FFF2-40B4-BE49-F238E27FC236}">
                <a16:creationId xmlns:a16="http://schemas.microsoft.com/office/drawing/2014/main" id="{94BFC9A3-C93C-90E9-D177-AA22DCFD0B7D}"/>
              </a:ext>
            </a:extLst>
          </p:cNvPr>
          <p:cNvSpPr>
            <a:spLocks noGrp="1"/>
          </p:cNvSpPr>
          <p:nvPr>
            <p:ph type="body" sz="quarter" idx="14" hasCustomPrompt="1"/>
            <p:custDataLst>
              <p:tags r:id="rId1"/>
            </p:custDataLst>
          </p:nvPr>
        </p:nvSpPr>
        <p:spPr>
          <a:xfrm>
            <a:off x="3848993" y="6182049"/>
            <a:ext cx="8343007" cy="1666418"/>
          </a:xfrm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30000" b="1">
                <a:solidFill>
                  <a:srgbClr val="B0C9C0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defRPr>
            </a:lvl1pPr>
            <a:lvl2pPr algn="r">
              <a:defRPr sz="70000"/>
            </a:lvl2pPr>
            <a:lvl3pPr algn="r">
              <a:defRPr sz="70000"/>
            </a:lvl3pPr>
            <a:lvl4pPr algn="r">
              <a:defRPr sz="70000"/>
            </a:lvl4pPr>
            <a:lvl5pPr algn="r">
              <a:defRPr sz="70000"/>
            </a:lvl5pPr>
          </a:lstStyle>
          <a:p>
            <a:pPr lvl="0"/>
            <a:r>
              <a:rPr lang="de-DE"/>
              <a:t>#.#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6023123F-7395-C3CA-E0AD-5051FCB9D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4000" y="2787506"/>
            <a:ext cx="9629775" cy="1661993"/>
          </a:xfrm>
        </p:spPr>
        <p:txBody>
          <a:bodyPr/>
          <a:lstStyle>
            <a:lvl1pPr>
              <a:defRPr sz="5400">
                <a:solidFill>
                  <a:schemeClr val="dk2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2139537-1D30-AEF7-E049-F4A9E5A25E4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9422" y="7115435"/>
            <a:ext cx="625478" cy="123111"/>
          </a:xfrm>
        </p:spPr>
        <p:txBody>
          <a:bodyPr/>
          <a:lstStyle/>
          <a:p>
            <a:r>
              <a:rPr lang="de-DE"/>
              <a:t>July 2024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688713F-EE77-7EEF-7417-3D2FC4EC4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99424" y="7115435"/>
            <a:ext cx="7056248" cy="123111"/>
          </a:xfrm>
        </p:spPr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6C74595-52D4-CB11-2083-2D2339304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2583" y="7115435"/>
            <a:ext cx="360001" cy="123111"/>
          </a:xfrm>
        </p:spPr>
        <p:txBody>
          <a:bodyPr/>
          <a:lstStyle/>
          <a:p>
            <a:fld id="{42C4E3B7-B340-4E97-8B0E-D9BA7642178E}" type="slidenum">
              <a:rPr lang="de-DE"/>
              <a:pPr/>
              <a:t>‹#›</a:t>
            </a:fld>
            <a:endParaRPr lang="de-DE"/>
          </a:p>
        </p:txBody>
      </p:sp>
      <p:sp>
        <p:nvSpPr>
          <p:cNvPr id="7" name="Topic">
            <a:extLst>
              <a:ext uri="{FF2B5EF4-FFF2-40B4-BE49-F238E27FC236}">
                <a16:creationId xmlns:a16="http://schemas.microsoft.com/office/drawing/2014/main" id="{5A09FEA6-3028-1D22-BBFA-F13C4ED1246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47800" y="1447800"/>
            <a:ext cx="5220000" cy="1242938"/>
          </a:xfrm>
        </p:spPr>
        <p:txBody>
          <a:bodyPr wrap="none" anchor="b"/>
          <a:lstStyle>
            <a:lvl1pPr>
              <a:defRPr sz="2400" b="1" cap="none" baseline="0">
                <a:solidFill>
                  <a:srgbClr val="A8A8A8"/>
                </a:solidFill>
              </a:defRPr>
            </a:lvl1pPr>
          </a:lstStyle>
          <a:p>
            <a:pPr lvl="0"/>
            <a:r>
              <a:rPr lang="de-DE"/>
              <a:t>Topic # (optional)</a:t>
            </a:r>
          </a:p>
        </p:txBody>
      </p:sp>
      <p:cxnSp>
        <p:nvCxnSpPr>
          <p:cNvPr id="8" name="Straight Connector 8">
            <a:extLst>
              <a:ext uri="{FF2B5EF4-FFF2-40B4-BE49-F238E27FC236}">
                <a16:creationId xmlns:a16="http://schemas.microsoft.com/office/drawing/2014/main" id="{90B497D3-40E6-112D-73AC-9B2A4FF2BBDF}"/>
              </a:ext>
            </a:extLst>
          </p:cNvPr>
          <p:cNvCxnSpPr>
            <a:cxnSpLocks/>
          </p:cNvCxnSpPr>
          <p:nvPr/>
        </p:nvCxnSpPr>
        <p:spPr bwMode="gray">
          <a:xfrm>
            <a:off x="0" y="2590800"/>
            <a:ext cx="1295400" cy="0"/>
          </a:xfrm>
          <a:prstGeom prst="line">
            <a:avLst/>
          </a:prstGeom>
          <a:ln w="19050" cap="flat" cmpd="sng" algn="ctr">
            <a:solidFill>
              <a:srgbClr val="95B7AB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8">
            <a:extLst>
              <a:ext uri="{FF2B5EF4-FFF2-40B4-BE49-F238E27FC236}">
                <a16:creationId xmlns:a16="http://schemas.microsoft.com/office/drawing/2014/main" id="{E607342D-0C7B-8520-0879-637463872D8C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0" y="2590800"/>
            <a:ext cx="1295400" cy="0"/>
          </a:xfrm>
          <a:prstGeom prst="line">
            <a:avLst/>
          </a:prstGeom>
          <a:ln w="19050" cap="flat" cmpd="sng" algn="ctr">
            <a:solidFill>
              <a:srgbClr val="95B7AB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MIO_AGENDA_IGNORE_CHAPTER_REFERENCE" hidden="1">
            <a:extLst>
              <a:ext uri="{FF2B5EF4-FFF2-40B4-BE49-F238E27FC236}">
                <a16:creationId xmlns:a16="http://schemas.microsoft.com/office/drawing/2014/main" id="{87CE385E-BE30-6D63-24AB-F7CD8088B822}"/>
              </a:ext>
            </a:extLst>
          </p:cNvPr>
          <p:cNvSpPr/>
          <p:nvPr userDrawn="1"/>
        </p:nvSpPr>
        <p:spPr>
          <a:xfrm>
            <a:off x="10722634" y="491706"/>
            <a:ext cx="776377" cy="664234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de-DE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164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CC3346A-DE07-7BFF-EEC9-FFA259A0A0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July 2024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B86A55F-21D9-168D-92F2-91A935A41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D263661-E5FB-09ED-FE17-C777F76DC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4E3B7-B340-4E97-8B0E-D9BA7642178E}" type="slidenum">
              <a:rPr lang="de-DE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51634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Just Headline |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818A2D4D-3EBD-ACEB-DE33-22542A0BA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082BEC0-E5EA-63F2-DBE4-6BC4FA9CD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July 2024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3311B00-3E3E-6CE6-0822-36154CC6B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0556E01-27D2-C56C-4B02-3C76BD3BD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4E3B7-B340-4E97-8B0E-D9BA7642178E}" type="slidenum">
              <a:rPr lang="de-DE"/>
              <a:t>‹#›</a:t>
            </a:fld>
            <a:endParaRPr lang="de-DE"/>
          </a:p>
        </p:txBody>
      </p:sp>
      <p:sp>
        <p:nvSpPr>
          <p:cNvPr id="7" name="MIO_CONVERT_SLIDES_SUBTITLE">
            <a:extLst>
              <a:ext uri="{FF2B5EF4-FFF2-40B4-BE49-F238E27FC236}">
                <a16:creationId xmlns:a16="http://schemas.microsoft.com/office/drawing/2014/main" id="{68382814-9A79-F736-ADBE-7FE811FDAD5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375" y="476024"/>
            <a:ext cx="8928625" cy="115416"/>
          </a:xfrm>
        </p:spPr>
        <p:txBody>
          <a:bodyPr/>
          <a:lstStyle>
            <a:lvl1pPr>
              <a:defRPr sz="800" cap="all" spc="300" baseline="0">
                <a:solidFill>
                  <a:srgbClr val="878787"/>
                </a:solidFill>
              </a:defRPr>
            </a:lvl1pPr>
          </a:lstStyle>
          <a:p>
            <a:r>
              <a:rPr lang="en-US"/>
              <a:t>Topline usually Topic</a:t>
            </a:r>
          </a:p>
        </p:txBody>
      </p:sp>
      <p:sp>
        <p:nvSpPr>
          <p:cNvPr id="6" name="Textplatzhalter 10">
            <a:extLst>
              <a:ext uri="{FF2B5EF4-FFF2-40B4-BE49-F238E27FC236}">
                <a16:creationId xmlns:a16="http://schemas.microsoft.com/office/drawing/2014/main" id="{20336019-F854-364F-9FAC-6BBFF9F1CE2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424" y="6166800"/>
            <a:ext cx="11232000" cy="250341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defRPr sz="800">
                <a:solidFill>
                  <a:srgbClr val="878787"/>
                </a:solidFill>
              </a:defRPr>
            </a:lvl1pPr>
          </a:lstStyle>
          <a:p>
            <a:pPr lvl="0"/>
            <a:r>
              <a:rPr lang="en-US"/>
              <a:t>¹ Insert footnotes for additional information here | ² Insert footnotes for additional information here | ³ Insert footnotes for additional information here | …</a:t>
            </a:r>
          </a:p>
        </p:txBody>
      </p:sp>
    </p:spTree>
    <p:extLst>
      <p:ext uri="{BB962C8B-B14F-4D97-AF65-F5344CB8AC3E}">
        <p14:creationId xmlns:p14="http://schemas.microsoft.com/office/powerpoint/2010/main" val="1019332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extLst>
    <p:ext uri="{DCECCB84-F9BA-43D5-87BE-67443E8EF086}">
      <p15:sldGuideLst xmlns:p15="http://schemas.microsoft.com/office/powerpoint/2012/main">
        <p15:guide id="1" orient="horz" pos="388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|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AF92A341-AE59-7317-A60B-4FE47E5C3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Content">
            <a:extLst>
              <a:ext uri="{FF2B5EF4-FFF2-40B4-BE49-F238E27FC236}">
                <a16:creationId xmlns:a16="http://schemas.microsoft.com/office/drawing/2014/main" id="{9A3494C0-7E36-FAB6-E218-DAF4BB149B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375" y="1340580"/>
            <a:ext cx="11233150" cy="482480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A996FCF-A197-698E-1118-3E15F5D6A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July 2024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39DFE71-560B-093C-2FB0-B95024DDA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4D1182C-8D76-C30C-69B3-7CBA4DBC0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4E3B7-B340-4E97-8B0E-D9BA7642178E}" type="slidenum">
              <a:rPr lang="de-DE"/>
              <a:t>‹#›</a:t>
            </a:fld>
            <a:endParaRPr lang="de-DE"/>
          </a:p>
        </p:txBody>
      </p:sp>
      <p:sp>
        <p:nvSpPr>
          <p:cNvPr id="7" name="MIO_CONVERT_SLIDES_SUBTITLE">
            <a:extLst>
              <a:ext uri="{FF2B5EF4-FFF2-40B4-BE49-F238E27FC236}">
                <a16:creationId xmlns:a16="http://schemas.microsoft.com/office/drawing/2014/main" id="{7B9A43E5-A6DF-A714-B73D-13508E8D43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375" y="476024"/>
            <a:ext cx="8928625" cy="115416"/>
          </a:xfrm>
        </p:spPr>
        <p:txBody>
          <a:bodyPr/>
          <a:lstStyle>
            <a:lvl1pPr>
              <a:defRPr sz="800" cap="all" spc="300" baseline="0">
                <a:solidFill>
                  <a:srgbClr val="878787"/>
                </a:solidFill>
              </a:defRPr>
            </a:lvl1pPr>
          </a:lstStyle>
          <a:p>
            <a:r>
              <a:rPr lang="en-US"/>
              <a:t>Topline usually Topic</a:t>
            </a:r>
          </a:p>
        </p:txBody>
      </p:sp>
      <p:sp>
        <p:nvSpPr>
          <p:cNvPr id="8" name="Textplatzhalter 10">
            <a:extLst>
              <a:ext uri="{FF2B5EF4-FFF2-40B4-BE49-F238E27FC236}">
                <a16:creationId xmlns:a16="http://schemas.microsoft.com/office/drawing/2014/main" id="{F73C92D8-6448-1167-A8D1-296E0724120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424" y="6166800"/>
            <a:ext cx="11232000" cy="250341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defRPr sz="800">
                <a:solidFill>
                  <a:srgbClr val="878787"/>
                </a:solidFill>
              </a:defRPr>
            </a:lvl1pPr>
          </a:lstStyle>
          <a:p>
            <a:pPr lvl="0"/>
            <a:r>
              <a:rPr lang="en-US"/>
              <a:t>¹ Insert footnotes for additional information here | ² Insert footnotes for additional information here | ³ Insert footnotes for additional information here | …</a:t>
            </a:r>
          </a:p>
        </p:txBody>
      </p:sp>
    </p:spTree>
    <p:extLst>
      <p:ext uri="{BB962C8B-B14F-4D97-AF65-F5344CB8AC3E}">
        <p14:creationId xmlns:p14="http://schemas.microsoft.com/office/powerpoint/2010/main" val="4202600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extLst>
    <p:ext uri="{DCECCB84-F9BA-43D5-87BE-67443E8EF086}">
      <p15:sldGuideLst xmlns:p15="http://schemas.microsoft.com/office/powerpoint/2012/main">
        <p15:guide id="1" orient="horz" pos="388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s |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3C8A6BB-D48F-D011-12B9-1E74E47FF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Content left">
            <a:extLst>
              <a:ext uri="{FF2B5EF4-FFF2-40B4-BE49-F238E27FC236}">
                <a16:creationId xmlns:a16="http://schemas.microsoft.com/office/drawing/2014/main" id="{CE7E2B4F-24AA-8198-5CCB-D00C6A6FAC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9375" y="1340580"/>
            <a:ext cx="5545138" cy="482480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Content right">
            <a:extLst>
              <a:ext uri="{FF2B5EF4-FFF2-40B4-BE49-F238E27FC236}">
                <a16:creationId xmlns:a16="http://schemas.microsoft.com/office/drawing/2014/main" id="{84C85A17-75E6-CB78-AEB7-60BB1331E1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67439" y="1340580"/>
            <a:ext cx="5545138" cy="482480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927E9A5-F45D-B3F9-6B6D-B1836B0D0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July 2024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6334B6C-5ED6-2A6D-D9F6-283BB3B11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0F559D9-4ECA-D578-8A99-D207A88F0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4E3B7-B340-4E97-8B0E-D9BA7642178E}" type="slidenum">
              <a:rPr lang="de-DE"/>
              <a:t>‹#›</a:t>
            </a:fld>
            <a:endParaRPr lang="de-DE"/>
          </a:p>
        </p:txBody>
      </p:sp>
      <p:sp>
        <p:nvSpPr>
          <p:cNvPr id="8" name="MIO_CONVERT_SLIDES_SUBTITLE">
            <a:extLst>
              <a:ext uri="{FF2B5EF4-FFF2-40B4-BE49-F238E27FC236}">
                <a16:creationId xmlns:a16="http://schemas.microsoft.com/office/drawing/2014/main" id="{C5ACA44A-1380-E897-F955-D469738121C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375" y="476024"/>
            <a:ext cx="8928625" cy="115416"/>
          </a:xfrm>
        </p:spPr>
        <p:txBody>
          <a:bodyPr/>
          <a:lstStyle>
            <a:lvl1pPr>
              <a:defRPr sz="800" cap="all" spc="300" baseline="0">
                <a:solidFill>
                  <a:srgbClr val="878787"/>
                </a:solidFill>
              </a:defRPr>
            </a:lvl1pPr>
          </a:lstStyle>
          <a:p>
            <a:r>
              <a:rPr lang="en-US"/>
              <a:t>Topline usually Topic</a:t>
            </a:r>
          </a:p>
        </p:txBody>
      </p:sp>
      <p:sp>
        <p:nvSpPr>
          <p:cNvPr id="9" name="Textplatzhalter 10">
            <a:extLst>
              <a:ext uri="{FF2B5EF4-FFF2-40B4-BE49-F238E27FC236}">
                <a16:creationId xmlns:a16="http://schemas.microsoft.com/office/drawing/2014/main" id="{A858F8A0-E7D7-C182-EC89-229FFDC2097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424" y="6166800"/>
            <a:ext cx="11232000" cy="250341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defRPr sz="800">
                <a:solidFill>
                  <a:srgbClr val="878787"/>
                </a:solidFill>
              </a:defRPr>
            </a:lvl1pPr>
          </a:lstStyle>
          <a:p>
            <a:pPr lvl="0"/>
            <a:r>
              <a:rPr lang="en-US"/>
              <a:t>¹ Insert footnotes for additional information here | ² Insert footnotes for additional information here | ³ Insert footnotes for additional information here | …</a:t>
            </a:r>
          </a:p>
        </p:txBody>
      </p:sp>
    </p:spTree>
    <p:extLst>
      <p:ext uri="{BB962C8B-B14F-4D97-AF65-F5344CB8AC3E}">
        <p14:creationId xmlns:p14="http://schemas.microsoft.com/office/powerpoint/2010/main" val="4098327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extLst>
    <p:ext uri="{DCECCB84-F9BA-43D5-87BE-67443E8EF086}">
      <p15:sldGuideLst xmlns:p15="http://schemas.microsoft.com/office/powerpoint/2012/main">
        <p15:guide id="3" pos="3795">
          <p15:clr>
            <a:srgbClr val="FBAE40"/>
          </p15:clr>
        </p15:guide>
        <p15:guide id="4" pos="3885">
          <p15:clr>
            <a:srgbClr val="FBAE40"/>
          </p15:clr>
        </p15:guide>
        <p15:guide id="5" orient="horz" pos="3884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s |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3C8A6BB-D48F-D011-12B9-1E74E47FF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Content left">
            <a:extLst>
              <a:ext uri="{FF2B5EF4-FFF2-40B4-BE49-F238E27FC236}">
                <a16:creationId xmlns:a16="http://schemas.microsoft.com/office/drawing/2014/main" id="{CE7E2B4F-24AA-8198-5CCB-D00C6A6FAC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9375" y="1340580"/>
            <a:ext cx="3647662" cy="482480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Content middle">
            <a:extLst>
              <a:ext uri="{FF2B5EF4-FFF2-40B4-BE49-F238E27FC236}">
                <a16:creationId xmlns:a16="http://schemas.microsoft.com/office/drawing/2014/main" id="{84C85A17-75E6-CB78-AEB7-60BB1331E1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72149" y="1340580"/>
            <a:ext cx="3647662" cy="482480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0" name="Content right">
            <a:extLst>
              <a:ext uri="{FF2B5EF4-FFF2-40B4-BE49-F238E27FC236}">
                <a16:creationId xmlns:a16="http://schemas.microsoft.com/office/drawing/2014/main" id="{48BA25C7-75CC-8521-D13E-9BBA4353A68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064922" y="1340580"/>
            <a:ext cx="3647662" cy="482480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927E9A5-F45D-B3F9-6B6D-B1836B0D0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July 2024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6334B6C-5ED6-2A6D-D9F6-283BB3B11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0F559D9-4ECA-D578-8A99-D207A88F0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4E3B7-B340-4E97-8B0E-D9BA7642178E}" type="slidenum">
              <a:rPr lang="de-DE"/>
              <a:t>‹#›</a:t>
            </a:fld>
            <a:endParaRPr lang="de-DE"/>
          </a:p>
        </p:txBody>
      </p:sp>
      <p:sp>
        <p:nvSpPr>
          <p:cNvPr id="8" name="MIO_CONVERT_SLIDES_SUBTITLE">
            <a:extLst>
              <a:ext uri="{FF2B5EF4-FFF2-40B4-BE49-F238E27FC236}">
                <a16:creationId xmlns:a16="http://schemas.microsoft.com/office/drawing/2014/main" id="{C5ACA44A-1380-E897-F955-D469738121C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375" y="476024"/>
            <a:ext cx="8928625" cy="115416"/>
          </a:xfrm>
        </p:spPr>
        <p:txBody>
          <a:bodyPr/>
          <a:lstStyle>
            <a:lvl1pPr>
              <a:defRPr sz="800" cap="all" spc="300" baseline="0">
                <a:solidFill>
                  <a:srgbClr val="878787"/>
                </a:solidFill>
              </a:defRPr>
            </a:lvl1pPr>
          </a:lstStyle>
          <a:p>
            <a:r>
              <a:rPr lang="en-US"/>
              <a:t>Topline usually Topic</a:t>
            </a:r>
          </a:p>
        </p:txBody>
      </p:sp>
      <p:sp>
        <p:nvSpPr>
          <p:cNvPr id="9" name="Textplatzhalter 10">
            <a:extLst>
              <a:ext uri="{FF2B5EF4-FFF2-40B4-BE49-F238E27FC236}">
                <a16:creationId xmlns:a16="http://schemas.microsoft.com/office/drawing/2014/main" id="{9974B16A-1B20-17BB-F707-6B707E3269D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424" y="6166800"/>
            <a:ext cx="11232000" cy="250341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defRPr sz="800">
                <a:solidFill>
                  <a:srgbClr val="878787"/>
                </a:solidFill>
              </a:defRPr>
            </a:lvl1pPr>
          </a:lstStyle>
          <a:p>
            <a:pPr lvl="0"/>
            <a:r>
              <a:rPr lang="en-US"/>
              <a:t>¹ Insert footnotes for additional information here | ² Insert footnotes for additional information here | ³ Insert footnotes for additional information here | …</a:t>
            </a:r>
          </a:p>
        </p:txBody>
      </p:sp>
    </p:spTree>
    <p:extLst>
      <p:ext uri="{BB962C8B-B14F-4D97-AF65-F5344CB8AC3E}">
        <p14:creationId xmlns:p14="http://schemas.microsoft.com/office/powerpoint/2010/main" val="1788271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extLst>
    <p:ext uri="{DCECCB84-F9BA-43D5-87BE-67443E8EF086}">
      <p15:sldGuideLst xmlns:p15="http://schemas.microsoft.com/office/powerpoint/2012/main">
        <p15:guide id="5" pos="4989">
          <p15:clr>
            <a:srgbClr val="FBAE40"/>
          </p15:clr>
        </p15:guide>
        <p15:guide id="6" pos="5081">
          <p15:clr>
            <a:srgbClr val="FBAE40"/>
          </p15:clr>
        </p15:guide>
        <p15:guide id="7" pos="2690">
          <p15:clr>
            <a:srgbClr val="FBAE40"/>
          </p15:clr>
        </p15:guide>
        <p15:guide id="8" pos="2600">
          <p15:clr>
            <a:srgbClr val="FBAE40"/>
          </p15:clr>
        </p15:guide>
        <p15:guide id="9" orient="horz" pos="3884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s |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3C8A6BB-D48F-D011-12B9-1E74E47FF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927E9A5-F45D-B3F9-6B6D-B1836B0D0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July 2024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6334B6C-5ED6-2A6D-D9F6-283BB3B11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0F559D9-4ECA-D578-8A99-D207A88F0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4E3B7-B340-4E97-8B0E-D9BA7642178E}" type="slidenum">
              <a:rPr lang="de-DE"/>
              <a:t>‹#›</a:t>
            </a:fld>
            <a:endParaRPr lang="de-DE"/>
          </a:p>
        </p:txBody>
      </p:sp>
      <p:sp>
        <p:nvSpPr>
          <p:cNvPr id="8" name="MIO_CONVERT_SLIDES_SUBTITLE">
            <a:extLst>
              <a:ext uri="{FF2B5EF4-FFF2-40B4-BE49-F238E27FC236}">
                <a16:creationId xmlns:a16="http://schemas.microsoft.com/office/drawing/2014/main" id="{C5ACA44A-1380-E897-F955-D469738121C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375" y="476024"/>
            <a:ext cx="8928625" cy="115416"/>
          </a:xfrm>
        </p:spPr>
        <p:txBody>
          <a:bodyPr/>
          <a:lstStyle>
            <a:lvl1pPr>
              <a:defRPr sz="800" cap="all" spc="300" baseline="0">
                <a:solidFill>
                  <a:srgbClr val="878787"/>
                </a:solidFill>
              </a:defRPr>
            </a:lvl1pPr>
          </a:lstStyle>
          <a:p>
            <a:r>
              <a:rPr lang="en-US"/>
              <a:t>Topline usually Topic</a:t>
            </a:r>
          </a:p>
        </p:txBody>
      </p:sp>
      <p:sp>
        <p:nvSpPr>
          <p:cNvPr id="12" name="Content 1">
            <a:extLst>
              <a:ext uri="{FF2B5EF4-FFF2-40B4-BE49-F238E27FC236}">
                <a16:creationId xmlns:a16="http://schemas.microsoft.com/office/drawing/2014/main" id="{37BE4B4D-CFDD-B8D1-ADCC-0FBE108A00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9375" y="1340580"/>
            <a:ext cx="2700000" cy="482480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3" name="Content 2">
            <a:extLst>
              <a:ext uri="{FF2B5EF4-FFF2-40B4-BE49-F238E27FC236}">
                <a16:creationId xmlns:a16="http://schemas.microsoft.com/office/drawing/2014/main" id="{6866A2D6-5143-DA06-4EB1-AC3BEA043C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323778" y="1340580"/>
            <a:ext cx="2700000" cy="482480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4" name="Content 3">
            <a:extLst>
              <a:ext uri="{FF2B5EF4-FFF2-40B4-BE49-F238E27FC236}">
                <a16:creationId xmlns:a16="http://schemas.microsoft.com/office/drawing/2014/main" id="{29054455-AD76-A317-FC31-A41B80ECF8D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68181" y="1340580"/>
            <a:ext cx="2700000" cy="482480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5" name="Content 4">
            <a:extLst>
              <a:ext uri="{FF2B5EF4-FFF2-40B4-BE49-F238E27FC236}">
                <a16:creationId xmlns:a16="http://schemas.microsoft.com/office/drawing/2014/main" id="{AE0F360B-178D-DF84-269E-46B3D56DDD3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9012585" y="1340580"/>
            <a:ext cx="2700000" cy="482480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6" name="footnote">
            <a:extLst>
              <a:ext uri="{FF2B5EF4-FFF2-40B4-BE49-F238E27FC236}">
                <a16:creationId xmlns:a16="http://schemas.microsoft.com/office/drawing/2014/main" id="{E671ABC2-6291-11C7-0DA9-7DCEA8FB2C7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424" y="6166800"/>
            <a:ext cx="11232000" cy="250341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defRPr sz="800">
                <a:solidFill>
                  <a:srgbClr val="878787"/>
                </a:solidFill>
              </a:defRPr>
            </a:lvl1pPr>
          </a:lstStyle>
          <a:p>
            <a:pPr lvl="0"/>
            <a:r>
              <a:rPr lang="en-US"/>
              <a:t>¹ Insert footnotes for additional information here | ² Insert footnotes for additional information here | ³ Insert footnotes for additional information here | …</a:t>
            </a:r>
          </a:p>
        </p:txBody>
      </p:sp>
    </p:spTree>
    <p:extLst>
      <p:ext uri="{BB962C8B-B14F-4D97-AF65-F5344CB8AC3E}">
        <p14:creationId xmlns:p14="http://schemas.microsoft.com/office/powerpoint/2010/main" val="2273519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extLst>
    <p:ext uri="{DCECCB84-F9BA-43D5-87BE-67443E8EF086}">
      <p15:sldGuideLst xmlns:p15="http://schemas.microsoft.com/office/powerpoint/2012/main">
        <p15:guide id="1" orient="horz" pos="3884">
          <p15:clr>
            <a:srgbClr val="FBAE40"/>
          </p15:clr>
        </p15:guide>
        <p15:guide id="2" pos="2003">
          <p15:clr>
            <a:srgbClr val="FBAE40"/>
          </p15:clr>
        </p15:guide>
        <p15:guide id="3" pos="2091">
          <p15:clr>
            <a:srgbClr val="FBAE40"/>
          </p15:clr>
        </p15:guide>
        <p15:guide id="4" pos="3795">
          <p15:clr>
            <a:srgbClr val="FBAE40"/>
          </p15:clr>
        </p15:guide>
        <p15:guide id="5" pos="3885">
          <p15:clr>
            <a:srgbClr val="FBAE40"/>
          </p15:clr>
        </p15:guide>
        <p15:guide id="6" pos="5586">
          <p15:clr>
            <a:srgbClr val="FBAE40"/>
          </p15:clr>
        </p15:guide>
        <p15:guide id="7" pos="5678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ey Aspects |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AF92A341-AE59-7317-A60B-4FE47E5C3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Content">
            <a:extLst>
              <a:ext uri="{FF2B5EF4-FFF2-40B4-BE49-F238E27FC236}">
                <a16:creationId xmlns:a16="http://schemas.microsoft.com/office/drawing/2014/main" id="{9A3494C0-7E36-FAB6-E218-DAF4BB149B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375" y="1340580"/>
            <a:ext cx="7848600" cy="4824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A996FCF-A197-698E-1118-3E15F5D6A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July 2024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39DFE71-560B-093C-2FB0-B95024DDA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4D1182C-8D76-C30C-69B3-7CBA4DBC0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4E3B7-B340-4E97-8B0E-D9BA7642178E}" type="slidenum">
              <a:rPr lang="de-DE"/>
              <a:t>‹#›</a:t>
            </a:fld>
            <a:endParaRPr lang="de-DE"/>
          </a:p>
        </p:txBody>
      </p:sp>
      <p:sp>
        <p:nvSpPr>
          <p:cNvPr id="7" name="MIO_CONVERT_SLIDES_SUBTITLE">
            <a:extLst>
              <a:ext uri="{FF2B5EF4-FFF2-40B4-BE49-F238E27FC236}">
                <a16:creationId xmlns:a16="http://schemas.microsoft.com/office/drawing/2014/main" id="{7B9A43E5-A6DF-A714-B73D-13508E8D43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375" y="476024"/>
            <a:ext cx="8928625" cy="115416"/>
          </a:xfrm>
        </p:spPr>
        <p:txBody>
          <a:bodyPr/>
          <a:lstStyle>
            <a:lvl1pPr>
              <a:defRPr sz="800" cap="all" spc="300" baseline="0">
                <a:solidFill>
                  <a:srgbClr val="878787"/>
                </a:solidFill>
              </a:defRPr>
            </a:lvl1pPr>
          </a:lstStyle>
          <a:p>
            <a:r>
              <a:rPr lang="en-US"/>
              <a:t>Topline usually Topic</a:t>
            </a:r>
          </a:p>
        </p:txBody>
      </p:sp>
      <p:cxnSp>
        <p:nvCxnSpPr>
          <p:cNvPr id="8" name="Straight Connector 30">
            <a:extLst>
              <a:ext uri="{FF2B5EF4-FFF2-40B4-BE49-F238E27FC236}">
                <a16:creationId xmlns:a16="http://schemas.microsoft.com/office/drawing/2014/main" id="{8158F510-4543-6AE7-9404-7270C56BAD64}"/>
              </a:ext>
            </a:extLst>
          </p:cNvPr>
          <p:cNvCxnSpPr>
            <a:cxnSpLocks/>
          </p:cNvCxnSpPr>
          <p:nvPr>
            <p:custDataLst>
              <p:tags r:id="rId1"/>
            </p:custDataLst>
          </p:nvPr>
        </p:nvCxnSpPr>
        <p:spPr bwMode="gray">
          <a:xfrm>
            <a:off x="8618533" y="1340579"/>
            <a:ext cx="0" cy="4824001"/>
          </a:xfrm>
          <a:prstGeom prst="line">
            <a:avLst/>
          </a:prstGeom>
          <a:ln w="6350">
            <a:solidFill>
              <a:srgbClr val="878787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erline">
            <a:extLst>
              <a:ext uri="{FF2B5EF4-FFF2-40B4-BE49-F238E27FC236}">
                <a16:creationId xmlns:a16="http://schemas.microsoft.com/office/drawing/2014/main" id="{54A57B10-0806-EE10-8CEC-EF03A914165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906400" y="1340724"/>
            <a:ext cx="2806170" cy="337447"/>
          </a:xfrm>
        </p:spPr>
        <p:txBody>
          <a:bodyPr/>
          <a:lstStyle>
            <a:lvl1pPr>
              <a:lnSpc>
                <a:spcPct val="100000"/>
              </a:lnSpc>
              <a:defRPr sz="1400" b="1"/>
            </a:lvl1pPr>
          </a:lstStyle>
          <a:p>
            <a:pPr lvl="0"/>
            <a:r>
              <a:rPr lang="de-DE" err="1"/>
              <a:t>Overline</a:t>
            </a:r>
            <a:r>
              <a:rPr lang="de-DE"/>
              <a:t> (Teaser </a:t>
            </a:r>
            <a:r>
              <a:rPr lang="de-DE" err="1"/>
              <a:t>text</a:t>
            </a:r>
            <a:r>
              <a:rPr lang="de-DE"/>
              <a:t>), </a:t>
            </a:r>
            <a:r>
              <a:rPr lang="de-DE" err="1"/>
              <a:t>bold</a:t>
            </a:r>
            <a:r>
              <a:rPr lang="de-DE"/>
              <a:t>.</a:t>
            </a:r>
          </a:p>
        </p:txBody>
      </p:sp>
      <p:sp>
        <p:nvSpPr>
          <p:cNvPr id="12" name="Content right">
            <a:extLst>
              <a:ext uri="{FF2B5EF4-FFF2-40B4-BE49-F238E27FC236}">
                <a16:creationId xmlns:a16="http://schemas.microsoft.com/office/drawing/2014/main" id="{0B93BF9A-33F5-4981-4957-85243F8EA1D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906400" y="1678172"/>
            <a:ext cx="2808001" cy="343381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1" name="Footnote">
            <a:extLst>
              <a:ext uri="{FF2B5EF4-FFF2-40B4-BE49-F238E27FC236}">
                <a16:creationId xmlns:a16="http://schemas.microsoft.com/office/drawing/2014/main" id="{A8105C7A-86DA-6E7B-6A18-59E74532B1F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424" y="6166800"/>
            <a:ext cx="7848549" cy="250341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defRPr sz="800">
                <a:solidFill>
                  <a:srgbClr val="878787"/>
                </a:solidFill>
              </a:defRPr>
            </a:lvl1pPr>
          </a:lstStyle>
          <a:p>
            <a:pPr lvl="0"/>
            <a:r>
              <a:rPr lang="en-US"/>
              <a:t>¹ Insert footnotes for additional information here | ² Insert footnotes for additional information here | ³ Insert footnotes for additional information here | …</a:t>
            </a:r>
          </a:p>
        </p:txBody>
      </p:sp>
      <p:sp>
        <p:nvSpPr>
          <p:cNvPr id="9" name="Conclusion">
            <a:extLst>
              <a:ext uri="{FF2B5EF4-FFF2-40B4-BE49-F238E27FC236}">
                <a16:creationId xmlns:a16="http://schemas.microsoft.com/office/drawing/2014/main" id="{692BBBE9-7519-56FD-E90A-9D8E1D525B2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906401" y="5573509"/>
            <a:ext cx="2808001" cy="591071"/>
          </a:xfrm>
          <a:solidFill>
            <a:srgbClr val="619685"/>
          </a:solidFill>
        </p:spPr>
        <p:txBody>
          <a:bodyPr lIns="144000" tIns="72000" rIns="144000" bIns="90000" anchor="b">
            <a:spAutoFit/>
          </a:bodyPr>
          <a:lstStyle>
            <a:lvl1pPr>
              <a:lnSpc>
                <a:spcPct val="120000"/>
              </a:lnSpc>
              <a:spcBef>
                <a:spcPts val="0"/>
              </a:spcBef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de-DE"/>
              <a:t>Mastertextformat </a:t>
            </a:r>
            <a:br>
              <a:rPr lang="de-DE"/>
            </a:br>
            <a:r>
              <a:rPr lang="de-DE"/>
              <a:t>bearbeiten</a:t>
            </a:r>
          </a:p>
        </p:txBody>
      </p:sp>
      <p:cxnSp>
        <p:nvCxnSpPr>
          <p:cNvPr id="13" name="Straight Connector 30">
            <a:extLst>
              <a:ext uri="{FF2B5EF4-FFF2-40B4-BE49-F238E27FC236}">
                <a16:creationId xmlns:a16="http://schemas.microsoft.com/office/drawing/2014/main" id="{A6043DE1-C47C-B3B2-9747-BEE9A45183C5}"/>
              </a:ext>
            </a:extLst>
          </p:cNvPr>
          <p:cNvCxnSpPr>
            <a:cxnSpLocks/>
          </p:cNvCxnSpPr>
          <p:nvPr userDrawn="1">
            <p:custDataLst>
              <p:tags r:id="rId2"/>
            </p:custDataLst>
          </p:nvPr>
        </p:nvCxnSpPr>
        <p:spPr bwMode="gray">
          <a:xfrm>
            <a:off x="8618533" y="1340579"/>
            <a:ext cx="0" cy="4824001"/>
          </a:xfrm>
          <a:prstGeom prst="line">
            <a:avLst/>
          </a:prstGeom>
          <a:ln w="6350">
            <a:solidFill>
              <a:srgbClr val="878787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7774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extLst>
    <p:ext uri="{DCECCB84-F9BA-43D5-87BE-67443E8EF086}">
      <p15:sldGuideLst xmlns:p15="http://schemas.microsoft.com/office/powerpoint/2012/main">
        <p15:guide id="1" orient="horz" pos="3884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|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3C8A6BB-D48F-D011-12B9-1E74E47FF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927E9A5-F45D-B3F9-6B6D-B1836B0D0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July 2024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6334B6C-5ED6-2A6D-D9F6-283BB3B11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0F559D9-4ECA-D578-8A99-D207A88F0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4E3B7-B340-4E97-8B0E-D9BA7642178E}" type="slidenum">
              <a:rPr lang="de-DE"/>
              <a:t>‹#›</a:t>
            </a:fld>
            <a:endParaRPr lang="de-DE"/>
          </a:p>
        </p:txBody>
      </p:sp>
      <p:sp>
        <p:nvSpPr>
          <p:cNvPr id="8" name="MIO_CONVERT_SLIDES_SUBTITLE">
            <a:extLst>
              <a:ext uri="{FF2B5EF4-FFF2-40B4-BE49-F238E27FC236}">
                <a16:creationId xmlns:a16="http://schemas.microsoft.com/office/drawing/2014/main" id="{C5ACA44A-1380-E897-F955-D469738121C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375" y="476024"/>
            <a:ext cx="8928625" cy="115416"/>
          </a:xfrm>
        </p:spPr>
        <p:txBody>
          <a:bodyPr/>
          <a:lstStyle>
            <a:lvl1pPr>
              <a:defRPr sz="800" cap="all" spc="300" baseline="0">
                <a:solidFill>
                  <a:srgbClr val="878787"/>
                </a:solidFill>
              </a:defRPr>
            </a:lvl1pPr>
          </a:lstStyle>
          <a:p>
            <a:r>
              <a:rPr lang="en-US"/>
              <a:t>Topline usually Topic</a:t>
            </a:r>
          </a:p>
        </p:txBody>
      </p:sp>
      <p:sp>
        <p:nvSpPr>
          <p:cNvPr id="11" name="Content left">
            <a:extLst>
              <a:ext uri="{FF2B5EF4-FFF2-40B4-BE49-F238E27FC236}">
                <a16:creationId xmlns:a16="http://schemas.microsoft.com/office/drawing/2014/main" id="{12C9B869-1223-B7DD-64CA-71F7DD3A75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9375" y="1339200"/>
            <a:ext cx="5040569" cy="4824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5" name="Content right">
            <a:extLst>
              <a:ext uri="{FF2B5EF4-FFF2-40B4-BE49-F238E27FC236}">
                <a16:creationId xmlns:a16="http://schemas.microsoft.com/office/drawing/2014/main" id="{02B7A186-8034-ED64-E1E4-6562647A1E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72015" y="1339200"/>
            <a:ext cx="5040569" cy="482400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cxnSp>
        <p:nvCxnSpPr>
          <p:cNvPr id="16" name="Straight Connector 30">
            <a:extLst>
              <a:ext uri="{FF2B5EF4-FFF2-40B4-BE49-F238E27FC236}">
                <a16:creationId xmlns:a16="http://schemas.microsoft.com/office/drawing/2014/main" id="{BD46E923-F552-A039-9B3D-1A367BD52B29}"/>
              </a:ext>
            </a:extLst>
          </p:cNvPr>
          <p:cNvCxnSpPr>
            <a:cxnSpLocks/>
          </p:cNvCxnSpPr>
          <p:nvPr userDrawn="1">
            <p:custDataLst>
              <p:tags r:id="rId1"/>
            </p:custDataLst>
          </p:nvPr>
        </p:nvCxnSpPr>
        <p:spPr bwMode="gray">
          <a:xfrm>
            <a:off x="6096000" y="4363201"/>
            <a:ext cx="0" cy="1800000"/>
          </a:xfrm>
          <a:prstGeom prst="line">
            <a:avLst/>
          </a:prstGeom>
          <a:ln w="6350">
            <a:solidFill>
              <a:srgbClr val="878787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30">
            <a:extLst>
              <a:ext uri="{FF2B5EF4-FFF2-40B4-BE49-F238E27FC236}">
                <a16:creationId xmlns:a16="http://schemas.microsoft.com/office/drawing/2014/main" id="{6E1A39C5-D360-C3A7-4AD3-DE450DD786CD}"/>
              </a:ext>
            </a:extLst>
          </p:cNvPr>
          <p:cNvCxnSpPr>
            <a:cxnSpLocks/>
          </p:cNvCxnSpPr>
          <p:nvPr userDrawn="1">
            <p:custDataLst>
              <p:tags r:id="rId2"/>
            </p:custDataLst>
          </p:nvPr>
        </p:nvCxnSpPr>
        <p:spPr bwMode="gray">
          <a:xfrm flipH="1">
            <a:off x="6095999" y="1340579"/>
            <a:ext cx="1" cy="1800000"/>
          </a:xfrm>
          <a:prstGeom prst="line">
            <a:avLst/>
          </a:prstGeom>
          <a:ln w="6350">
            <a:solidFill>
              <a:srgbClr val="878787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Grafik 17">
            <a:extLst>
              <a:ext uri="{FF2B5EF4-FFF2-40B4-BE49-F238E27FC236}">
                <a16:creationId xmlns:a16="http://schemas.microsoft.com/office/drawing/2014/main" id="{0A6D7AC7-847E-754F-B822-A76E53E8BA0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60429" y="3457345"/>
            <a:ext cx="360000" cy="589091"/>
          </a:xfrm>
          <a:prstGeom prst="rect">
            <a:avLst/>
          </a:prstGeom>
        </p:spPr>
      </p:pic>
      <p:sp>
        <p:nvSpPr>
          <p:cNvPr id="19" name="Textplatzhalter 10">
            <a:extLst>
              <a:ext uri="{FF2B5EF4-FFF2-40B4-BE49-F238E27FC236}">
                <a16:creationId xmlns:a16="http://schemas.microsoft.com/office/drawing/2014/main" id="{AAEC7CFA-3752-3263-EC58-30A15FB3807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424" y="6166800"/>
            <a:ext cx="11232000" cy="250341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defRPr sz="800">
                <a:solidFill>
                  <a:srgbClr val="878787"/>
                </a:solidFill>
              </a:defRPr>
            </a:lvl1pPr>
          </a:lstStyle>
          <a:p>
            <a:pPr lvl="0"/>
            <a:r>
              <a:rPr lang="en-US"/>
              <a:t>¹ Insert footnotes for additional information here | ² Insert footnotes for additional information here | ³ Insert footnotes for additional information here | …</a:t>
            </a:r>
          </a:p>
        </p:txBody>
      </p:sp>
    </p:spTree>
    <p:extLst>
      <p:ext uri="{BB962C8B-B14F-4D97-AF65-F5344CB8AC3E}">
        <p14:creationId xmlns:p14="http://schemas.microsoft.com/office/powerpoint/2010/main" val="3601355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extLst>
    <p:ext uri="{DCECCB84-F9BA-43D5-87BE-67443E8EF086}">
      <p15:sldGuideLst xmlns:p15="http://schemas.microsoft.com/office/powerpoint/2012/main">
        <p15:guide id="1" orient="horz" pos="3884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r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02DB293A-0A29-0326-DCB5-BD8AB9CEE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0D3C7FE-9588-2A3E-AFC5-00D9378591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9422" y="7033792"/>
            <a:ext cx="625478" cy="123111"/>
          </a:xfrm>
        </p:spPr>
        <p:txBody>
          <a:bodyPr/>
          <a:lstStyle/>
          <a:p>
            <a:r>
              <a:rPr lang="de-DE"/>
              <a:t>July 2024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B410E3D-A999-0083-C1B8-7501BBF20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99424" y="7033792"/>
            <a:ext cx="7056248" cy="123111"/>
          </a:xfrm>
        </p:spPr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471C80C-009B-0AB0-BC0E-AE0937B32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2583" y="7033792"/>
            <a:ext cx="360001" cy="123111"/>
          </a:xfrm>
        </p:spPr>
        <p:txBody>
          <a:bodyPr/>
          <a:lstStyle/>
          <a:p>
            <a:fld id="{42C4E3B7-B340-4E97-8B0E-D9BA7642178E}" type="slidenum">
              <a:rPr lang="de-DE"/>
              <a:pPr/>
              <a:t>‹#›</a:t>
            </a:fld>
            <a:endParaRPr lang="de-DE"/>
          </a:p>
        </p:txBody>
      </p:sp>
      <p:sp>
        <p:nvSpPr>
          <p:cNvPr id="8" name="MIO_CONVERT_SLIDES_SUBTITLE">
            <a:extLst>
              <a:ext uri="{FF2B5EF4-FFF2-40B4-BE49-F238E27FC236}">
                <a16:creationId xmlns:a16="http://schemas.microsoft.com/office/drawing/2014/main" id="{2159DC9A-A010-CFE0-9F91-1B18DB5773E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9375" y="476024"/>
            <a:ext cx="8928625" cy="115416"/>
          </a:xfrm>
        </p:spPr>
        <p:txBody>
          <a:bodyPr/>
          <a:lstStyle>
            <a:lvl1pPr>
              <a:defRPr sz="800" cap="all" spc="300" baseline="0">
                <a:solidFill>
                  <a:srgbClr val="878787"/>
                </a:solidFill>
              </a:defRPr>
            </a:lvl1pPr>
          </a:lstStyle>
          <a:p>
            <a:r>
              <a:rPr lang="en-US"/>
              <a:t>Topline usually Topic</a:t>
            </a:r>
          </a:p>
        </p:txBody>
      </p:sp>
      <p:sp>
        <p:nvSpPr>
          <p:cNvPr id="9" name="Bildplatzhalter 8">
            <a:extLst>
              <a:ext uri="{FF2B5EF4-FFF2-40B4-BE49-F238E27FC236}">
                <a16:creationId xmlns:a16="http://schemas.microsoft.com/office/drawing/2014/main" id="{3A13BA07-06F1-C75E-B12F-D9ABCC4E79B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340580"/>
            <a:ext cx="12192000" cy="5517420"/>
          </a:xfrm>
          <a:solidFill>
            <a:srgbClr val="E3E3E3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643324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|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3F3D5A2-16D7-D2DB-C464-1CF731F1D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78AB93A-6F01-B612-509A-25F546BB0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July 2024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62EECA7-F994-4474-F5A9-67D28380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F0B770A-895B-70DE-FDEC-714E84A86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4E3B7-B340-4E97-8B0E-D9BA7642178E}" type="slidenum">
              <a:rPr lang="de-DE"/>
              <a:pPr/>
              <a:t>‹#›</a:t>
            </a:fld>
            <a:endParaRPr lang="de-DE"/>
          </a:p>
        </p:txBody>
      </p:sp>
      <p:sp>
        <p:nvSpPr>
          <p:cNvPr id="6" name="MIO_CONVERT_SLIDES_SUBTITLE">
            <a:extLst>
              <a:ext uri="{FF2B5EF4-FFF2-40B4-BE49-F238E27FC236}">
                <a16:creationId xmlns:a16="http://schemas.microsoft.com/office/drawing/2014/main" id="{FBCF9CDF-8FA3-A63B-FA90-CB1F2819100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9375" y="476024"/>
            <a:ext cx="8928625" cy="115416"/>
          </a:xfrm>
        </p:spPr>
        <p:txBody>
          <a:bodyPr/>
          <a:lstStyle>
            <a:lvl1pPr>
              <a:defRPr sz="800" cap="all" spc="300" baseline="0">
                <a:solidFill>
                  <a:srgbClr val="878787"/>
                </a:solidFill>
              </a:defRPr>
            </a:lvl1pPr>
          </a:lstStyle>
          <a:p>
            <a:r>
              <a:rPr lang="en-US"/>
              <a:t>Topline usually Topic</a:t>
            </a:r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E85B3299-FE9F-8E3B-FC17-C1EB090D3B5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751764" y="1628772"/>
            <a:ext cx="3960821" cy="4679951"/>
          </a:xfrm>
          <a:solidFill>
            <a:srgbClr val="E3E3E3"/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/>
            </a:lvl1pPr>
          </a:lstStyle>
          <a:p>
            <a:pPr lvl="0" algn="ctr"/>
            <a:r>
              <a:rPr lang="en-US"/>
              <a:t>Click icon to add picture</a:t>
            </a:r>
          </a:p>
        </p:txBody>
      </p:sp>
      <p:sp>
        <p:nvSpPr>
          <p:cNvPr id="10" name="Quote">
            <a:extLst>
              <a:ext uri="{FF2B5EF4-FFF2-40B4-BE49-F238E27FC236}">
                <a16:creationId xmlns:a16="http://schemas.microsoft.com/office/drawing/2014/main" id="{4BE864C4-DE8B-777A-1A0D-CFC3C6A58C5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55888" y="2228851"/>
            <a:ext cx="6119875" cy="1846659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237864"/>
                </a:solidFill>
              </a:defRPr>
            </a:lvl1pPr>
          </a:lstStyle>
          <a:p>
            <a:pPr lvl="0"/>
            <a:r>
              <a:rPr lang="en-US"/>
              <a:t>“Quote. The text can be in any secondary color </a:t>
            </a:r>
            <a:br>
              <a:rPr lang="en-US"/>
            </a:br>
            <a:r>
              <a:rPr lang="en-US"/>
              <a:t>of 60-100% shading.”</a:t>
            </a:r>
          </a:p>
        </p:txBody>
      </p: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32457AD6-FC75-AC51-81F6-9F00027FEAFB}"/>
              </a:ext>
            </a:extLst>
          </p:cNvPr>
          <p:cNvCxnSpPr>
            <a:cxnSpLocks/>
          </p:cNvCxnSpPr>
          <p:nvPr/>
        </p:nvCxnSpPr>
        <p:spPr bwMode="gray">
          <a:xfrm>
            <a:off x="1055888" y="4549146"/>
            <a:ext cx="1080000" cy="0"/>
          </a:xfrm>
          <a:prstGeom prst="line">
            <a:avLst/>
          </a:prstGeom>
          <a:ln w="6350">
            <a:solidFill>
              <a:srgbClr val="64646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Name">
            <a:extLst>
              <a:ext uri="{FF2B5EF4-FFF2-40B4-BE49-F238E27FC236}">
                <a16:creationId xmlns:a16="http://schemas.microsoft.com/office/drawing/2014/main" id="{9DF927A2-8E33-9704-D203-297E80F8A9B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283173" y="4385554"/>
            <a:ext cx="4892590" cy="246221"/>
          </a:xfrm>
        </p:spPr>
        <p:txBody>
          <a:bodyPr/>
          <a:lstStyle>
            <a:lvl1pPr>
              <a:defRPr sz="1600">
                <a:solidFill>
                  <a:srgbClr val="646464"/>
                </a:solidFill>
              </a:defRPr>
            </a:lvl1pPr>
          </a:lstStyle>
          <a:p>
            <a:pPr lvl="0"/>
            <a:r>
              <a:rPr lang="de-DE"/>
              <a:t>Name – Additional Info </a:t>
            </a:r>
            <a:r>
              <a:rPr lang="de-DE" err="1"/>
              <a:t>about</a:t>
            </a:r>
            <a:r>
              <a:rPr lang="de-DE"/>
              <a:t> </a:t>
            </a:r>
            <a:r>
              <a:rPr lang="de-DE" err="1"/>
              <a:t>author</a:t>
            </a:r>
            <a:endParaRPr lang="de-DE"/>
          </a:p>
        </p:txBody>
      </p:sp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D8C38F21-301C-1C7B-C83E-93CE7B8EDD68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1055888" y="4549146"/>
            <a:ext cx="1080000" cy="0"/>
          </a:xfrm>
          <a:prstGeom prst="line">
            <a:avLst/>
          </a:prstGeom>
          <a:ln w="6350">
            <a:solidFill>
              <a:srgbClr val="64646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8737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&amp;A Bas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87CAFE7-EBEF-EBE0-CCF5-ED8631B3E7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9422" y="7115435"/>
            <a:ext cx="625478" cy="123111"/>
          </a:xfrm>
        </p:spPr>
        <p:txBody>
          <a:bodyPr/>
          <a:lstStyle/>
          <a:p>
            <a:r>
              <a:rPr lang="de-DE"/>
              <a:t>July 2024</a:t>
            </a:r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EAC11E8-DE5B-473E-693E-EC4BF91E56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99424" y="7115435"/>
            <a:ext cx="7056248" cy="123111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CCEB6AF-5005-160E-A119-CF142CFF4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2583" y="7115435"/>
            <a:ext cx="360001" cy="123111"/>
          </a:xfrm>
        </p:spPr>
        <p:txBody>
          <a:bodyPr/>
          <a:lstStyle/>
          <a:p>
            <a:fld id="{42C4E3B7-B340-4E97-8B0E-D9BA7642178E}" type="slidenum">
              <a:rPr lang="en-US"/>
              <a:pPr/>
              <a:t>‹#›</a:t>
            </a:fld>
            <a:endParaRPr lang="en-US"/>
          </a:p>
        </p:txBody>
      </p: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2FC50409-51B2-E654-EF34-5C2BB778DF8F}"/>
              </a:ext>
            </a:extLst>
          </p:cNvPr>
          <p:cNvGrpSpPr/>
          <p:nvPr/>
        </p:nvGrpSpPr>
        <p:grpSpPr>
          <a:xfrm>
            <a:off x="2819646" y="2171374"/>
            <a:ext cx="6552709" cy="2515253"/>
            <a:chOff x="2819645" y="2138586"/>
            <a:chExt cx="6552709" cy="2515253"/>
          </a:xfrm>
        </p:grpSpPr>
        <p:sp>
          <p:nvSpPr>
            <p:cNvPr id="11" name="Freihandform: Form 10">
              <a:extLst>
                <a:ext uri="{FF2B5EF4-FFF2-40B4-BE49-F238E27FC236}">
                  <a16:creationId xmlns:a16="http://schemas.microsoft.com/office/drawing/2014/main" id="{82AEE0FF-C8B2-9A15-27E7-F6E92CDB1149}"/>
                </a:ext>
              </a:extLst>
            </p:cNvPr>
            <p:cNvSpPr/>
            <p:nvPr/>
          </p:nvSpPr>
          <p:spPr>
            <a:xfrm>
              <a:off x="2819645" y="2138586"/>
              <a:ext cx="2004688" cy="2515253"/>
            </a:xfrm>
            <a:custGeom>
              <a:avLst/>
              <a:gdLst>
                <a:gd name="connsiteX0" fmla="*/ 1948483 w 2004688"/>
                <a:gd name="connsiteY0" fmla="*/ 1032800 h 2515253"/>
                <a:gd name="connsiteX1" fmla="*/ 1847780 w 2004688"/>
                <a:gd name="connsiteY1" fmla="*/ 1585500 h 2515253"/>
                <a:gd name="connsiteX2" fmla="*/ 1515226 w 2004688"/>
                <a:gd name="connsiteY2" fmla="*/ 1950844 h 2515253"/>
                <a:gd name="connsiteX3" fmla="*/ 2004689 w 2004688"/>
                <a:gd name="connsiteY3" fmla="*/ 2515253 h 2515253"/>
                <a:gd name="connsiteX4" fmla="*/ 1330214 w 2004688"/>
                <a:gd name="connsiteY4" fmla="*/ 2515253 h 2515253"/>
                <a:gd name="connsiteX5" fmla="*/ 992977 w 2004688"/>
                <a:gd name="connsiteY5" fmla="*/ 2065599 h 2515253"/>
                <a:gd name="connsiteX6" fmla="*/ 974241 w 2004688"/>
                <a:gd name="connsiteY6" fmla="*/ 2065599 h 2515253"/>
                <a:gd name="connsiteX7" fmla="*/ 421547 w 2004688"/>
                <a:gd name="connsiteY7" fmla="*/ 1936792 h 2515253"/>
                <a:gd name="connsiteX8" fmla="*/ 103045 w 2004688"/>
                <a:gd name="connsiteY8" fmla="*/ 1573790 h 2515253"/>
                <a:gd name="connsiteX9" fmla="*/ 0 w 2004688"/>
                <a:gd name="connsiteY9" fmla="*/ 1028116 h 2515253"/>
                <a:gd name="connsiteX10" fmla="*/ 103045 w 2004688"/>
                <a:gd name="connsiteY10" fmla="*/ 484783 h 2515253"/>
                <a:gd name="connsiteX11" fmla="*/ 423889 w 2004688"/>
                <a:gd name="connsiteY11" fmla="*/ 126465 h 2515253"/>
                <a:gd name="connsiteX12" fmla="*/ 976583 w 2004688"/>
                <a:gd name="connsiteY12" fmla="*/ 0 h 2515253"/>
                <a:gd name="connsiteX13" fmla="*/ 1533962 w 2004688"/>
                <a:gd name="connsiteY13" fmla="*/ 128807 h 2515253"/>
                <a:gd name="connsiteX14" fmla="*/ 1847780 w 2004688"/>
                <a:gd name="connsiteY14" fmla="*/ 489467 h 2515253"/>
                <a:gd name="connsiteX15" fmla="*/ 1948483 w 2004688"/>
                <a:gd name="connsiteY15" fmla="*/ 1032800 h 2515253"/>
                <a:gd name="connsiteX16" fmla="*/ 569088 w 2004688"/>
                <a:gd name="connsiteY16" fmla="*/ 1032800 h 2515253"/>
                <a:gd name="connsiteX17" fmla="*/ 662765 w 2004688"/>
                <a:gd name="connsiteY17" fmla="*/ 1459034 h 2515253"/>
                <a:gd name="connsiteX18" fmla="*/ 974241 w 2004688"/>
                <a:gd name="connsiteY18" fmla="*/ 1613603 h 2515253"/>
                <a:gd name="connsiteX19" fmla="*/ 1288059 w 2004688"/>
                <a:gd name="connsiteY19" fmla="*/ 1459034 h 2515253"/>
                <a:gd name="connsiteX20" fmla="*/ 1377053 w 2004688"/>
                <a:gd name="connsiteY20" fmla="*/ 1032800 h 2515253"/>
                <a:gd name="connsiteX21" fmla="*/ 1288059 w 2004688"/>
                <a:gd name="connsiteY21" fmla="*/ 601881 h 2515253"/>
                <a:gd name="connsiteX22" fmla="*/ 976583 w 2004688"/>
                <a:gd name="connsiteY22" fmla="*/ 444970 h 2515253"/>
                <a:gd name="connsiteX23" fmla="*/ 662765 w 2004688"/>
                <a:gd name="connsiteY23" fmla="*/ 601881 h 2515253"/>
                <a:gd name="connsiteX24" fmla="*/ 569088 w 2004688"/>
                <a:gd name="connsiteY24" fmla="*/ 1032800 h 2515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004688" h="2515253">
                  <a:moveTo>
                    <a:pt x="1948483" y="1032800"/>
                  </a:moveTo>
                  <a:cubicBezTo>
                    <a:pt x="1948483" y="1243575"/>
                    <a:pt x="1915695" y="1426247"/>
                    <a:pt x="1847780" y="1585500"/>
                  </a:cubicBezTo>
                  <a:cubicBezTo>
                    <a:pt x="1779864" y="1744752"/>
                    <a:pt x="1669793" y="1866533"/>
                    <a:pt x="1515226" y="1950844"/>
                  </a:cubicBezTo>
                  <a:lnTo>
                    <a:pt x="2004689" y="2515253"/>
                  </a:lnTo>
                  <a:lnTo>
                    <a:pt x="1330214" y="2515253"/>
                  </a:lnTo>
                  <a:lnTo>
                    <a:pt x="992977" y="2065599"/>
                  </a:lnTo>
                  <a:lnTo>
                    <a:pt x="974241" y="2065599"/>
                  </a:lnTo>
                  <a:cubicBezTo>
                    <a:pt x="749416" y="2065599"/>
                    <a:pt x="564404" y="2023444"/>
                    <a:pt x="421547" y="1936792"/>
                  </a:cubicBezTo>
                  <a:cubicBezTo>
                    <a:pt x="276347" y="1850140"/>
                    <a:pt x="170961" y="1730700"/>
                    <a:pt x="103045" y="1573790"/>
                  </a:cubicBezTo>
                  <a:cubicBezTo>
                    <a:pt x="35129" y="1419221"/>
                    <a:pt x="0" y="1236549"/>
                    <a:pt x="0" y="1028116"/>
                  </a:cubicBezTo>
                  <a:cubicBezTo>
                    <a:pt x="0" y="819682"/>
                    <a:pt x="35129" y="639352"/>
                    <a:pt x="103045" y="484783"/>
                  </a:cubicBezTo>
                  <a:cubicBezTo>
                    <a:pt x="173303" y="330215"/>
                    <a:pt x="278689" y="210775"/>
                    <a:pt x="423889" y="126465"/>
                  </a:cubicBezTo>
                  <a:cubicBezTo>
                    <a:pt x="569088" y="42155"/>
                    <a:pt x="751758" y="0"/>
                    <a:pt x="976583" y="0"/>
                  </a:cubicBezTo>
                  <a:cubicBezTo>
                    <a:pt x="1201408" y="0"/>
                    <a:pt x="1391104" y="42155"/>
                    <a:pt x="1533962" y="128807"/>
                  </a:cubicBezTo>
                  <a:cubicBezTo>
                    <a:pt x="1676819" y="213117"/>
                    <a:pt x="1782206" y="334899"/>
                    <a:pt x="1847780" y="489467"/>
                  </a:cubicBezTo>
                  <a:cubicBezTo>
                    <a:pt x="1913354" y="644036"/>
                    <a:pt x="1948483" y="824366"/>
                    <a:pt x="1948483" y="1032800"/>
                  </a:cubicBezTo>
                  <a:close/>
                  <a:moveTo>
                    <a:pt x="569088" y="1032800"/>
                  </a:moveTo>
                  <a:cubicBezTo>
                    <a:pt x="569088" y="1215472"/>
                    <a:pt x="599533" y="1355989"/>
                    <a:pt x="662765" y="1459034"/>
                  </a:cubicBezTo>
                  <a:cubicBezTo>
                    <a:pt x="725997" y="1562080"/>
                    <a:pt x="829042" y="1613603"/>
                    <a:pt x="974241" y="1613603"/>
                  </a:cubicBezTo>
                  <a:cubicBezTo>
                    <a:pt x="1119441" y="1613603"/>
                    <a:pt x="1229511" y="1562080"/>
                    <a:pt x="1288059" y="1459034"/>
                  </a:cubicBezTo>
                  <a:cubicBezTo>
                    <a:pt x="1348949" y="1355989"/>
                    <a:pt x="1377053" y="1213130"/>
                    <a:pt x="1377053" y="1032800"/>
                  </a:cubicBezTo>
                  <a:cubicBezTo>
                    <a:pt x="1377053" y="852470"/>
                    <a:pt x="1346608" y="707269"/>
                    <a:pt x="1288059" y="601881"/>
                  </a:cubicBezTo>
                  <a:cubicBezTo>
                    <a:pt x="1227169" y="496493"/>
                    <a:pt x="1124125" y="444970"/>
                    <a:pt x="976583" y="444970"/>
                  </a:cubicBezTo>
                  <a:cubicBezTo>
                    <a:pt x="829042" y="444970"/>
                    <a:pt x="723655" y="496493"/>
                    <a:pt x="662765" y="601881"/>
                  </a:cubicBezTo>
                  <a:cubicBezTo>
                    <a:pt x="601875" y="707269"/>
                    <a:pt x="569088" y="850128"/>
                    <a:pt x="569088" y="1032800"/>
                  </a:cubicBezTo>
                  <a:close/>
                </a:path>
              </a:pathLst>
            </a:custGeom>
            <a:solidFill>
              <a:srgbClr val="237864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2" name="Freihandform: Form 11">
              <a:extLst>
                <a:ext uri="{FF2B5EF4-FFF2-40B4-BE49-F238E27FC236}">
                  <a16:creationId xmlns:a16="http://schemas.microsoft.com/office/drawing/2014/main" id="{CAAEB60D-66B3-3C71-2473-EA2D2F91A4EB}"/>
                </a:ext>
              </a:extLst>
            </p:cNvPr>
            <p:cNvSpPr/>
            <p:nvPr/>
          </p:nvSpPr>
          <p:spPr>
            <a:xfrm>
              <a:off x="5014030" y="2145611"/>
              <a:ext cx="2161597" cy="2060915"/>
            </a:xfrm>
            <a:custGeom>
              <a:avLst/>
              <a:gdLst>
                <a:gd name="connsiteX0" fmla="*/ 833726 w 2161597"/>
                <a:gd name="connsiteY0" fmla="*/ 0 h 2060915"/>
                <a:gd name="connsiteX1" fmla="*/ 1281034 w 2161597"/>
                <a:gd name="connsiteY1" fmla="*/ 126465 h 2060915"/>
                <a:gd name="connsiteX2" fmla="*/ 1444968 w 2161597"/>
                <a:gd name="connsiteY2" fmla="*/ 477758 h 2060915"/>
                <a:gd name="connsiteX3" fmla="*/ 1344266 w 2161597"/>
                <a:gd name="connsiteY3" fmla="*/ 777527 h 2060915"/>
                <a:gd name="connsiteX4" fmla="*/ 1081970 w 2161597"/>
                <a:gd name="connsiteY4" fmla="*/ 1002354 h 2060915"/>
                <a:gd name="connsiteX5" fmla="*/ 1353633 w 2161597"/>
                <a:gd name="connsiteY5" fmla="*/ 1259969 h 2060915"/>
                <a:gd name="connsiteX6" fmla="*/ 1496491 w 2161597"/>
                <a:gd name="connsiteY6" fmla="*/ 903992 h 2060915"/>
                <a:gd name="connsiteX7" fmla="*/ 2053869 w 2161597"/>
                <a:gd name="connsiteY7" fmla="*/ 903992 h 2060915"/>
                <a:gd name="connsiteX8" fmla="*/ 1918037 w 2161597"/>
                <a:gd name="connsiteY8" fmla="*/ 1297440 h 2060915"/>
                <a:gd name="connsiteX9" fmla="*/ 1723658 w 2161597"/>
                <a:gd name="connsiteY9" fmla="*/ 1608919 h 2060915"/>
                <a:gd name="connsiteX10" fmla="*/ 2161598 w 2161597"/>
                <a:gd name="connsiteY10" fmla="*/ 2030470 h 2060915"/>
                <a:gd name="connsiteX11" fmla="*/ 1468388 w 2161597"/>
                <a:gd name="connsiteY11" fmla="*/ 2030470 h 2060915"/>
                <a:gd name="connsiteX12" fmla="*/ 1332556 w 2161597"/>
                <a:gd name="connsiteY12" fmla="*/ 1889953 h 2060915"/>
                <a:gd name="connsiteX13" fmla="*/ 1182673 w 2161597"/>
                <a:gd name="connsiteY13" fmla="*/ 1976605 h 2060915"/>
                <a:gd name="connsiteX14" fmla="*/ 1002344 w 2161597"/>
                <a:gd name="connsiteY14" fmla="*/ 2037496 h 2060915"/>
                <a:gd name="connsiteX15" fmla="*/ 728339 w 2161597"/>
                <a:gd name="connsiteY15" fmla="*/ 2060915 h 2060915"/>
                <a:gd name="connsiteX16" fmla="*/ 332554 w 2161597"/>
                <a:gd name="connsiteY16" fmla="*/ 1981289 h 2060915"/>
                <a:gd name="connsiteX17" fmla="*/ 84309 w 2161597"/>
                <a:gd name="connsiteY17" fmla="*/ 1768172 h 2060915"/>
                <a:gd name="connsiteX18" fmla="*/ 0 w 2161597"/>
                <a:gd name="connsiteY18" fmla="*/ 1475428 h 2060915"/>
                <a:gd name="connsiteX19" fmla="*/ 96019 w 2161597"/>
                <a:gd name="connsiteY19" fmla="*/ 1156923 h 2060915"/>
                <a:gd name="connsiteX20" fmla="*/ 372366 w 2161597"/>
                <a:gd name="connsiteY20" fmla="*/ 925070 h 2060915"/>
                <a:gd name="connsiteX21" fmla="*/ 241218 w 2161597"/>
                <a:gd name="connsiteY21" fmla="*/ 718978 h 2060915"/>
                <a:gd name="connsiteX22" fmla="*/ 194380 w 2161597"/>
                <a:gd name="connsiteY22" fmla="*/ 477758 h 2060915"/>
                <a:gd name="connsiteX23" fmla="*/ 355973 w 2161597"/>
                <a:gd name="connsiteY23" fmla="*/ 135833 h 2060915"/>
                <a:gd name="connsiteX24" fmla="*/ 833726 w 2161597"/>
                <a:gd name="connsiteY24" fmla="*/ 0 h 2060915"/>
                <a:gd name="connsiteX25" fmla="*/ 669791 w 2161597"/>
                <a:gd name="connsiteY25" fmla="*/ 1220156 h 2060915"/>
                <a:gd name="connsiteX26" fmla="*/ 583140 w 2161597"/>
                <a:gd name="connsiteY26" fmla="*/ 1318517 h 2060915"/>
                <a:gd name="connsiteX27" fmla="*/ 557378 w 2161597"/>
                <a:gd name="connsiteY27" fmla="*/ 1435615 h 2060915"/>
                <a:gd name="connsiteX28" fmla="*/ 618269 w 2161597"/>
                <a:gd name="connsiteY28" fmla="*/ 1578474 h 2060915"/>
                <a:gd name="connsiteX29" fmla="*/ 782203 w 2161597"/>
                <a:gd name="connsiteY29" fmla="*/ 1632339 h 2060915"/>
                <a:gd name="connsiteX30" fmla="*/ 920377 w 2161597"/>
                <a:gd name="connsiteY30" fmla="*/ 1611261 h 2060915"/>
                <a:gd name="connsiteX31" fmla="*/ 1009370 w 2161597"/>
                <a:gd name="connsiteY31" fmla="*/ 1564422 h 2060915"/>
                <a:gd name="connsiteX32" fmla="*/ 669791 w 2161597"/>
                <a:gd name="connsiteY32" fmla="*/ 1217814 h 2060915"/>
                <a:gd name="connsiteX33" fmla="*/ 824358 w 2161597"/>
                <a:gd name="connsiteY33" fmla="*/ 351292 h 2060915"/>
                <a:gd name="connsiteX34" fmla="*/ 723655 w 2161597"/>
                <a:gd name="connsiteY34" fmla="*/ 384080 h 2060915"/>
                <a:gd name="connsiteX35" fmla="*/ 679159 w 2161597"/>
                <a:gd name="connsiteY35" fmla="*/ 494151 h 2060915"/>
                <a:gd name="connsiteX36" fmla="*/ 716629 w 2161597"/>
                <a:gd name="connsiteY36" fmla="*/ 608907 h 2060915"/>
                <a:gd name="connsiteX37" fmla="*/ 800939 w 2161597"/>
                <a:gd name="connsiteY37" fmla="*/ 707269 h 2060915"/>
                <a:gd name="connsiteX38" fmla="*/ 920377 w 2161597"/>
                <a:gd name="connsiteY38" fmla="*/ 599539 h 2060915"/>
                <a:gd name="connsiteX39" fmla="*/ 960190 w 2161597"/>
                <a:gd name="connsiteY39" fmla="*/ 475416 h 2060915"/>
                <a:gd name="connsiteX40" fmla="*/ 920377 w 2161597"/>
                <a:gd name="connsiteY40" fmla="*/ 379396 h 2060915"/>
                <a:gd name="connsiteX41" fmla="*/ 822016 w 2161597"/>
                <a:gd name="connsiteY41" fmla="*/ 348950 h 20609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2161597" h="2060915">
                  <a:moveTo>
                    <a:pt x="833726" y="0"/>
                  </a:moveTo>
                  <a:cubicBezTo>
                    <a:pt x="1023422" y="0"/>
                    <a:pt x="1173305" y="42155"/>
                    <a:pt x="1281034" y="126465"/>
                  </a:cubicBezTo>
                  <a:cubicBezTo>
                    <a:pt x="1391104" y="210775"/>
                    <a:pt x="1444968" y="327873"/>
                    <a:pt x="1444968" y="477758"/>
                  </a:cubicBezTo>
                  <a:cubicBezTo>
                    <a:pt x="1444968" y="594855"/>
                    <a:pt x="1412181" y="693217"/>
                    <a:pt x="1344266" y="777527"/>
                  </a:cubicBezTo>
                  <a:cubicBezTo>
                    <a:pt x="1276350" y="861837"/>
                    <a:pt x="1189698" y="936780"/>
                    <a:pt x="1081970" y="1002354"/>
                  </a:cubicBezTo>
                  <a:lnTo>
                    <a:pt x="1353633" y="1259969"/>
                  </a:lnTo>
                  <a:cubicBezTo>
                    <a:pt x="1421549" y="1156923"/>
                    <a:pt x="1468388" y="1037483"/>
                    <a:pt x="1496491" y="903992"/>
                  </a:cubicBezTo>
                  <a:lnTo>
                    <a:pt x="2053869" y="903992"/>
                  </a:lnTo>
                  <a:cubicBezTo>
                    <a:pt x="2023424" y="1039825"/>
                    <a:pt x="1978928" y="1170975"/>
                    <a:pt x="1918037" y="1297440"/>
                  </a:cubicBezTo>
                  <a:cubicBezTo>
                    <a:pt x="1857147" y="1423905"/>
                    <a:pt x="1793916" y="1526951"/>
                    <a:pt x="1723658" y="1608919"/>
                  </a:cubicBezTo>
                  <a:lnTo>
                    <a:pt x="2161598" y="2030470"/>
                  </a:lnTo>
                  <a:lnTo>
                    <a:pt x="1468388" y="2030470"/>
                  </a:lnTo>
                  <a:lnTo>
                    <a:pt x="1332556" y="1889953"/>
                  </a:lnTo>
                  <a:cubicBezTo>
                    <a:pt x="1281034" y="1922740"/>
                    <a:pt x="1231853" y="1950844"/>
                    <a:pt x="1182673" y="1976605"/>
                  </a:cubicBezTo>
                  <a:cubicBezTo>
                    <a:pt x="1133492" y="2002366"/>
                    <a:pt x="1072602" y="2021102"/>
                    <a:pt x="1002344" y="2037496"/>
                  </a:cubicBezTo>
                  <a:cubicBezTo>
                    <a:pt x="932087" y="2051547"/>
                    <a:pt x="840752" y="2060915"/>
                    <a:pt x="728339" y="2060915"/>
                  </a:cubicBezTo>
                  <a:cubicBezTo>
                    <a:pt x="573772" y="2060915"/>
                    <a:pt x="440282" y="2035154"/>
                    <a:pt x="332554" y="1981289"/>
                  </a:cubicBezTo>
                  <a:cubicBezTo>
                    <a:pt x="224825" y="1927424"/>
                    <a:pt x="140515" y="1857166"/>
                    <a:pt x="84309" y="1768172"/>
                  </a:cubicBezTo>
                  <a:cubicBezTo>
                    <a:pt x="28103" y="1679178"/>
                    <a:pt x="0" y="1580816"/>
                    <a:pt x="0" y="1475428"/>
                  </a:cubicBezTo>
                  <a:cubicBezTo>
                    <a:pt x="0" y="1355989"/>
                    <a:pt x="32787" y="1248259"/>
                    <a:pt x="96019" y="1156923"/>
                  </a:cubicBezTo>
                  <a:cubicBezTo>
                    <a:pt x="161593" y="1063245"/>
                    <a:pt x="252928" y="985961"/>
                    <a:pt x="372366" y="925070"/>
                  </a:cubicBezTo>
                  <a:cubicBezTo>
                    <a:pt x="316160" y="859495"/>
                    <a:pt x="271663" y="791579"/>
                    <a:pt x="241218" y="718978"/>
                  </a:cubicBezTo>
                  <a:cubicBezTo>
                    <a:pt x="208432" y="648720"/>
                    <a:pt x="194380" y="566752"/>
                    <a:pt x="194380" y="477758"/>
                  </a:cubicBezTo>
                  <a:cubicBezTo>
                    <a:pt x="194380" y="339583"/>
                    <a:pt x="248244" y="224827"/>
                    <a:pt x="355973" y="135833"/>
                  </a:cubicBezTo>
                  <a:cubicBezTo>
                    <a:pt x="466043" y="46839"/>
                    <a:pt x="625294" y="0"/>
                    <a:pt x="833726" y="0"/>
                  </a:cubicBezTo>
                  <a:close/>
                  <a:moveTo>
                    <a:pt x="669791" y="1220156"/>
                  </a:moveTo>
                  <a:cubicBezTo>
                    <a:pt x="629978" y="1250601"/>
                    <a:pt x="601875" y="1283388"/>
                    <a:pt x="583140" y="1318517"/>
                  </a:cubicBezTo>
                  <a:cubicBezTo>
                    <a:pt x="564404" y="1353647"/>
                    <a:pt x="557378" y="1393460"/>
                    <a:pt x="557378" y="1435615"/>
                  </a:cubicBezTo>
                  <a:cubicBezTo>
                    <a:pt x="557378" y="1494164"/>
                    <a:pt x="578456" y="1541003"/>
                    <a:pt x="618269" y="1578474"/>
                  </a:cubicBezTo>
                  <a:cubicBezTo>
                    <a:pt x="660423" y="1615945"/>
                    <a:pt x="714288" y="1632339"/>
                    <a:pt x="782203" y="1632339"/>
                  </a:cubicBezTo>
                  <a:cubicBezTo>
                    <a:pt x="833726" y="1632339"/>
                    <a:pt x="880564" y="1625313"/>
                    <a:pt x="920377" y="1611261"/>
                  </a:cubicBezTo>
                  <a:cubicBezTo>
                    <a:pt x="960190" y="1597209"/>
                    <a:pt x="990635" y="1580816"/>
                    <a:pt x="1009370" y="1564422"/>
                  </a:cubicBezTo>
                  <a:lnTo>
                    <a:pt x="669791" y="1217814"/>
                  </a:lnTo>
                  <a:close/>
                  <a:moveTo>
                    <a:pt x="824358" y="351292"/>
                  </a:moveTo>
                  <a:cubicBezTo>
                    <a:pt x="786887" y="351292"/>
                    <a:pt x="754100" y="363002"/>
                    <a:pt x="723655" y="384080"/>
                  </a:cubicBezTo>
                  <a:cubicBezTo>
                    <a:pt x="695552" y="407499"/>
                    <a:pt x="679159" y="442628"/>
                    <a:pt x="679159" y="494151"/>
                  </a:cubicBezTo>
                  <a:cubicBezTo>
                    <a:pt x="679159" y="536306"/>
                    <a:pt x="690868" y="573778"/>
                    <a:pt x="716629" y="608907"/>
                  </a:cubicBezTo>
                  <a:cubicBezTo>
                    <a:pt x="740049" y="644036"/>
                    <a:pt x="768152" y="676823"/>
                    <a:pt x="800939" y="707269"/>
                  </a:cubicBezTo>
                  <a:cubicBezTo>
                    <a:pt x="852461" y="676823"/>
                    <a:pt x="892274" y="641694"/>
                    <a:pt x="920377" y="599539"/>
                  </a:cubicBezTo>
                  <a:cubicBezTo>
                    <a:pt x="948480" y="557384"/>
                    <a:pt x="960190" y="517571"/>
                    <a:pt x="960190" y="475416"/>
                  </a:cubicBezTo>
                  <a:cubicBezTo>
                    <a:pt x="960190" y="430919"/>
                    <a:pt x="946138" y="398131"/>
                    <a:pt x="920377" y="379396"/>
                  </a:cubicBezTo>
                  <a:cubicBezTo>
                    <a:pt x="894616" y="360660"/>
                    <a:pt x="861829" y="348950"/>
                    <a:pt x="822016" y="348950"/>
                  </a:cubicBezTo>
                  <a:close/>
                </a:path>
              </a:pathLst>
            </a:custGeom>
            <a:solidFill>
              <a:srgbClr val="237864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" name="Freihandform: Form 12">
              <a:extLst>
                <a:ext uri="{FF2B5EF4-FFF2-40B4-BE49-F238E27FC236}">
                  <a16:creationId xmlns:a16="http://schemas.microsoft.com/office/drawing/2014/main" id="{E91663BC-3829-501A-0B21-B1B4B2F36740}"/>
                </a:ext>
              </a:extLst>
            </p:cNvPr>
            <p:cNvSpPr/>
            <p:nvPr/>
          </p:nvSpPr>
          <p:spPr>
            <a:xfrm>
              <a:off x="7334879" y="2164347"/>
              <a:ext cx="2037475" cy="2014076"/>
            </a:xfrm>
            <a:custGeom>
              <a:avLst/>
              <a:gdLst>
                <a:gd name="connsiteX0" fmla="*/ 1444968 w 2037475"/>
                <a:gd name="connsiteY0" fmla="*/ 2014076 h 2014076"/>
                <a:gd name="connsiteX1" fmla="*/ 1346608 w 2037475"/>
                <a:gd name="connsiteY1" fmla="*/ 1637023 h 2014076"/>
                <a:gd name="connsiteX2" fmla="*/ 695552 w 2037475"/>
                <a:gd name="connsiteY2" fmla="*/ 1637023 h 2014076"/>
                <a:gd name="connsiteX3" fmla="*/ 594849 w 2037475"/>
                <a:gd name="connsiteY3" fmla="*/ 2014076 h 2014076"/>
                <a:gd name="connsiteX4" fmla="*/ 0 w 2037475"/>
                <a:gd name="connsiteY4" fmla="*/ 2014076 h 2014076"/>
                <a:gd name="connsiteX5" fmla="*/ 653397 w 2037475"/>
                <a:gd name="connsiteY5" fmla="*/ 0 h 2014076"/>
                <a:gd name="connsiteX6" fmla="*/ 1374710 w 2037475"/>
                <a:gd name="connsiteY6" fmla="*/ 0 h 2014076"/>
                <a:gd name="connsiteX7" fmla="*/ 2037475 w 2037475"/>
                <a:gd name="connsiteY7" fmla="*/ 2014076 h 2014076"/>
                <a:gd name="connsiteX8" fmla="*/ 1444968 w 2037475"/>
                <a:gd name="connsiteY8" fmla="*/ 2014076 h 2014076"/>
                <a:gd name="connsiteX9" fmla="*/ 1147544 w 2037475"/>
                <a:gd name="connsiteY9" fmla="*/ 864179 h 2014076"/>
                <a:gd name="connsiteX10" fmla="*/ 1107731 w 2037475"/>
                <a:gd name="connsiteY10" fmla="*/ 711953 h 2014076"/>
                <a:gd name="connsiteX11" fmla="*/ 1056208 w 2037475"/>
                <a:gd name="connsiteY11" fmla="*/ 505861 h 2014076"/>
                <a:gd name="connsiteX12" fmla="*/ 1016396 w 2037475"/>
                <a:gd name="connsiteY12" fmla="*/ 332557 h 2014076"/>
                <a:gd name="connsiteX13" fmla="*/ 981267 w 2037475"/>
                <a:gd name="connsiteY13" fmla="*/ 501177 h 2014076"/>
                <a:gd name="connsiteX14" fmla="*/ 934428 w 2037475"/>
                <a:gd name="connsiteY14" fmla="*/ 700243 h 2014076"/>
                <a:gd name="connsiteX15" fmla="*/ 894616 w 2037475"/>
                <a:gd name="connsiteY15" fmla="*/ 866521 h 2014076"/>
                <a:gd name="connsiteX16" fmla="*/ 807964 w 2037475"/>
                <a:gd name="connsiteY16" fmla="*/ 1194394 h 2014076"/>
                <a:gd name="connsiteX17" fmla="*/ 1234195 w 2037475"/>
                <a:gd name="connsiteY17" fmla="*/ 1194394 h 2014076"/>
                <a:gd name="connsiteX18" fmla="*/ 1147544 w 2037475"/>
                <a:gd name="connsiteY18" fmla="*/ 866521 h 2014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037475" h="2014076">
                  <a:moveTo>
                    <a:pt x="1444968" y="2014076"/>
                  </a:moveTo>
                  <a:lnTo>
                    <a:pt x="1346608" y="1637023"/>
                  </a:lnTo>
                  <a:lnTo>
                    <a:pt x="695552" y="1637023"/>
                  </a:lnTo>
                  <a:lnTo>
                    <a:pt x="594849" y="2014076"/>
                  </a:lnTo>
                  <a:lnTo>
                    <a:pt x="0" y="2014076"/>
                  </a:lnTo>
                  <a:lnTo>
                    <a:pt x="653397" y="0"/>
                  </a:lnTo>
                  <a:lnTo>
                    <a:pt x="1374710" y="0"/>
                  </a:lnTo>
                  <a:lnTo>
                    <a:pt x="2037475" y="2014076"/>
                  </a:lnTo>
                  <a:lnTo>
                    <a:pt x="1444968" y="2014076"/>
                  </a:lnTo>
                  <a:close/>
                  <a:moveTo>
                    <a:pt x="1147544" y="864179"/>
                  </a:moveTo>
                  <a:cubicBezTo>
                    <a:pt x="1138176" y="829050"/>
                    <a:pt x="1124124" y="777527"/>
                    <a:pt x="1107731" y="711953"/>
                  </a:cubicBezTo>
                  <a:cubicBezTo>
                    <a:pt x="1091338" y="646378"/>
                    <a:pt x="1074944" y="576119"/>
                    <a:pt x="1056208" y="505861"/>
                  </a:cubicBezTo>
                  <a:cubicBezTo>
                    <a:pt x="1039815" y="435603"/>
                    <a:pt x="1025763" y="377054"/>
                    <a:pt x="1016396" y="332557"/>
                  </a:cubicBezTo>
                  <a:cubicBezTo>
                    <a:pt x="1009370" y="377054"/>
                    <a:pt x="997660" y="433261"/>
                    <a:pt x="981267" y="501177"/>
                  </a:cubicBezTo>
                  <a:cubicBezTo>
                    <a:pt x="964873" y="569094"/>
                    <a:pt x="948480" y="634668"/>
                    <a:pt x="934428" y="700243"/>
                  </a:cubicBezTo>
                  <a:cubicBezTo>
                    <a:pt x="918035" y="765817"/>
                    <a:pt x="903983" y="822024"/>
                    <a:pt x="894616" y="866521"/>
                  </a:cubicBezTo>
                  <a:lnTo>
                    <a:pt x="807964" y="1194394"/>
                  </a:lnTo>
                  <a:lnTo>
                    <a:pt x="1234195" y="1194394"/>
                  </a:lnTo>
                  <a:lnTo>
                    <a:pt x="1147544" y="866521"/>
                  </a:lnTo>
                  <a:close/>
                </a:path>
              </a:pathLst>
            </a:custGeom>
            <a:solidFill>
              <a:srgbClr val="237864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B00A0AEE-315A-216A-B824-50760DDD18D0}"/>
              </a:ext>
            </a:extLst>
          </p:cNvPr>
          <p:cNvGrpSpPr/>
          <p:nvPr userDrawn="1"/>
        </p:nvGrpSpPr>
        <p:grpSpPr>
          <a:xfrm>
            <a:off x="2819646" y="2171374"/>
            <a:ext cx="6552709" cy="2515253"/>
            <a:chOff x="2819645" y="2138586"/>
            <a:chExt cx="6552709" cy="2515253"/>
          </a:xfrm>
        </p:grpSpPr>
        <p:sp>
          <p:nvSpPr>
            <p:cNvPr id="7" name="Freihandform: Form 6">
              <a:extLst>
                <a:ext uri="{FF2B5EF4-FFF2-40B4-BE49-F238E27FC236}">
                  <a16:creationId xmlns:a16="http://schemas.microsoft.com/office/drawing/2014/main" id="{3519E45B-C904-4AB9-DC97-CF094459E785}"/>
                </a:ext>
              </a:extLst>
            </p:cNvPr>
            <p:cNvSpPr/>
            <p:nvPr/>
          </p:nvSpPr>
          <p:spPr>
            <a:xfrm>
              <a:off x="2819645" y="2138586"/>
              <a:ext cx="2004688" cy="2515253"/>
            </a:xfrm>
            <a:custGeom>
              <a:avLst/>
              <a:gdLst>
                <a:gd name="connsiteX0" fmla="*/ 1948483 w 2004688"/>
                <a:gd name="connsiteY0" fmla="*/ 1032800 h 2515253"/>
                <a:gd name="connsiteX1" fmla="*/ 1847780 w 2004688"/>
                <a:gd name="connsiteY1" fmla="*/ 1585500 h 2515253"/>
                <a:gd name="connsiteX2" fmla="*/ 1515226 w 2004688"/>
                <a:gd name="connsiteY2" fmla="*/ 1950844 h 2515253"/>
                <a:gd name="connsiteX3" fmla="*/ 2004689 w 2004688"/>
                <a:gd name="connsiteY3" fmla="*/ 2515253 h 2515253"/>
                <a:gd name="connsiteX4" fmla="*/ 1330214 w 2004688"/>
                <a:gd name="connsiteY4" fmla="*/ 2515253 h 2515253"/>
                <a:gd name="connsiteX5" fmla="*/ 992977 w 2004688"/>
                <a:gd name="connsiteY5" fmla="*/ 2065599 h 2515253"/>
                <a:gd name="connsiteX6" fmla="*/ 974241 w 2004688"/>
                <a:gd name="connsiteY6" fmla="*/ 2065599 h 2515253"/>
                <a:gd name="connsiteX7" fmla="*/ 421547 w 2004688"/>
                <a:gd name="connsiteY7" fmla="*/ 1936792 h 2515253"/>
                <a:gd name="connsiteX8" fmla="*/ 103045 w 2004688"/>
                <a:gd name="connsiteY8" fmla="*/ 1573790 h 2515253"/>
                <a:gd name="connsiteX9" fmla="*/ 0 w 2004688"/>
                <a:gd name="connsiteY9" fmla="*/ 1028116 h 2515253"/>
                <a:gd name="connsiteX10" fmla="*/ 103045 w 2004688"/>
                <a:gd name="connsiteY10" fmla="*/ 484783 h 2515253"/>
                <a:gd name="connsiteX11" fmla="*/ 423889 w 2004688"/>
                <a:gd name="connsiteY11" fmla="*/ 126465 h 2515253"/>
                <a:gd name="connsiteX12" fmla="*/ 976583 w 2004688"/>
                <a:gd name="connsiteY12" fmla="*/ 0 h 2515253"/>
                <a:gd name="connsiteX13" fmla="*/ 1533962 w 2004688"/>
                <a:gd name="connsiteY13" fmla="*/ 128807 h 2515253"/>
                <a:gd name="connsiteX14" fmla="*/ 1847780 w 2004688"/>
                <a:gd name="connsiteY14" fmla="*/ 489467 h 2515253"/>
                <a:gd name="connsiteX15" fmla="*/ 1948483 w 2004688"/>
                <a:gd name="connsiteY15" fmla="*/ 1032800 h 2515253"/>
                <a:gd name="connsiteX16" fmla="*/ 569088 w 2004688"/>
                <a:gd name="connsiteY16" fmla="*/ 1032800 h 2515253"/>
                <a:gd name="connsiteX17" fmla="*/ 662765 w 2004688"/>
                <a:gd name="connsiteY17" fmla="*/ 1459034 h 2515253"/>
                <a:gd name="connsiteX18" fmla="*/ 974241 w 2004688"/>
                <a:gd name="connsiteY18" fmla="*/ 1613603 h 2515253"/>
                <a:gd name="connsiteX19" fmla="*/ 1288059 w 2004688"/>
                <a:gd name="connsiteY19" fmla="*/ 1459034 h 2515253"/>
                <a:gd name="connsiteX20" fmla="*/ 1377053 w 2004688"/>
                <a:gd name="connsiteY20" fmla="*/ 1032800 h 2515253"/>
                <a:gd name="connsiteX21" fmla="*/ 1288059 w 2004688"/>
                <a:gd name="connsiteY21" fmla="*/ 601881 h 2515253"/>
                <a:gd name="connsiteX22" fmla="*/ 976583 w 2004688"/>
                <a:gd name="connsiteY22" fmla="*/ 444970 h 2515253"/>
                <a:gd name="connsiteX23" fmla="*/ 662765 w 2004688"/>
                <a:gd name="connsiteY23" fmla="*/ 601881 h 2515253"/>
                <a:gd name="connsiteX24" fmla="*/ 569088 w 2004688"/>
                <a:gd name="connsiteY24" fmla="*/ 1032800 h 2515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004688" h="2515253">
                  <a:moveTo>
                    <a:pt x="1948483" y="1032800"/>
                  </a:moveTo>
                  <a:cubicBezTo>
                    <a:pt x="1948483" y="1243575"/>
                    <a:pt x="1915695" y="1426247"/>
                    <a:pt x="1847780" y="1585500"/>
                  </a:cubicBezTo>
                  <a:cubicBezTo>
                    <a:pt x="1779864" y="1744752"/>
                    <a:pt x="1669793" y="1866533"/>
                    <a:pt x="1515226" y="1950844"/>
                  </a:cubicBezTo>
                  <a:lnTo>
                    <a:pt x="2004689" y="2515253"/>
                  </a:lnTo>
                  <a:lnTo>
                    <a:pt x="1330214" y="2515253"/>
                  </a:lnTo>
                  <a:lnTo>
                    <a:pt x="992977" y="2065599"/>
                  </a:lnTo>
                  <a:lnTo>
                    <a:pt x="974241" y="2065599"/>
                  </a:lnTo>
                  <a:cubicBezTo>
                    <a:pt x="749416" y="2065599"/>
                    <a:pt x="564404" y="2023444"/>
                    <a:pt x="421547" y="1936792"/>
                  </a:cubicBezTo>
                  <a:cubicBezTo>
                    <a:pt x="276347" y="1850140"/>
                    <a:pt x="170961" y="1730700"/>
                    <a:pt x="103045" y="1573790"/>
                  </a:cubicBezTo>
                  <a:cubicBezTo>
                    <a:pt x="35129" y="1419221"/>
                    <a:pt x="0" y="1236549"/>
                    <a:pt x="0" y="1028116"/>
                  </a:cubicBezTo>
                  <a:cubicBezTo>
                    <a:pt x="0" y="819682"/>
                    <a:pt x="35129" y="639352"/>
                    <a:pt x="103045" y="484783"/>
                  </a:cubicBezTo>
                  <a:cubicBezTo>
                    <a:pt x="173303" y="330215"/>
                    <a:pt x="278689" y="210775"/>
                    <a:pt x="423889" y="126465"/>
                  </a:cubicBezTo>
                  <a:cubicBezTo>
                    <a:pt x="569088" y="42155"/>
                    <a:pt x="751758" y="0"/>
                    <a:pt x="976583" y="0"/>
                  </a:cubicBezTo>
                  <a:cubicBezTo>
                    <a:pt x="1201408" y="0"/>
                    <a:pt x="1391104" y="42155"/>
                    <a:pt x="1533962" y="128807"/>
                  </a:cubicBezTo>
                  <a:cubicBezTo>
                    <a:pt x="1676819" y="213117"/>
                    <a:pt x="1782206" y="334899"/>
                    <a:pt x="1847780" y="489467"/>
                  </a:cubicBezTo>
                  <a:cubicBezTo>
                    <a:pt x="1913354" y="644036"/>
                    <a:pt x="1948483" y="824366"/>
                    <a:pt x="1948483" y="1032800"/>
                  </a:cubicBezTo>
                  <a:close/>
                  <a:moveTo>
                    <a:pt x="569088" y="1032800"/>
                  </a:moveTo>
                  <a:cubicBezTo>
                    <a:pt x="569088" y="1215472"/>
                    <a:pt x="599533" y="1355989"/>
                    <a:pt x="662765" y="1459034"/>
                  </a:cubicBezTo>
                  <a:cubicBezTo>
                    <a:pt x="725997" y="1562080"/>
                    <a:pt x="829042" y="1613603"/>
                    <a:pt x="974241" y="1613603"/>
                  </a:cubicBezTo>
                  <a:cubicBezTo>
                    <a:pt x="1119441" y="1613603"/>
                    <a:pt x="1229511" y="1562080"/>
                    <a:pt x="1288059" y="1459034"/>
                  </a:cubicBezTo>
                  <a:cubicBezTo>
                    <a:pt x="1348949" y="1355989"/>
                    <a:pt x="1377053" y="1213130"/>
                    <a:pt x="1377053" y="1032800"/>
                  </a:cubicBezTo>
                  <a:cubicBezTo>
                    <a:pt x="1377053" y="852470"/>
                    <a:pt x="1346608" y="707269"/>
                    <a:pt x="1288059" y="601881"/>
                  </a:cubicBezTo>
                  <a:cubicBezTo>
                    <a:pt x="1227169" y="496493"/>
                    <a:pt x="1124125" y="444970"/>
                    <a:pt x="976583" y="444970"/>
                  </a:cubicBezTo>
                  <a:cubicBezTo>
                    <a:pt x="829042" y="444970"/>
                    <a:pt x="723655" y="496493"/>
                    <a:pt x="662765" y="601881"/>
                  </a:cubicBezTo>
                  <a:cubicBezTo>
                    <a:pt x="601875" y="707269"/>
                    <a:pt x="569088" y="850128"/>
                    <a:pt x="569088" y="1032800"/>
                  </a:cubicBezTo>
                  <a:close/>
                </a:path>
              </a:pathLst>
            </a:custGeom>
            <a:solidFill>
              <a:srgbClr val="237864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8" name="Freihandform: Form 7">
              <a:extLst>
                <a:ext uri="{FF2B5EF4-FFF2-40B4-BE49-F238E27FC236}">
                  <a16:creationId xmlns:a16="http://schemas.microsoft.com/office/drawing/2014/main" id="{F604F882-1278-F975-67CD-BCEB7853A553}"/>
                </a:ext>
              </a:extLst>
            </p:cNvPr>
            <p:cNvSpPr/>
            <p:nvPr/>
          </p:nvSpPr>
          <p:spPr>
            <a:xfrm>
              <a:off x="5014030" y="2145611"/>
              <a:ext cx="2161597" cy="2060915"/>
            </a:xfrm>
            <a:custGeom>
              <a:avLst/>
              <a:gdLst>
                <a:gd name="connsiteX0" fmla="*/ 833726 w 2161597"/>
                <a:gd name="connsiteY0" fmla="*/ 0 h 2060915"/>
                <a:gd name="connsiteX1" fmla="*/ 1281034 w 2161597"/>
                <a:gd name="connsiteY1" fmla="*/ 126465 h 2060915"/>
                <a:gd name="connsiteX2" fmla="*/ 1444968 w 2161597"/>
                <a:gd name="connsiteY2" fmla="*/ 477758 h 2060915"/>
                <a:gd name="connsiteX3" fmla="*/ 1344266 w 2161597"/>
                <a:gd name="connsiteY3" fmla="*/ 777527 h 2060915"/>
                <a:gd name="connsiteX4" fmla="*/ 1081970 w 2161597"/>
                <a:gd name="connsiteY4" fmla="*/ 1002354 h 2060915"/>
                <a:gd name="connsiteX5" fmla="*/ 1353633 w 2161597"/>
                <a:gd name="connsiteY5" fmla="*/ 1259969 h 2060915"/>
                <a:gd name="connsiteX6" fmla="*/ 1496491 w 2161597"/>
                <a:gd name="connsiteY6" fmla="*/ 903992 h 2060915"/>
                <a:gd name="connsiteX7" fmla="*/ 2053869 w 2161597"/>
                <a:gd name="connsiteY7" fmla="*/ 903992 h 2060915"/>
                <a:gd name="connsiteX8" fmla="*/ 1918037 w 2161597"/>
                <a:gd name="connsiteY8" fmla="*/ 1297440 h 2060915"/>
                <a:gd name="connsiteX9" fmla="*/ 1723658 w 2161597"/>
                <a:gd name="connsiteY9" fmla="*/ 1608919 h 2060915"/>
                <a:gd name="connsiteX10" fmla="*/ 2161598 w 2161597"/>
                <a:gd name="connsiteY10" fmla="*/ 2030470 h 2060915"/>
                <a:gd name="connsiteX11" fmla="*/ 1468388 w 2161597"/>
                <a:gd name="connsiteY11" fmla="*/ 2030470 h 2060915"/>
                <a:gd name="connsiteX12" fmla="*/ 1332556 w 2161597"/>
                <a:gd name="connsiteY12" fmla="*/ 1889953 h 2060915"/>
                <a:gd name="connsiteX13" fmla="*/ 1182673 w 2161597"/>
                <a:gd name="connsiteY13" fmla="*/ 1976605 h 2060915"/>
                <a:gd name="connsiteX14" fmla="*/ 1002344 w 2161597"/>
                <a:gd name="connsiteY14" fmla="*/ 2037496 h 2060915"/>
                <a:gd name="connsiteX15" fmla="*/ 728339 w 2161597"/>
                <a:gd name="connsiteY15" fmla="*/ 2060915 h 2060915"/>
                <a:gd name="connsiteX16" fmla="*/ 332554 w 2161597"/>
                <a:gd name="connsiteY16" fmla="*/ 1981289 h 2060915"/>
                <a:gd name="connsiteX17" fmla="*/ 84309 w 2161597"/>
                <a:gd name="connsiteY17" fmla="*/ 1768172 h 2060915"/>
                <a:gd name="connsiteX18" fmla="*/ 0 w 2161597"/>
                <a:gd name="connsiteY18" fmla="*/ 1475428 h 2060915"/>
                <a:gd name="connsiteX19" fmla="*/ 96019 w 2161597"/>
                <a:gd name="connsiteY19" fmla="*/ 1156923 h 2060915"/>
                <a:gd name="connsiteX20" fmla="*/ 372366 w 2161597"/>
                <a:gd name="connsiteY20" fmla="*/ 925070 h 2060915"/>
                <a:gd name="connsiteX21" fmla="*/ 241218 w 2161597"/>
                <a:gd name="connsiteY21" fmla="*/ 718978 h 2060915"/>
                <a:gd name="connsiteX22" fmla="*/ 194380 w 2161597"/>
                <a:gd name="connsiteY22" fmla="*/ 477758 h 2060915"/>
                <a:gd name="connsiteX23" fmla="*/ 355973 w 2161597"/>
                <a:gd name="connsiteY23" fmla="*/ 135833 h 2060915"/>
                <a:gd name="connsiteX24" fmla="*/ 833726 w 2161597"/>
                <a:gd name="connsiteY24" fmla="*/ 0 h 2060915"/>
                <a:gd name="connsiteX25" fmla="*/ 669791 w 2161597"/>
                <a:gd name="connsiteY25" fmla="*/ 1220156 h 2060915"/>
                <a:gd name="connsiteX26" fmla="*/ 583140 w 2161597"/>
                <a:gd name="connsiteY26" fmla="*/ 1318517 h 2060915"/>
                <a:gd name="connsiteX27" fmla="*/ 557378 w 2161597"/>
                <a:gd name="connsiteY27" fmla="*/ 1435615 h 2060915"/>
                <a:gd name="connsiteX28" fmla="*/ 618269 w 2161597"/>
                <a:gd name="connsiteY28" fmla="*/ 1578474 h 2060915"/>
                <a:gd name="connsiteX29" fmla="*/ 782203 w 2161597"/>
                <a:gd name="connsiteY29" fmla="*/ 1632339 h 2060915"/>
                <a:gd name="connsiteX30" fmla="*/ 920377 w 2161597"/>
                <a:gd name="connsiteY30" fmla="*/ 1611261 h 2060915"/>
                <a:gd name="connsiteX31" fmla="*/ 1009370 w 2161597"/>
                <a:gd name="connsiteY31" fmla="*/ 1564422 h 2060915"/>
                <a:gd name="connsiteX32" fmla="*/ 669791 w 2161597"/>
                <a:gd name="connsiteY32" fmla="*/ 1217814 h 2060915"/>
                <a:gd name="connsiteX33" fmla="*/ 824358 w 2161597"/>
                <a:gd name="connsiteY33" fmla="*/ 351292 h 2060915"/>
                <a:gd name="connsiteX34" fmla="*/ 723655 w 2161597"/>
                <a:gd name="connsiteY34" fmla="*/ 384080 h 2060915"/>
                <a:gd name="connsiteX35" fmla="*/ 679159 w 2161597"/>
                <a:gd name="connsiteY35" fmla="*/ 494151 h 2060915"/>
                <a:gd name="connsiteX36" fmla="*/ 716629 w 2161597"/>
                <a:gd name="connsiteY36" fmla="*/ 608907 h 2060915"/>
                <a:gd name="connsiteX37" fmla="*/ 800939 w 2161597"/>
                <a:gd name="connsiteY37" fmla="*/ 707269 h 2060915"/>
                <a:gd name="connsiteX38" fmla="*/ 920377 w 2161597"/>
                <a:gd name="connsiteY38" fmla="*/ 599539 h 2060915"/>
                <a:gd name="connsiteX39" fmla="*/ 960190 w 2161597"/>
                <a:gd name="connsiteY39" fmla="*/ 475416 h 2060915"/>
                <a:gd name="connsiteX40" fmla="*/ 920377 w 2161597"/>
                <a:gd name="connsiteY40" fmla="*/ 379396 h 2060915"/>
                <a:gd name="connsiteX41" fmla="*/ 822016 w 2161597"/>
                <a:gd name="connsiteY41" fmla="*/ 348950 h 20609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2161597" h="2060915">
                  <a:moveTo>
                    <a:pt x="833726" y="0"/>
                  </a:moveTo>
                  <a:cubicBezTo>
                    <a:pt x="1023422" y="0"/>
                    <a:pt x="1173305" y="42155"/>
                    <a:pt x="1281034" y="126465"/>
                  </a:cubicBezTo>
                  <a:cubicBezTo>
                    <a:pt x="1391104" y="210775"/>
                    <a:pt x="1444968" y="327873"/>
                    <a:pt x="1444968" y="477758"/>
                  </a:cubicBezTo>
                  <a:cubicBezTo>
                    <a:pt x="1444968" y="594855"/>
                    <a:pt x="1412181" y="693217"/>
                    <a:pt x="1344266" y="777527"/>
                  </a:cubicBezTo>
                  <a:cubicBezTo>
                    <a:pt x="1276350" y="861837"/>
                    <a:pt x="1189698" y="936780"/>
                    <a:pt x="1081970" y="1002354"/>
                  </a:cubicBezTo>
                  <a:lnTo>
                    <a:pt x="1353633" y="1259969"/>
                  </a:lnTo>
                  <a:cubicBezTo>
                    <a:pt x="1421549" y="1156923"/>
                    <a:pt x="1468388" y="1037483"/>
                    <a:pt x="1496491" y="903992"/>
                  </a:cubicBezTo>
                  <a:lnTo>
                    <a:pt x="2053869" y="903992"/>
                  </a:lnTo>
                  <a:cubicBezTo>
                    <a:pt x="2023424" y="1039825"/>
                    <a:pt x="1978928" y="1170975"/>
                    <a:pt x="1918037" y="1297440"/>
                  </a:cubicBezTo>
                  <a:cubicBezTo>
                    <a:pt x="1857147" y="1423905"/>
                    <a:pt x="1793916" y="1526951"/>
                    <a:pt x="1723658" y="1608919"/>
                  </a:cubicBezTo>
                  <a:lnTo>
                    <a:pt x="2161598" y="2030470"/>
                  </a:lnTo>
                  <a:lnTo>
                    <a:pt x="1468388" y="2030470"/>
                  </a:lnTo>
                  <a:lnTo>
                    <a:pt x="1332556" y="1889953"/>
                  </a:lnTo>
                  <a:cubicBezTo>
                    <a:pt x="1281034" y="1922740"/>
                    <a:pt x="1231853" y="1950844"/>
                    <a:pt x="1182673" y="1976605"/>
                  </a:cubicBezTo>
                  <a:cubicBezTo>
                    <a:pt x="1133492" y="2002366"/>
                    <a:pt x="1072602" y="2021102"/>
                    <a:pt x="1002344" y="2037496"/>
                  </a:cubicBezTo>
                  <a:cubicBezTo>
                    <a:pt x="932087" y="2051547"/>
                    <a:pt x="840752" y="2060915"/>
                    <a:pt x="728339" y="2060915"/>
                  </a:cubicBezTo>
                  <a:cubicBezTo>
                    <a:pt x="573772" y="2060915"/>
                    <a:pt x="440282" y="2035154"/>
                    <a:pt x="332554" y="1981289"/>
                  </a:cubicBezTo>
                  <a:cubicBezTo>
                    <a:pt x="224825" y="1927424"/>
                    <a:pt x="140515" y="1857166"/>
                    <a:pt x="84309" y="1768172"/>
                  </a:cubicBezTo>
                  <a:cubicBezTo>
                    <a:pt x="28103" y="1679178"/>
                    <a:pt x="0" y="1580816"/>
                    <a:pt x="0" y="1475428"/>
                  </a:cubicBezTo>
                  <a:cubicBezTo>
                    <a:pt x="0" y="1355989"/>
                    <a:pt x="32787" y="1248259"/>
                    <a:pt x="96019" y="1156923"/>
                  </a:cubicBezTo>
                  <a:cubicBezTo>
                    <a:pt x="161593" y="1063245"/>
                    <a:pt x="252928" y="985961"/>
                    <a:pt x="372366" y="925070"/>
                  </a:cubicBezTo>
                  <a:cubicBezTo>
                    <a:pt x="316160" y="859495"/>
                    <a:pt x="271663" y="791579"/>
                    <a:pt x="241218" y="718978"/>
                  </a:cubicBezTo>
                  <a:cubicBezTo>
                    <a:pt x="208432" y="648720"/>
                    <a:pt x="194380" y="566752"/>
                    <a:pt x="194380" y="477758"/>
                  </a:cubicBezTo>
                  <a:cubicBezTo>
                    <a:pt x="194380" y="339583"/>
                    <a:pt x="248244" y="224827"/>
                    <a:pt x="355973" y="135833"/>
                  </a:cubicBezTo>
                  <a:cubicBezTo>
                    <a:pt x="466043" y="46839"/>
                    <a:pt x="625294" y="0"/>
                    <a:pt x="833726" y="0"/>
                  </a:cubicBezTo>
                  <a:close/>
                  <a:moveTo>
                    <a:pt x="669791" y="1220156"/>
                  </a:moveTo>
                  <a:cubicBezTo>
                    <a:pt x="629978" y="1250601"/>
                    <a:pt x="601875" y="1283388"/>
                    <a:pt x="583140" y="1318517"/>
                  </a:cubicBezTo>
                  <a:cubicBezTo>
                    <a:pt x="564404" y="1353647"/>
                    <a:pt x="557378" y="1393460"/>
                    <a:pt x="557378" y="1435615"/>
                  </a:cubicBezTo>
                  <a:cubicBezTo>
                    <a:pt x="557378" y="1494164"/>
                    <a:pt x="578456" y="1541003"/>
                    <a:pt x="618269" y="1578474"/>
                  </a:cubicBezTo>
                  <a:cubicBezTo>
                    <a:pt x="660423" y="1615945"/>
                    <a:pt x="714288" y="1632339"/>
                    <a:pt x="782203" y="1632339"/>
                  </a:cubicBezTo>
                  <a:cubicBezTo>
                    <a:pt x="833726" y="1632339"/>
                    <a:pt x="880564" y="1625313"/>
                    <a:pt x="920377" y="1611261"/>
                  </a:cubicBezTo>
                  <a:cubicBezTo>
                    <a:pt x="960190" y="1597209"/>
                    <a:pt x="990635" y="1580816"/>
                    <a:pt x="1009370" y="1564422"/>
                  </a:cubicBezTo>
                  <a:lnTo>
                    <a:pt x="669791" y="1217814"/>
                  </a:lnTo>
                  <a:close/>
                  <a:moveTo>
                    <a:pt x="824358" y="351292"/>
                  </a:moveTo>
                  <a:cubicBezTo>
                    <a:pt x="786887" y="351292"/>
                    <a:pt x="754100" y="363002"/>
                    <a:pt x="723655" y="384080"/>
                  </a:cubicBezTo>
                  <a:cubicBezTo>
                    <a:pt x="695552" y="407499"/>
                    <a:pt x="679159" y="442628"/>
                    <a:pt x="679159" y="494151"/>
                  </a:cubicBezTo>
                  <a:cubicBezTo>
                    <a:pt x="679159" y="536306"/>
                    <a:pt x="690868" y="573778"/>
                    <a:pt x="716629" y="608907"/>
                  </a:cubicBezTo>
                  <a:cubicBezTo>
                    <a:pt x="740049" y="644036"/>
                    <a:pt x="768152" y="676823"/>
                    <a:pt x="800939" y="707269"/>
                  </a:cubicBezTo>
                  <a:cubicBezTo>
                    <a:pt x="852461" y="676823"/>
                    <a:pt x="892274" y="641694"/>
                    <a:pt x="920377" y="599539"/>
                  </a:cubicBezTo>
                  <a:cubicBezTo>
                    <a:pt x="948480" y="557384"/>
                    <a:pt x="960190" y="517571"/>
                    <a:pt x="960190" y="475416"/>
                  </a:cubicBezTo>
                  <a:cubicBezTo>
                    <a:pt x="960190" y="430919"/>
                    <a:pt x="946138" y="398131"/>
                    <a:pt x="920377" y="379396"/>
                  </a:cubicBezTo>
                  <a:cubicBezTo>
                    <a:pt x="894616" y="360660"/>
                    <a:pt x="861829" y="348950"/>
                    <a:pt x="822016" y="348950"/>
                  </a:cubicBezTo>
                  <a:close/>
                </a:path>
              </a:pathLst>
            </a:custGeom>
            <a:solidFill>
              <a:srgbClr val="237864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" name="Freihandform: Form 8">
              <a:extLst>
                <a:ext uri="{FF2B5EF4-FFF2-40B4-BE49-F238E27FC236}">
                  <a16:creationId xmlns:a16="http://schemas.microsoft.com/office/drawing/2014/main" id="{5692A519-84F0-1F9C-3659-7D9BD49BF223}"/>
                </a:ext>
              </a:extLst>
            </p:cNvPr>
            <p:cNvSpPr/>
            <p:nvPr/>
          </p:nvSpPr>
          <p:spPr>
            <a:xfrm>
              <a:off x="7334879" y="2164347"/>
              <a:ext cx="2037475" cy="2014076"/>
            </a:xfrm>
            <a:custGeom>
              <a:avLst/>
              <a:gdLst>
                <a:gd name="connsiteX0" fmla="*/ 1444968 w 2037475"/>
                <a:gd name="connsiteY0" fmla="*/ 2014076 h 2014076"/>
                <a:gd name="connsiteX1" fmla="*/ 1346608 w 2037475"/>
                <a:gd name="connsiteY1" fmla="*/ 1637023 h 2014076"/>
                <a:gd name="connsiteX2" fmla="*/ 695552 w 2037475"/>
                <a:gd name="connsiteY2" fmla="*/ 1637023 h 2014076"/>
                <a:gd name="connsiteX3" fmla="*/ 594849 w 2037475"/>
                <a:gd name="connsiteY3" fmla="*/ 2014076 h 2014076"/>
                <a:gd name="connsiteX4" fmla="*/ 0 w 2037475"/>
                <a:gd name="connsiteY4" fmla="*/ 2014076 h 2014076"/>
                <a:gd name="connsiteX5" fmla="*/ 653397 w 2037475"/>
                <a:gd name="connsiteY5" fmla="*/ 0 h 2014076"/>
                <a:gd name="connsiteX6" fmla="*/ 1374710 w 2037475"/>
                <a:gd name="connsiteY6" fmla="*/ 0 h 2014076"/>
                <a:gd name="connsiteX7" fmla="*/ 2037475 w 2037475"/>
                <a:gd name="connsiteY7" fmla="*/ 2014076 h 2014076"/>
                <a:gd name="connsiteX8" fmla="*/ 1444968 w 2037475"/>
                <a:gd name="connsiteY8" fmla="*/ 2014076 h 2014076"/>
                <a:gd name="connsiteX9" fmla="*/ 1147544 w 2037475"/>
                <a:gd name="connsiteY9" fmla="*/ 864179 h 2014076"/>
                <a:gd name="connsiteX10" fmla="*/ 1107731 w 2037475"/>
                <a:gd name="connsiteY10" fmla="*/ 711953 h 2014076"/>
                <a:gd name="connsiteX11" fmla="*/ 1056208 w 2037475"/>
                <a:gd name="connsiteY11" fmla="*/ 505861 h 2014076"/>
                <a:gd name="connsiteX12" fmla="*/ 1016396 w 2037475"/>
                <a:gd name="connsiteY12" fmla="*/ 332557 h 2014076"/>
                <a:gd name="connsiteX13" fmla="*/ 981267 w 2037475"/>
                <a:gd name="connsiteY13" fmla="*/ 501177 h 2014076"/>
                <a:gd name="connsiteX14" fmla="*/ 934428 w 2037475"/>
                <a:gd name="connsiteY14" fmla="*/ 700243 h 2014076"/>
                <a:gd name="connsiteX15" fmla="*/ 894616 w 2037475"/>
                <a:gd name="connsiteY15" fmla="*/ 866521 h 2014076"/>
                <a:gd name="connsiteX16" fmla="*/ 807964 w 2037475"/>
                <a:gd name="connsiteY16" fmla="*/ 1194394 h 2014076"/>
                <a:gd name="connsiteX17" fmla="*/ 1234195 w 2037475"/>
                <a:gd name="connsiteY17" fmla="*/ 1194394 h 2014076"/>
                <a:gd name="connsiteX18" fmla="*/ 1147544 w 2037475"/>
                <a:gd name="connsiteY18" fmla="*/ 866521 h 2014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037475" h="2014076">
                  <a:moveTo>
                    <a:pt x="1444968" y="2014076"/>
                  </a:moveTo>
                  <a:lnTo>
                    <a:pt x="1346608" y="1637023"/>
                  </a:lnTo>
                  <a:lnTo>
                    <a:pt x="695552" y="1637023"/>
                  </a:lnTo>
                  <a:lnTo>
                    <a:pt x="594849" y="2014076"/>
                  </a:lnTo>
                  <a:lnTo>
                    <a:pt x="0" y="2014076"/>
                  </a:lnTo>
                  <a:lnTo>
                    <a:pt x="653397" y="0"/>
                  </a:lnTo>
                  <a:lnTo>
                    <a:pt x="1374710" y="0"/>
                  </a:lnTo>
                  <a:lnTo>
                    <a:pt x="2037475" y="2014076"/>
                  </a:lnTo>
                  <a:lnTo>
                    <a:pt x="1444968" y="2014076"/>
                  </a:lnTo>
                  <a:close/>
                  <a:moveTo>
                    <a:pt x="1147544" y="864179"/>
                  </a:moveTo>
                  <a:cubicBezTo>
                    <a:pt x="1138176" y="829050"/>
                    <a:pt x="1124124" y="777527"/>
                    <a:pt x="1107731" y="711953"/>
                  </a:cubicBezTo>
                  <a:cubicBezTo>
                    <a:pt x="1091338" y="646378"/>
                    <a:pt x="1074944" y="576119"/>
                    <a:pt x="1056208" y="505861"/>
                  </a:cubicBezTo>
                  <a:cubicBezTo>
                    <a:pt x="1039815" y="435603"/>
                    <a:pt x="1025763" y="377054"/>
                    <a:pt x="1016396" y="332557"/>
                  </a:cubicBezTo>
                  <a:cubicBezTo>
                    <a:pt x="1009370" y="377054"/>
                    <a:pt x="997660" y="433261"/>
                    <a:pt x="981267" y="501177"/>
                  </a:cubicBezTo>
                  <a:cubicBezTo>
                    <a:pt x="964873" y="569094"/>
                    <a:pt x="948480" y="634668"/>
                    <a:pt x="934428" y="700243"/>
                  </a:cubicBezTo>
                  <a:cubicBezTo>
                    <a:pt x="918035" y="765817"/>
                    <a:pt x="903983" y="822024"/>
                    <a:pt x="894616" y="866521"/>
                  </a:cubicBezTo>
                  <a:lnTo>
                    <a:pt x="807964" y="1194394"/>
                  </a:lnTo>
                  <a:lnTo>
                    <a:pt x="1234195" y="1194394"/>
                  </a:lnTo>
                  <a:lnTo>
                    <a:pt x="1147544" y="866521"/>
                  </a:lnTo>
                  <a:close/>
                </a:path>
              </a:pathLst>
            </a:custGeom>
            <a:solidFill>
              <a:srgbClr val="237864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sp>
        <p:nvSpPr>
          <p:cNvPr id="10" name="MIO_AGENDA_LAST_SLIDE" hidden="1">
            <a:extLst>
              <a:ext uri="{FF2B5EF4-FFF2-40B4-BE49-F238E27FC236}">
                <a16:creationId xmlns:a16="http://schemas.microsoft.com/office/drawing/2014/main" id="{6FDF728C-D777-2B69-2880-133B2D8E168E}"/>
              </a:ext>
            </a:extLst>
          </p:cNvPr>
          <p:cNvSpPr/>
          <p:nvPr userDrawn="1"/>
        </p:nvSpPr>
        <p:spPr>
          <a:xfrm>
            <a:off x="11087100" y="228600"/>
            <a:ext cx="733425" cy="733425"/>
          </a:xfrm>
          <a:prstGeom prst="ellipse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2" name="MIO_AGENDA_IGNORE_CHAPTER_REFERENCE" hidden="1">
            <a:extLst>
              <a:ext uri="{FF2B5EF4-FFF2-40B4-BE49-F238E27FC236}">
                <a16:creationId xmlns:a16="http://schemas.microsoft.com/office/drawing/2014/main" id="{CBA219C9-0994-659C-3599-F2F4ADF0D79E}"/>
              </a:ext>
            </a:extLst>
          </p:cNvPr>
          <p:cNvSpPr/>
          <p:nvPr userDrawn="1"/>
        </p:nvSpPr>
        <p:spPr>
          <a:xfrm>
            <a:off x="10722634" y="491706"/>
            <a:ext cx="776377" cy="664234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de-DE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622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29916385-4702-E442-A501-646E3816DE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3888" y="1626213"/>
            <a:ext cx="1500411" cy="415498"/>
          </a:xfrm>
        </p:spPr>
        <p:txBody>
          <a:bodyPr/>
          <a:lstStyle>
            <a:lvl1pPr>
              <a:defRPr sz="3000"/>
            </a:lvl1pPr>
          </a:lstStyle>
          <a:p>
            <a:r>
              <a:rPr lang="de-DE"/>
              <a:t>Contact</a:t>
            </a:r>
            <a:endParaRPr lang="en-US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10B268D-1F0C-59E9-B43E-88D29D8D9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July 2024</a:t>
            </a:r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8B30387-DC76-FEE3-2A9D-DD2F09966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866663D-FBFC-D342-8EA5-183080C70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4E3B7-B340-4E97-8B0E-D9BA7642178E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7" name="Contact">
            <a:extLst>
              <a:ext uri="{FF2B5EF4-FFF2-40B4-BE49-F238E27FC236}">
                <a16:creationId xmlns:a16="http://schemas.microsoft.com/office/drawing/2014/main" id="{B5A16EF1-CDF0-7254-D322-F06EFDDD46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888" y="2184400"/>
            <a:ext cx="2519363" cy="370952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A1372BCE-998D-66B4-7E47-F578C22B811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332289" y="1628772"/>
            <a:ext cx="7380296" cy="4679951"/>
          </a:xfrm>
          <a:solidFill>
            <a:srgbClr val="E3E3E3"/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/>
            </a:lvl1pPr>
          </a:lstStyle>
          <a:p>
            <a:pPr lvl="0" algn="ctr"/>
            <a:r>
              <a:rPr lang="en-US"/>
              <a:t>Click icon to add picture</a:t>
            </a:r>
          </a:p>
        </p:txBody>
      </p:sp>
      <p:sp>
        <p:nvSpPr>
          <p:cNvPr id="6" name="MIO_AGENDA_LAST_SLIDE" hidden="1">
            <a:extLst>
              <a:ext uri="{FF2B5EF4-FFF2-40B4-BE49-F238E27FC236}">
                <a16:creationId xmlns:a16="http://schemas.microsoft.com/office/drawing/2014/main" id="{ADD762F8-E25A-0D3C-7DCC-B491A8AD66C6}"/>
              </a:ext>
            </a:extLst>
          </p:cNvPr>
          <p:cNvSpPr/>
          <p:nvPr/>
        </p:nvSpPr>
        <p:spPr>
          <a:xfrm>
            <a:off x="11087100" y="228600"/>
            <a:ext cx="733425" cy="733425"/>
          </a:xfrm>
          <a:prstGeom prst="ellipse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12" name="MIO_AGENDA_IGNORE_CHAPTER_REFERENCE" hidden="1">
            <a:extLst>
              <a:ext uri="{FF2B5EF4-FFF2-40B4-BE49-F238E27FC236}">
                <a16:creationId xmlns:a16="http://schemas.microsoft.com/office/drawing/2014/main" id="{54ADC98D-7E74-AD51-72A4-2A3B23358A39}"/>
              </a:ext>
            </a:extLst>
          </p:cNvPr>
          <p:cNvSpPr/>
          <p:nvPr userDrawn="1"/>
        </p:nvSpPr>
        <p:spPr>
          <a:xfrm>
            <a:off x="10722634" y="491706"/>
            <a:ext cx="776377" cy="664234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de-DE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393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ack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B74B9C5-C9DE-EEE9-71B2-87A3F87040E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9422" y="7033793"/>
            <a:ext cx="625478" cy="123111"/>
          </a:xfrm>
        </p:spPr>
        <p:txBody>
          <a:bodyPr/>
          <a:lstStyle/>
          <a:p>
            <a:r>
              <a:rPr lang="de-DE"/>
              <a:t>July 2024</a:t>
            </a:r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0363E01-C46E-D150-29D1-15D6E0F77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99424" y="7033793"/>
            <a:ext cx="7056248" cy="123111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EEFE1E6-6569-B1B5-E529-67D5FD0CC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2583" y="7033793"/>
            <a:ext cx="360001" cy="123111"/>
          </a:xfrm>
        </p:spPr>
        <p:txBody>
          <a:bodyPr/>
          <a:lstStyle/>
          <a:p>
            <a:fld id="{42C4E3B7-B340-4E97-8B0E-D9BA7642178E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2" name="Backup">
            <a:extLst>
              <a:ext uri="{FF2B5EF4-FFF2-40B4-BE49-F238E27FC236}">
                <a16:creationId xmlns:a16="http://schemas.microsoft.com/office/drawing/2014/main" id="{590171D9-AF30-B251-0ADF-2F2A33A9BF73}"/>
              </a:ext>
            </a:extLst>
          </p:cNvPr>
          <p:cNvSpPr txBox="1">
            <a:spLocks/>
          </p:cNvSpPr>
          <p:nvPr/>
        </p:nvSpPr>
        <p:spPr bwMode="gray">
          <a:xfrm>
            <a:off x="4017264" y="6195498"/>
            <a:ext cx="8343007" cy="1169807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algn="r">
              <a:lnSpc>
                <a:spcPts val="7000"/>
              </a:lnSpc>
            </a:pPr>
            <a:r>
              <a:rPr lang="en-US" sz="15000" cap="all">
                <a:solidFill>
                  <a:srgbClr val="C9DAD4"/>
                </a:solidFill>
                <a:latin typeface="Noto Sans Black" panose="020B0A02040504020204" pitchFamily="34" charset="0"/>
              </a:rPr>
              <a:t>Backup</a:t>
            </a:r>
          </a:p>
        </p:txBody>
      </p:sp>
      <p:sp>
        <p:nvSpPr>
          <p:cNvPr id="6" name="MIO_AGENDA_LAST_SLIDE" hidden="1">
            <a:extLst>
              <a:ext uri="{FF2B5EF4-FFF2-40B4-BE49-F238E27FC236}">
                <a16:creationId xmlns:a16="http://schemas.microsoft.com/office/drawing/2014/main" id="{2F1F0947-2317-D217-BAD8-AB43A8719C52}"/>
              </a:ext>
            </a:extLst>
          </p:cNvPr>
          <p:cNvSpPr/>
          <p:nvPr/>
        </p:nvSpPr>
        <p:spPr>
          <a:xfrm>
            <a:off x="11087100" y="228600"/>
            <a:ext cx="733425" cy="733425"/>
          </a:xfrm>
          <a:prstGeom prst="ellipse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7" name="Backup">
            <a:extLst>
              <a:ext uri="{FF2B5EF4-FFF2-40B4-BE49-F238E27FC236}">
                <a16:creationId xmlns:a16="http://schemas.microsoft.com/office/drawing/2014/main" id="{231D9800-3821-4F44-452E-947DB1588238}"/>
              </a:ext>
            </a:extLst>
          </p:cNvPr>
          <p:cNvSpPr txBox="1">
            <a:spLocks/>
          </p:cNvSpPr>
          <p:nvPr userDrawn="1"/>
        </p:nvSpPr>
        <p:spPr bwMode="gray">
          <a:xfrm>
            <a:off x="4017264" y="6195498"/>
            <a:ext cx="8343007" cy="1169807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algn="r">
              <a:lnSpc>
                <a:spcPts val="7000"/>
              </a:lnSpc>
            </a:pPr>
            <a:r>
              <a:rPr lang="en-US" sz="15000" cap="all">
                <a:solidFill>
                  <a:srgbClr val="C9DAD4"/>
                </a:solidFill>
                <a:latin typeface="Noto Sans Black" panose="020B0A02040504020204" pitchFamily="34" charset="0"/>
              </a:rPr>
              <a:t>Backup</a:t>
            </a:r>
          </a:p>
        </p:txBody>
      </p:sp>
      <p:sp>
        <p:nvSpPr>
          <p:cNvPr id="8" name="MIO_AGENDA_IGNORE_CHAPTER_REFERENCE" hidden="1">
            <a:extLst>
              <a:ext uri="{FF2B5EF4-FFF2-40B4-BE49-F238E27FC236}">
                <a16:creationId xmlns:a16="http://schemas.microsoft.com/office/drawing/2014/main" id="{A37BB2FA-B08C-2DC3-DFE0-7F300B36CA86}"/>
              </a:ext>
            </a:extLst>
          </p:cNvPr>
          <p:cNvSpPr/>
          <p:nvPr userDrawn="1"/>
        </p:nvSpPr>
        <p:spPr>
          <a:xfrm>
            <a:off x="10722634" y="491706"/>
            <a:ext cx="776377" cy="664234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de-DE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4919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nimated Logo + Cla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IO_AGENDA_LAST_SLIDE" hidden="1">
            <a:extLst>
              <a:ext uri="{FF2B5EF4-FFF2-40B4-BE49-F238E27FC236}">
                <a16:creationId xmlns:a16="http://schemas.microsoft.com/office/drawing/2014/main" id="{1AA4D300-56CC-7A5E-594A-25AE78B27C66}"/>
              </a:ext>
            </a:extLst>
          </p:cNvPr>
          <p:cNvSpPr/>
          <p:nvPr userDrawn="1"/>
        </p:nvSpPr>
        <p:spPr>
          <a:xfrm>
            <a:off x="11087100" y="228600"/>
            <a:ext cx="733425" cy="733425"/>
          </a:xfrm>
          <a:prstGeom prst="ellipse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5" name="Datumsplatzhalter 2">
            <a:extLst>
              <a:ext uri="{FF2B5EF4-FFF2-40B4-BE49-F238E27FC236}">
                <a16:creationId xmlns:a16="http://schemas.microsoft.com/office/drawing/2014/main" id="{F1C6BF7A-6069-1F4B-FD10-D8894C162AC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9422" y="7033793"/>
            <a:ext cx="625478" cy="123111"/>
          </a:xfrm>
        </p:spPr>
        <p:txBody>
          <a:bodyPr/>
          <a:lstStyle/>
          <a:p>
            <a:r>
              <a:rPr lang="de-DE"/>
              <a:t>July 2024</a:t>
            </a:r>
            <a:endParaRPr lang="en-US"/>
          </a:p>
        </p:txBody>
      </p:sp>
      <p:sp>
        <p:nvSpPr>
          <p:cNvPr id="6" name="Fußzeilenplatzhalter 3">
            <a:extLst>
              <a:ext uri="{FF2B5EF4-FFF2-40B4-BE49-F238E27FC236}">
                <a16:creationId xmlns:a16="http://schemas.microsoft.com/office/drawing/2014/main" id="{409D7BE9-666D-0345-2CB9-216DCBC41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99424" y="7033793"/>
            <a:ext cx="7056248" cy="123111"/>
          </a:xfrm>
        </p:spPr>
        <p:txBody>
          <a:bodyPr/>
          <a:lstStyle/>
          <a:p>
            <a:endParaRPr lang="en-US"/>
          </a:p>
        </p:txBody>
      </p:sp>
      <p:sp>
        <p:nvSpPr>
          <p:cNvPr id="8" name="Foliennummernplatzhalter 4">
            <a:extLst>
              <a:ext uri="{FF2B5EF4-FFF2-40B4-BE49-F238E27FC236}">
                <a16:creationId xmlns:a16="http://schemas.microsoft.com/office/drawing/2014/main" id="{816AAEC7-0DAD-E2BD-FA26-5DCF8624D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2583" y="7033793"/>
            <a:ext cx="360001" cy="123111"/>
          </a:xfrm>
        </p:spPr>
        <p:txBody>
          <a:bodyPr/>
          <a:lstStyle/>
          <a:p>
            <a:fld id="{42C4E3B7-B340-4E97-8B0E-D9BA7642178E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4" name="MIO_AGENDA_IGNORE_CHAPTER_REFERENCE" hidden="1">
            <a:extLst>
              <a:ext uri="{FF2B5EF4-FFF2-40B4-BE49-F238E27FC236}">
                <a16:creationId xmlns:a16="http://schemas.microsoft.com/office/drawing/2014/main" id="{E84A75D0-FC40-3E59-5EEE-88005EB74DC2}"/>
              </a:ext>
            </a:extLst>
          </p:cNvPr>
          <p:cNvSpPr/>
          <p:nvPr userDrawn="1"/>
        </p:nvSpPr>
        <p:spPr>
          <a:xfrm>
            <a:off x="10722634" y="491706"/>
            <a:ext cx="776377" cy="664234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de-DE" sz="1200">
              <a:solidFill>
                <a:schemeClr val="tx1"/>
              </a:solidFill>
            </a:endParaRPr>
          </a:p>
        </p:txBody>
      </p:sp>
      <p:pic>
        <p:nvPicPr>
          <p:cNvPr id="10" name="Claim" descr="Ein Bild, das Blume enthält.&#10;&#10;Automatisch generierte Beschreibung">
            <a:extLst>
              <a:ext uri="{FF2B5EF4-FFF2-40B4-BE49-F238E27FC236}">
                <a16:creationId xmlns:a16="http://schemas.microsoft.com/office/drawing/2014/main" id="{386D5743-7822-1C00-FB2A-6A0998B23E78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456" b="39456"/>
          <a:stretch/>
        </p:blipFill>
        <p:spPr>
          <a:xfrm>
            <a:off x="1844351" y="2881360"/>
            <a:ext cx="8503298" cy="1267720"/>
          </a:xfrm>
          <a:prstGeom prst="rect">
            <a:avLst/>
          </a:prstGeom>
        </p:spPr>
      </p:pic>
      <p:grpSp>
        <p:nvGrpSpPr>
          <p:cNvPr id="13" name="Logo">
            <a:extLst>
              <a:ext uri="{FF2B5EF4-FFF2-40B4-BE49-F238E27FC236}">
                <a16:creationId xmlns:a16="http://schemas.microsoft.com/office/drawing/2014/main" id="{FF2E3CDE-84AA-15A8-F8A2-814DC4C10836}"/>
              </a:ext>
            </a:extLst>
          </p:cNvPr>
          <p:cNvGrpSpPr/>
          <p:nvPr userDrawn="1"/>
        </p:nvGrpSpPr>
        <p:grpSpPr>
          <a:xfrm>
            <a:off x="2255520" y="2715900"/>
            <a:ext cx="7680960" cy="1426200"/>
            <a:chOff x="2255520" y="2715900"/>
            <a:chExt cx="7680960" cy="14262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BA1EB3B-0A2C-B4A6-F3E2-7C0F7C7DE32C}"/>
                </a:ext>
              </a:extLst>
            </p:cNvPr>
            <p:cNvSpPr/>
            <p:nvPr userDrawn="1"/>
          </p:nvSpPr>
          <p:spPr>
            <a:xfrm>
              <a:off x="2255520" y="2715900"/>
              <a:ext cx="7680960" cy="1426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" tIns="72000" rIns="54000" bIns="72000" rtlCol="0" anchor="ctr"/>
            <a:lstStyle/>
            <a:p>
              <a:pPr algn="ctr">
                <a:lnSpc>
                  <a:spcPct val="120000"/>
                </a:lnSpc>
                <a:spcBef>
                  <a:spcPts val="600"/>
                </a:spcBef>
              </a:pPr>
              <a:endParaRPr lang="de-DE" sz="1200">
                <a:solidFill>
                  <a:schemeClr val="tx1"/>
                </a:solidFill>
              </a:endParaRPr>
            </a:p>
          </p:txBody>
        </p:sp>
        <p:pic>
          <p:nvPicPr>
            <p:cNvPr id="11" name="Grafik 1">
              <a:extLst>
                <a:ext uri="{FF2B5EF4-FFF2-40B4-BE49-F238E27FC236}">
                  <a16:creationId xmlns:a16="http://schemas.microsoft.com/office/drawing/2014/main" id="{8FA64D0A-35F3-4081-7986-3A0D2A3CC2A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652109" y="3044152"/>
              <a:ext cx="6887783" cy="76969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58367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60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9D34AA96-2B1B-4223-F2EF-36F4F64AB9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44239" y="3044151"/>
            <a:ext cx="6887783" cy="769697"/>
          </a:xfrm>
          <a:prstGeom prst="rect">
            <a:avLst/>
          </a:prstGeom>
        </p:spPr>
      </p:pic>
      <p:sp>
        <p:nvSpPr>
          <p:cNvPr id="5" name="MIO_AGENDA_LAST_SLIDE" hidden="1">
            <a:extLst>
              <a:ext uri="{FF2B5EF4-FFF2-40B4-BE49-F238E27FC236}">
                <a16:creationId xmlns:a16="http://schemas.microsoft.com/office/drawing/2014/main" id="{ED1003C1-50ED-25C2-C909-0E9D9DBD7814}"/>
              </a:ext>
            </a:extLst>
          </p:cNvPr>
          <p:cNvSpPr/>
          <p:nvPr userDrawn="1"/>
        </p:nvSpPr>
        <p:spPr>
          <a:xfrm>
            <a:off x="11087100" y="228600"/>
            <a:ext cx="733425" cy="733425"/>
          </a:xfrm>
          <a:prstGeom prst="ellipse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4" name="Datumsplatzhalter 2">
            <a:extLst>
              <a:ext uri="{FF2B5EF4-FFF2-40B4-BE49-F238E27FC236}">
                <a16:creationId xmlns:a16="http://schemas.microsoft.com/office/drawing/2014/main" id="{3245FC8B-C213-3E39-B87B-F0F4B91BB9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9422" y="7033793"/>
            <a:ext cx="625478" cy="123111"/>
          </a:xfrm>
        </p:spPr>
        <p:txBody>
          <a:bodyPr/>
          <a:lstStyle/>
          <a:p>
            <a:r>
              <a:rPr lang="de-DE"/>
              <a:t>July 2024</a:t>
            </a:r>
            <a:endParaRPr lang="en-US"/>
          </a:p>
        </p:txBody>
      </p:sp>
      <p:sp>
        <p:nvSpPr>
          <p:cNvPr id="6" name="Fußzeilenplatzhalter 3">
            <a:extLst>
              <a:ext uri="{FF2B5EF4-FFF2-40B4-BE49-F238E27FC236}">
                <a16:creationId xmlns:a16="http://schemas.microsoft.com/office/drawing/2014/main" id="{6FB52DB5-E630-2241-67AA-2C0DCDF0E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99424" y="7033793"/>
            <a:ext cx="7056248" cy="1231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Foliennummernplatzhalter 4">
            <a:extLst>
              <a:ext uri="{FF2B5EF4-FFF2-40B4-BE49-F238E27FC236}">
                <a16:creationId xmlns:a16="http://schemas.microsoft.com/office/drawing/2014/main" id="{1A028F50-4B27-255F-7875-FA9CFD680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2583" y="7033793"/>
            <a:ext cx="360001" cy="123111"/>
          </a:xfrm>
        </p:spPr>
        <p:txBody>
          <a:bodyPr/>
          <a:lstStyle/>
          <a:p>
            <a:fld id="{42C4E3B7-B340-4E97-8B0E-D9BA7642178E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3" name="MIO_AGENDA_IGNORE_CHAPTER_REFERENCE" hidden="1">
            <a:extLst>
              <a:ext uri="{FF2B5EF4-FFF2-40B4-BE49-F238E27FC236}">
                <a16:creationId xmlns:a16="http://schemas.microsoft.com/office/drawing/2014/main" id="{CF0BC07D-C38C-3B04-A816-435D42AC5BB0}"/>
              </a:ext>
            </a:extLst>
          </p:cNvPr>
          <p:cNvSpPr/>
          <p:nvPr userDrawn="1"/>
        </p:nvSpPr>
        <p:spPr>
          <a:xfrm>
            <a:off x="10722634" y="491706"/>
            <a:ext cx="776377" cy="664234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de-DE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2913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a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 descr="Ein Bild, das Blume enthält.&#10;&#10;Automatisch generierte Beschreibung">
            <a:extLst>
              <a:ext uri="{FF2B5EF4-FFF2-40B4-BE49-F238E27FC236}">
                <a16:creationId xmlns:a16="http://schemas.microsoft.com/office/drawing/2014/main" id="{422B50DF-9CE6-8EE7-8665-2088A9FD0F0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44351" y="2881360"/>
            <a:ext cx="8503298" cy="1267720"/>
          </a:xfrm>
          <a:prstGeom prst="rect">
            <a:avLst/>
          </a:prstGeom>
        </p:spPr>
      </p:pic>
      <p:sp>
        <p:nvSpPr>
          <p:cNvPr id="4" name="MIO_AGENDA_LAST_SLIDE" hidden="1">
            <a:extLst>
              <a:ext uri="{FF2B5EF4-FFF2-40B4-BE49-F238E27FC236}">
                <a16:creationId xmlns:a16="http://schemas.microsoft.com/office/drawing/2014/main" id="{4DAD5D0A-FE19-B140-3A77-ECABE5A3FFEF}"/>
              </a:ext>
            </a:extLst>
          </p:cNvPr>
          <p:cNvSpPr/>
          <p:nvPr userDrawn="1"/>
        </p:nvSpPr>
        <p:spPr>
          <a:xfrm>
            <a:off x="11087100" y="228600"/>
            <a:ext cx="733425" cy="733425"/>
          </a:xfrm>
          <a:prstGeom prst="ellipse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AF4A9C6-C3B9-461E-D738-B28EAF4B002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9422" y="7033793"/>
            <a:ext cx="625478" cy="123111"/>
          </a:xfrm>
        </p:spPr>
        <p:txBody>
          <a:bodyPr/>
          <a:lstStyle/>
          <a:p>
            <a:r>
              <a:rPr lang="de-DE"/>
              <a:t>July 2024</a:t>
            </a:r>
            <a:endParaRPr lang="en-US"/>
          </a:p>
        </p:txBody>
      </p:sp>
      <p:sp>
        <p:nvSpPr>
          <p:cNvPr id="5" name="Fußzeilenplatzhalter 3">
            <a:extLst>
              <a:ext uri="{FF2B5EF4-FFF2-40B4-BE49-F238E27FC236}">
                <a16:creationId xmlns:a16="http://schemas.microsoft.com/office/drawing/2014/main" id="{3BA48D1D-A205-BF7E-C6FA-21F32106D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99424" y="7033793"/>
            <a:ext cx="7056248" cy="1231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Foliennummernplatzhalter 4">
            <a:extLst>
              <a:ext uri="{FF2B5EF4-FFF2-40B4-BE49-F238E27FC236}">
                <a16:creationId xmlns:a16="http://schemas.microsoft.com/office/drawing/2014/main" id="{102A822C-15A1-56E7-1817-1E7C7D79E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2583" y="7033793"/>
            <a:ext cx="360001" cy="123111"/>
          </a:xfrm>
        </p:spPr>
        <p:txBody>
          <a:bodyPr/>
          <a:lstStyle/>
          <a:p>
            <a:fld id="{42C4E3B7-B340-4E97-8B0E-D9BA7642178E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8" name="MIO_AGENDA_IGNORE_CHAPTER_REFERENCE" hidden="1">
            <a:extLst>
              <a:ext uri="{FF2B5EF4-FFF2-40B4-BE49-F238E27FC236}">
                <a16:creationId xmlns:a16="http://schemas.microsoft.com/office/drawing/2014/main" id="{58F5DB44-9F15-9CCF-974D-6B21428DD25B}"/>
              </a:ext>
            </a:extLst>
          </p:cNvPr>
          <p:cNvSpPr/>
          <p:nvPr userDrawn="1"/>
        </p:nvSpPr>
        <p:spPr>
          <a:xfrm>
            <a:off x="10722634" y="491706"/>
            <a:ext cx="776377" cy="664234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de-DE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708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lank 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umsplatzhalter 2">
            <a:extLst>
              <a:ext uri="{FF2B5EF4-FFF2-40B4-BE49-F238E27FC236}">
                <a16:creationId xmlns:a16="http://schemas.microsoft.com/office/drawing/2014/main" id="{C279C114-3B31-27C4-0D6B-EE174D170BC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9422" y="7033793"/>
            <a:ext cx="625478" cy="123111"/>
          </a:xfrm>
        </p:spPr>
        <p:txBody>
          <a:bodyPr/>
          <a:lstStyle/>
          <a:p>
            <a:r>
              <a:rPr lang="de-DE"/>
              <a:t>June 2024</a:t>
            </a:r>
            <a:endParaRPr lang="en-US"/>
          </a:p>
        </p:txBody>
      </p:sp>
      <p:sp>
        <p:nvSpPr>
          <p:cNvPr id="7" name="Fußzeilenplatzhalter 3">
            <a:extLst>
              <a:ext uri="{FF2B5EF4-FFF2-40B4-BE49-F238E27FC236}">
                <a16:creationId xmlns:a16="http://schemas.microsoft.com/office/drawing/2014/main" id="{E2AA3BB6-E8F6-259D-03DE-F599D5008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99424" y="7033793"/>
            <a:ext cx="7056248" cy="123111"/>
          </a:xfrm>
        </p:spPr>
        <p:txBody>
          <a:bodyPr/>
          <a:lstStyle/>
          <a:p>
            <a:endParaRPr lang="en-US"/>
          </a:p>
        </p:txBody>
      </p:sp>
      <p:sp>
        <p:nvSpPr>
          <p:cNvPr id="8" name="Foliennummernplatzhalter 4">
            <a:extLst>
              <a:ext uri="{FF2B5EF4-FFF2-40B4-BE49-F238E27FC236}">
                <a16:creationId xmlns:a16="http://schemas.microsoft.com/office/drawing/2014/main" id="{C1FD9E84-4AB5-68D6-419C-DF216CD7F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2583" y="7033793"/>
            <a:ext cx="360001" cy="123111"/>
          </a:xfrm>
        </p:spPr>
        <p:txBody>
          <a:bodyPr/>
          <a:lstStyle/>
          <a:p>
            <a:fld id="{42C4E3B7-B340-4E97-8B0E-D9BA7642178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561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22.xml"/><Relationship Id="rId26" Type="http://schemas.openxmlformats.org/officeDocument/2006/relationships/tags" Target="../tags/tag4.xml"/><Relationship Id="rId39" Type="http://schemas.openxmlformats.org/officeDocument/2006/relationships/image" Target="../media/image3.svg"/><Relationship Id="rId21" Type="http://schemas.openxmlformats.org/officeDocument/2006/relationships/slideLayout" Target="../slideLayouts/slideLayout25.xml"/><Relationship Id="rId34" Type="http://schemas.openxmlformats.org/officeDocument/2006/relationships/tags" Target="../tags/tag12.xml"/><Relationship Id="rId7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21.xml"/><Relationship Id="rId25" Type="http://schemas.openxmlformats.org/officeDocument/2006/relationships/tags" Target="../tags/tag3.xml"/><Relationship Id="rId33" Type="http://schemas.openxmlformats.org/officeDocument/2006/relationships/tags" Target="../tags/tag11.xml"/><Relationship Id="rId38" Type="http://schemas.openxmlformats.org/officeDocument/2006/relationships/image" Target="../media/image2.png"/><Relationship Id="rId2" Type="http://schemas.openxmlformats.org/officeDocument/2006/relationships/slideLayout" Target="../slideLayouts/slideLayout6.xml"/><Relationship Id="rId16" Type="http://schemas.openxmlformats.org/officeDocument/2006/relationships/slideLayout" Target="../slideLayouts/slideLayout20.xml"/><Relationship Id="rId20" Type="http://schemas.openxmlformats.org/officeDocument/2006/relationships/slideLayout" Target="../slideLayouts/slideLayout24.xml"/><Relationship Id="rId29" Type="http://schemas.openxmlformats.org/officeDocument/2006/relationships/tags" Target="../tags/tag7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5.xml"/><Relationship Id="rId24" Type="http://schemas.openxmlformats.org/officeDocument/2006/relationships/tags" Target="../tags/tag2.xml"/><Relationship Id="rId32" Type="http://schemas.openxmlformats.org/officeDocument/2006/relationships/tags" Target="../tags/tag10.xml"/><Relationship Id="rId37" Type="http://schemas.openxmlformats.org/officeDocument/2006/relationships/tags" Target="../tags/tag15.xml"/><Relationship Id="rId5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9.xml"/><Relationship Id="rId23" Type="http://schemas.openxmlformats.org/officeDocument/2006/relationships/theme" Target="../theme/theme2.xml"/><Relationship Id="rId28" Type="http://schemas.openxmlformats.org/officeDocument/2006/relationships/tags" Target="../tags/tag6.xml"/><Relationship Id="rId36" Type="http://schemas.openxmlformats.org/officeDocument/2006/relationships/tags" Target="../tags/tag14.xml"/><Relationship Id="rId10" Type="http://schemas.openxmlformats.org/officeDocument/2006/relationships/slideLayout" Target="../slideLayouts/slideLayout14.xml"/><Relationship Id="rId19" Type="http://schemas.openxmlformats.org/officeDocument/2006/relationships/slideLayout" Target="../slideLayouts/slideLayout23.xml"/><Relationship Id="rId31" Type="http://schemas.openxmlformats.org/officeDocument/2006/relationships/tags" Target="../tags/tag9.xml"/><Relationship Id="rId4" Type="http://schemas.openxmlformats.org/officeDocument/2006/relationships/slideLayout" Target="../slideLayouts/slideLayout8.xml"/><Relationship Id="rId9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8.xml"/><Relationship Id="rId22" Type="http://schemas.openxmlformats.org/officeDocument/2006/relationships/slideLayout" Target="../slideLayouts/slideLayout26.xml"/><Relationship Id="rId27" Type="http://schemas.openxmlformats.org/officeDocument/2006/relationships/tags" Target="../tags/tag5.xml"/><Relationship Id="rId30" Type="http://schemas.openxmlformats.org/officeDocument/2006/relationships/tags" Target="../tags/tag8.xml"/><Relationship Id="rId35" Type="http://schemas.openxmlformats.org/officeDocument/2006/relationships/tags" Target="../tags/tag13.xml"/><Relationship Id="rId8" Type="http://schemas.openxmlformats.org/officeDocument/2006/relationships/slideLayout" Target="../slideLayouts/slideLayout12.xml"/><Relationship Id="rId3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47104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ct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B4AE0247-C7CF-1DCE-F08B-E24A4A92B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75" y="720000"/>
            <a:ext cx="8928625" cy="24622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altLang="zh-SG" err="1"/>
              <a:t>Mastertitelformat</a:t>
            </a:r>
            <a:r>
              <a:rPr lang="en-US" altLang="zh-SG"/>
              <a:t> </a:t>
            </a:r>
            <a:r>
              <a:rPr lang="en-US" altLang="zh-SG" err="1"/>
              <a:t>bearbeiten</a:t>
            </a:r>
            <a:endParaRPr lang="en-US" altLang="zh-SG"/>
          </a:p>
        </p:txBody>
      </p:sp>
      <p:sp>
        <p:nvSpPr>
          <p:cNvPr id="3" name="Content">
            <a:extLst>
              <a:ext uri="{FF2B5EF4-FFF2-40B4-BE49-F238E27FC236}">
                <a16:creationId xmlns:a16="http://schemas.microsoft.com/office/drawing/2014/main" id="{F63E6158-CFC5-8C45-CBE1-542BF5B989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9375" y="1340580"/>
            <a:ext cx="11233150" cy="482480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altLang="zh-SG" err="1"/>
              <a:t>Mastertextformat</a:t>
            </a:r>
            <a:r>
              <a:rPr lang="en-US" altLang="zh-SG"/>
              <a:t> </a:t>
            </a:r>
            <a:r>
              <a:rPr lang="en-US" altLang="zh-SG" err="1"/>
              <a:t>bearbeiten</a:t>
            </a:r>
            <a:endParaRPr lang="en-US" altLang="zh-SG"/>
          </a:p>
          <a:p>
            <a:pPr lvl="1"/>
            <a:r>
              <a:rPr lang="en-US" altLang="zh-SG" err="1"/>
              <a:t>Zweite</a:t>
            </a:r>
            <a:r>
              <a:rPr lang="en-US" altLang="zh-SG"/>
              <a:t> Ebene</a:t>
            </a:r>
          </a:p>
          <a:p>
            <a:pPr lvl="2"/>
            <a:r>
              <a:rPr lang="en-US" altLang="zh-SG" err="1"/>
              <a:t>Dritte</a:t>
            </a:r>
            <a:r>
              <a:rPr lang="en-US" altLang="zh-SG"/>
              <a:t> Ebene</a:t>
            </a:r>
          </a:p>
          <a:p>
            <a:pPr lvl="3"/>
            <a:r>
              <a:rPr lang="en-US" altLang="zh-SG" err="1"/>
              <a:t>Vierte</a:t>
            </a:r>
            <a:r>
              <a:rPr lang="en-US" altLang="zh-SG"/>
              <a:t> Ebene</a:t>
            </a:r>
          </a:p>
          <a:p>
            <a:pPr lvl="4"/>
            <a:r>
              <a:rPr lang="en-US" altLang="zh-SG" err="1"/>
              <a:t>Fünfte</a:t>
            </a:r>
            <a:r>
              <a:rPr lang="en-US" altLang="zh-SG"/>
              <a:t> Ebene</a:t>
            </a:r>
          </a:p>
          <a:p>
            <a:pPr lvl="5"/>
            <a:r>
              <a:rPr lang="en-US" altLang="zh-SG" err="1"/>
              <a:t>Sechste</a:t>
            </a:r>
            <a:r>
              <a:rPr lang="en-US" altLang="zh-SG"/>
              <a:t> Ebene</a:t>
            </a:r>
          </a:p>
          <a:p>
            <a:pPr lvl="5"/>
            <a:r>
              <a:rPr lang="en-US" altLang="zh-SG" err="1"/>
              <a:t>Siebte</a:t>
            </a:r>
            <a:r>
              <a:rPr lang="en-US" altLang="zh-SG"/>
              <a:t> Ebene</a:t>
            </a:r>
          </a:p>
          <a:p>
            <a:pPr lvl="6"/>
            <a:r>
              <a:rPr lang="en-US" altLang="zh-SG" err="1"/>
              <a:t>Achte</a:t>
            </a:r>
            <a:r>
              <a:rPr lang="en-US" altLang="zh-SG"/>
              <a:t> Ebene</a:t>
            </a:r>
          </a:p>
          <a:p>
            <a:pPr lvl="7"/>
            <a:r>
              <a:rPr lang="en-US" altLang="zh-SG" err="1"/>
              <a:t>Neunte</a:t>
            </a:r>
            <a:r>
              <a:rPr lang="en-US" altLang="zh-SG"/>
              <a:t>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E4003BE-6DC3-F50E-8C1A-EBCFCFF329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9422" y="6527607"/>
            <a:ext cx="1024616" cy="12311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 altLang="zh-SG"/>
              <a:t>July 2024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11FFEBC-917A-B186-8FB4-C0C5AA2B3F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77743" y="6527607"/>
            <a:ext cx="5642208" cy="12311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US" altLang="zh-SG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E5812E0-949B-A2D4-3D5D-95F4138023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68100" y="6527607"/>
            <a:ext cx="244484" cy="12311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F4610F28-5C11-4E52-A7B2-F9D693A74473}" type="slidenum">
              <a:rPr lang="en-US" altLang="zh-SG" smtClean="0"/>
              <a:t>‹#›</a:t>
            </a:fld>
            <a:endParaRPr lang="en-US" altLang="zh-SG"/>
          </a:p>
        </p:txBody>
      </p:sp>
      <p:cxnSp>
        <p:nvCxnSpPr>
          <p:cNvPr id="7" name="Straight Connector 4">
            <a:extLst>
              <a:ext uri="{FF2B5EF4-FFF2-40B4-BE49-F238E27FC236}">
                <a16:creationId xmlns:a16="http://schemas.microsoft.com/office/drawing/2014/main" id="{DE171B75-AA2A-1DE1-5063-7F629FAEC120}"/>
              </a:ext>
            </a:extLst>
          </p:cNvPr>
          <p:cNvCxnSpPr/>
          <p:nvPr/>
        </p:nvCxnSpPr>
        <p:spPr bwMode="gray">
          <a:xfrm>
            <a:off x="6168008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23">
            <a:extLst>
              <a:ext uri="{FF2B5EF4-FFF2-40B4-BE49-F238E27FC236}">
                <a16:creationId xmlns:a16="http://schemas.microsoft.com/office/drawing/2014/main" id="{599C3DDC-12C2-D485-0779-6C2AA6C59B53}"/>
              </a:ext>
            </a:extLst>
          </p:cNvPr>
          <p:cNvCxnSpPr/>
          <p:nvPr/>
        </p:nvCxnSpPr>
        <p:spPr bwMode="gray">
          <a:xfrm>
            <a:off x="6023992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4">
            <a:extLst>
              <a:ext uri="{FF2B5EF4-FFF2-40B4-BE49-F238E27FC236}">
                <a16:creationId xmlns:a16="http://schemas.microsoft.com/office/drawing/2014/main" id="{49D31C59-0CE0-CD0D-46D5-30A339DFF80D}"/>
              </a:ext>
            </a:extLst>
          </p:cNvPr>
          <p:cNvCxnSpPr/>
          <p:nvPr/>
        </p:nvCxnSpPr>
        <p:spPr bwMode="gray">
          <a:xfrm>
            <a:off x="4727848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6">
            <a:extLst>
              <a:ext uri="{FF2B5EF4-FFF2-40B4-BE49-F238E27FC236}">
                <a16:creationId xmlns:a16="http://schemas.microsoft.com/office/drawing/2014/main" id="{382DF3F6-648A-5219-3286-1A9B31D9025E}"/>
              </a:ext>
            </a:extLst>
          </p:cNvPr>
          <p:cNvCxnSpPr/>
          <p:nvPr/>
        </p:nvCxnSpPr>
        <p:spPr bwMode="gray">
          <a:xfrm>
            <a:off x="4583832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28">
            <a:extLst>
              <a:ext uri="{FF2B5EF4-FFF2-40B4-BE49-F238E27FC236}">
                <a16:creationId xmlns:a16="http://schemas.microsoft.com/office/drawing/2014/main" id="{FE60D2AD-9196-8EA6-7138-6D25B70C2074}"/>
              </a:ext>
            </a:extLst>
          </p:cNvPr>
          <p:cNvCxnSpPr/>
          <p:nvPr/>
        </p:nvCxnSpPr>
        <p:spPr bwMode="gray">
          <a:xfrm>
            <a:off x="7464152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29">
            <a:extLst>
              <a:ext uri="{FF2B5EF4-FFF2-40B4-BE49-F238E27FC236}">
                <a16:creationId xmlns:a16="http://schemas.microsoft.com/office/drawing/2014/main" id="{453EA128-1C2A-A4FB-5277-0BA073E26846}"/>
              </a:ext>
            </a:extLst>
          </p:cNvPr>
          <p:cNvCxnSpPr/>
          <p:nvPr/>
        </p:nvCxnSpPr>
        <p:spPr bwMode="gray">
          <a:xfrm>
            <a:off x="7608168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35">
            <a:extLst>
              <a:ext uri="{FF2B5EF4-FFF2-40B4-BE49-F238E27FC236}">
                <a16:creationId xmlns:a16="http://schemas.microsoft.com/office/drawing/2014/main" id="{15F2A9CA-E629-47BC-93F1-95F2D581DEB0}"/>
              </a:ext>
            </a:extLst>
          </p:cNvPr>
          <p:cNvCxnSpPr/>
          <p:nvPr/>
        </p:nvCxnSpPr>
        <p:spPr bwMode="gray">
          <a:xfrm>
            <a:off x="3287688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36">
            <a:extLst>
              <a:ext uri="{FF2B5EF4-FFF2-40B4-BE49-F238E27FC236}">
                <a16:creationId xmlns:a16="http://schemas.microsoft.com/office/drawing/2014/main" id="{47A675DF-6481-2754-9960-E602F8DF045A}"/>
              </a:ext>
            </a:extLst>
          </p:cNvPr>
          <p:cNvCxnSpPr/>
          <p:nvPr/>
        </p:nvCxnSpPr>
        <p:spPr bwMode="gray">
          <a:xfrm>
            <a:off x="3143672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37">
            <a:extLst>
              <a:ext uri="{FF2B5EF4-FFF2-40B4-BE49-F238E27FC236}">
                <a16:creationId xmlns:a16="http://schemas.microsoft.com/office/drawing/2014/main" id="{26F9AF0D-FC9C-EDA9-165D-E982738ED0BC}"/>
              </a:ext>
            </a:extLst>
          </p:cNvPr>
          <p:cNvCxnSpPr/>
          <p:nvPr/>
        </p:nvCxnSpPr>
        <p:spPr bwMode="gray">
          <a:xfrm>
            <a:off x="1847528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38">
            <a:extLst>
              <a:ext uri="{FF2B5EF4-FFF2-40B4-BE49-F238E27FC236}">
                <a16:creationId xmlns:a16="http://schemas.microsoft.com/office/drawing/2014/main" id="{865D49E9-1627-96D9-39EB-4D29B8085F05}"/>
              </a:ext>
            </a:extLst>
          </p:cNvPr>
          <p:cNvCxnSpPr/>
          <p:nvPr/>
        </p:nvCxnSpPr>
        <p:spPr bwMode="gray">
          <a:xfrm>
            <a:off x="1703512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39">
            <a:extLst>
              <a:ext uri="{FF2B5EF4-FFF2-40B4-BE49-F238E27FC236}">
                <a16:creationId xmlns:a16="http://schemas.microsoft.com/office/drawing/2014/main" id="{DD19C659-2CCA-167E-4839-E983BDF66032}"/>
              </a:ext>
            </a:extLst>
          </p:cNvPr>
          <p:cNvCxnSpPr/>
          <p:nvPr/>
        </p:nvCxnSpPr>
        <p:spPr bwMode="gray">
          <a:xfrm>
            <a:off x="335360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40">
            <a:extLst>
              <a:ext uri="{FF2B5EF4-FFF2-40B4-BE49-F238E27FC236}">
                <a16:creationId xmlns:a16="http://schemas.microsoft.com/office/drawing/2014/main" id="{AC3427F3-C0B3-E03F-0BEA-CB6881C206D6}"/>
              </a:ext>
            </a:extLst>
          </p:cNvPr>
          <p:cNvCxnSpPr/>
          <p:nvPr/>
        </p:nvCxnSpPr>
        <p:spPr bwMode="gray">
          <a:xfrm>
            <a:off x="8904312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41">
            <a:extLst>
              <a:ext uri="{FF2B5EF4-FFF2-40B4-BE49-F238E27FC236}">
                <a16:creationId xmlns:a16="http://schemas.microsoft.com/office/drawing/2014/main" id="{5F336E89-1DC8-AC90-8A12-FC854125D3DF}"/>
              </a:ext>
            </a:extLst>
          </p:cNvPr>
          <p:cNvCxnSpPr/>
          <p:nvPr/>
        </p:nvCxnSpPr>
        <p:spPr bwMode="gray">
          <a:xfrm>
            <a:off x="9048328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42">
            <a:extLst>
              <a:ext uri="{FF2B5EF4-FFF2-40B4-BE49-F238E27FC236}">
                <a16:creationId xmlns:a16="http://schemas.microsoft.com/office/drawing/2014/main" id="{55C33C20-A074-D374-4C65-D4623B81230F}"/>
              </a:ext>
            </a:extLst>
          </p:cNvPr>
          <p:cNvCxnSpPr/>
          <p:nvPr/>
        </p:nvCxnSpPr>
        <p:spPr bwMode="gray">
          <a:xfrm>
            <a:off x="10344472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43">
            <a:extLst>
              <a:ext uri="{FF2B5EF4-FFF2-40B4-BE49-F238E27FC236}">
                <a16:creationId xmlns:a16="http://schemas.microsoft.com/office/drawing/2014/main" id="{F242C792-3892-FFA4-6CDD-4D3118B03044}"/>
              </a:ext>
            </a:extLst>
          </p:cNvPr>
          <p:cNvCxnSpPr/>
          <p:nvPr/>
        </p:nvCxnSpPr>
        <p:spPr bwMode="gray">
          <a:xfrm>
            <a:off x="10488488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44">
            <a:extLst>
              <a:ext uri="{FF2B5EF4-FFF2-40B4-BE49-F238E27FC236}">
                <a16:creationId xmlns:a16="http://schemas.microsoft.com/office/drawing/2014/main" id="{4C583551-ECC6-0561-061E-AD35E3D1FD10}"/>
              </a:ext>
            </a:extLst>
          </p:cNvPr>
          <p:cNvCxnSpPr/>
          <p:nvPr/>
        </p:nvCxnSpPr>
        <p:spPr bwMode="gray">
          <a:xfrm>
            <a:off x="11856640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9">
            <a:extLst>
              <a:ext uri="{FF2B5EF4-FFF2-40B4-BE49-F238E27FC236}">
                <a16:creationId xmlns:a16="http://schemas.microsoft.com/office/drawing/2014/main" id="{CF49800E-BCAE-FB1E-ED95-E5260B05D8D8}"/>
              </a:ext>
            </a:extLst>
          </p:cNvPr>
          <p:cNvCxnSpPr/>
          <p:nvPr/>
        </p:nvCxnSpPr>
        <p:spPr bwMode="gray">
          <a:xfrm>
            <a:off x="-240704" y="1340768"/>
            <a:ext cx="90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46">
            <a:extLst>
              <a:ext uri="{FF2B5EF4-FFF2-40B4-BE49-F238E27FC236}">
                <a16:creationId xmlns:a16="http://schemas.microsoft.com/office/drawing/2014/main" id="{B628D4CD-AD53-143F-5E1F-471804AF93EB}"/>
              </a:ext>
            </a:extLst>
          </p:cNvPr>
          <p:cNvCxnSpPr/>
          <p:nvPr/>
        </p:nvCxnSpPr>
        <p:spPr bwMode="gray">
          <a:xfrm>
            <a:off x="-240704" y="6309320"/>
            <a:ext cx="90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47">
            <a:extLst>
              <a:ext uri="{FF2B5EF4-FFF2-40B4-BE49-F238E27FC236}">
                <a16:creationId xmlns:a16="http://schemas.microsoft.com/office/drawing/2014/main" id="{5EDA6EEF-73CF-FE09-192B-F0717C466724}"/>
              </a:ext>
            </a:extLst>
          </p:cNvPr>
          <p:cNvCxnSpPr/>
          <p:nvPr/>
        </p:nvCxnSpPr>
        <p:spPr bwMode="gray">
          <a:xfrm>
            <a:off x="-240704" y="1628800"/>
            <a:ext cx="9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32">
            <a:extLst>
              <a:ext uri="{FF2B5EF4-FFF2-40B4-BE49-F238E27FC236}">
                <a16:creationId xmlns:a16="http://schemas.microsoft.com/office/drawing/2014/main" id="{F0C7867B-6061-845E-7919-B239A10F7E4C}"/>
              </a:ext>
            </a:extLst>
          </p:cNvPr>
          <p:cNvCxnSpPr/>
          <p:nvPr/>
        </p:nvCxnSpPr>
        <p:spPr bwMode="gray">
          <a:xfrm>
            <a:off x="6312024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33">
            <a:extLst>
              <a:ext uri="{FF2B5EF4-FFF2-40B4-BE49-F238E27FC236}">
                <a16:creationId xmlns:a16="http://schemas.microsoft.com/office/drawing/2014/main" id="{994CF3DB-DC86-C820-E5C0-A4885BB0BD2A}"/>
              </a:ext>
            </a:extLst>
          </p:cNvPr>
          <p:cNvCxnSpPr/>
          <p:nvPr/>
        </p:nvCxnSpPr>
        <p:spPr bwMode="gray">
          <a:xfrm>
            <a:off x="4871864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34">
            <a:extLst>
              <a:ext uri="{FF2B5EF4-FFF2-40B4-BE49-F238E27FC236}">
                <a16:creationId xmlns:a16="http://schemas.microsoft.com/office/drawing/2014/main" id="{46F789E4-1CA3-30F9-383D-4A47F4A93140}"/>
              </a:ext>
            </a:extLst>
          </p:cNvPr>
          <p:cNvCxnSpPr/>
          <p:nvPr/>
        </p:nvCxnSpPr>
        <p:spPr bwMode="gray">
          <a:xfrm>
            <a:off x="7752184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45">
            <a:extLst>
              <a:ext uri="{FF2B5EF4-FFF2-40B4-BE49-F238E27FC236}">
                <a16:creationId xmlns:a16="http://schemas.microsoft.com/office/drawing/2014/main" id="{A15C04BC-E8AD-D67D-7A37-CE66BD8108D3}"/>
              </a:ext>
            </a:extLst>
          </p:cNvPr>
          <p:cNvCxnSpPr/>
          <p:nvPr/>
        </p:nvCxnSpPr>
        <p:spPr bwMode="gray">
          <a:xfrm>
            <a:off x="3431704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48">
            <a:extLst>
              <a:ext uri="{FF2B5EF4-FFF2-40B4-BE49-F238E27FC236}">
                <a16:creationId xmlns:a16="http://schemas.microsoft.com/office/drawing/2014/main" id="{B2B1FFC2-A967-9992-BF92-539258A03BDF}"/>
              </a:ext>
            </a:extLst>
          </p:cNvPr>
          <p:cNvCxnSpPr/>
          <p:nvPr/>
        </p:nvCxnSpPr>
        <p:spPr bwMode="gray">
          <a:xfrm>
            <a:off x="1991544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49">
            <a:extLst>
              <a:ext uri="{FF2B5EF4-FFF2-40B4-BE49-F238E27FC236}">
                <a16:creationId xmlns:a16="http://schemas.microsoft.com/office/drawing/2014/main" id="{02C3F396-ACB8-5666-11C9-65988885B904}"/>
              </a:ext>
            </a:extLst>
          </p:cNvPr>
          <p:cNvCxnSpPr/>
          <p:nvPr/>
        </p:nvCxnSpPr>
        <p:spPr bwMode="gray">
          <a:xfrm>
            <a:off x="9192344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50">
            <a:extLst>
              <a:ext uri="{FF2B5EF4-FFF2-40B4-BE49-F238E27FC236}">
                <a16:creationId xmlns:a16="http://schemas.microsoft.com/office/drawing/2014/main" id="{C56B92D2-E114-4A46-6E6A-9267816179F5}"/>
              </a:ext>
            </a:extLst>
          </p:cNvPr>
          <p:cNvCxnSpPr/>
          <p:nvPr/>
        </p:nvCxnSpPr>
        <p:spPr bwMode="gray">
          <a:xfrm>
            <a:off x="10632504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51">
            <a:extLst>
              <a:ext uri="{FF2B5EF4-FFF2-40B4-BE49-F238E27FC236}">
                <a16:creationId xmlns:a16="http://schemas.microsoft.com/office/drawing/2014/main" id="{B0901BAB-DBF3-B595-14E3-B41ED1629B56}"/>
              </a:ext>
            </a:extLst>
          </p:cNvPr>
          <p:cNvCxnSpPr/>
          <p:nvPr/>
        </p:nvCxnSpPr>
        <p:spPr bwMode="gray">
          <a:xfrm>
            <a:off x="5879976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52">
            <a:extLst>
              <a:ext uri="{FF2B5EF4-FFF2-40B4-BE49-F238E27FC236}">
                <a16:creationId xmlns:a16="http://schemas.microsoft.com/office/drawing/2014/main" id="{3A3B61FA-2541-49C7-73A4-3C1EF58217D2}"/>
              </a:ext>
            </a:extLst>
          </p:cNvPr>
          <p:cNvCxnSpPr/>
          <p:nvPr/>
        </p:nvCxnSpPr>
        <p:spPr bwMode="gray">
          <a:xfrm>
            <a:off x="4439816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53">
            <a:extLst>
              <a:ext uri="{FF2B5EF4-FFF2-40B4-BE49-F238E27FC236}">
                <a16:creationId xmlns:a16="http://schemas.microsoft.com/office/drawing/2014/main" id="{36F83073-0558-62B3-125A-6FD45FCDDB20}"/>
              </a:ext>
            </a:extLst>
          </p:cNvPr>
          <p:cNvCxnSpPr/>
          <p:nvPr/>
        </p:nvCxnSpPr>
        <p:spPr bwMode="gray">
          <a:xfrm>
            <a:off x="7320136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54">
            <a:extLst>
              <a:ext uri="{FF2B5EF4-FFF2-40B4-BE49-F238E27FC236}">
                <a16:creationId xmlns:a16="http://schemas.microsoft.com/office/drawing/2014/main" id="{D27B1371-A90C-8CE2-C1ED-899641C034C0}"/>
              </a:ext>
            </a:extLst>
          </p:cNvPr>
          <p:cNvCxnSpPr/>
          <p:nvPr/>
        </p:nvCxnSpPr>
        <p:spPr bwMode="gray">
          <a:xfrm>
            <a:off x="2999656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55">
            <a:extLst>
              <a:ext uri="{FF2B5EF4-FFF2-40B4-BE49-F238E27FC236}">
                <a16:creationId xmlns:a16="http://schemas.microsoft.com/office/drawing/2014/main" id="{D05E774B-D745-5462-63C2-3CEE39DCDB68}"/>
              </a:ext>
            </a:extLst>
          </p:cNvPr>
          <p:cNvCxnSpPr/>
          <p:nvPr/>
        </p:nvCxnSpPr>
        <p:spPr bwMode="gray">
          <a:xfrm>
            <a:off x="1559496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56">
            <a:extLst>
              <a:ext uri="{FF2B5EF4-FFF2-40B4-BE49-F238E27FC236}">
                <a16:creationId xmlns:a16="http://schemas.microsoft.com/office/drawing/2014/main" id="{0D217093-6E4A-98BD-0D0D-CFCA771D7700}"/>
              </a:ext>
            </a:extLst>
          </p:cNvPr>
          <p:cNvCxnSpPr/>
          <p:nvPr/>
        </p:nvCxnSpPr>
        <p:spPr bwMode="gray">
          <a:xfrm>
            <a:off x="8760296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57">
            <a:extLst>
              <a:ext uri="{FF2B5EF4-FFF2-40B4-BE49-F238E27FC236}">
                <a16:creationId xmlns:a16="http://schemas.microsoft.com/office/drawing/2014/main" id="{77FF41E2-5532-923D-472F-00CE8C2DF7CD}"/>
              </a:ext>
            </a:extLst>
          </p:cNvPr>
          <p:cNvCxnSpPr/>
          <p:nvPr/>
        </p:nvCxnSpPr>
        <p:spPr bwMode="gray">
          <a:xfrm>
            <a:off x="10200456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58">
            <a:extLst>
              <a:ext uri="{FF2B5EF4-FFF2-40B4-BE49-F238E27FC236}">
                <a16:creationId xmlns:a16="http://schemas.microsoft.com/office/drawing/2014/main" id="{7B02F80F-A04A-0504-6EC3-B45183A5FBF3}"/>
              </a:ext>
            </a:extLst>
          </p:cNvPr>
          <p:cNvCxnSpPr/>
          <p:nvPr/>
        </p:nvCxnSpPr>
        <p:spPr bwMode="gray">
          <a:xfrm>
            <a:off x="479376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59">
            <a:extLst>
              <a:ext uri="{FF2B5EF4-FFF2-40B4-BE49-F238E27FC236}">
                <a16:creationId xmlns:a16="http://schemas.microsoft.com/office/drawing/2014/main" id="{E97FBD3C-9D11-1E33-9E58-1D0573868365}"/>
              </a:ext>
            </a:extLst>
          </p:cNvPr>
          <p:cNvCxnSpPr/>
          <p:nvPr/>
        </p:nvCxnSpPr>
        <p:spPr bwMode="gray">
          <a:xfrm>
            <a:off x="11712624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60">
            <a:extLst>
              <a:ext uri="{FF2B5EF4-FFF2-40B4-BE49-F238E27FC236}">
                <a16:creationId xmlns:a16="http://schemas.microsoft.com/office/drawing/2014/main" id="{1E45FF18-04A9-3D6F-EF30-0FAECA8FC1E4}"/>
              </a:ext>
            </a:extLst>
          </p:cNvPr>
          <p:cNvCxnSpPr/>
          <p:nvPr/>
        </p:nvCxnSpPr>
        <p:spPr bwMode="gray">
          <a:xfrm>
            <a:off x="-240704" y="1484784"/>
            <a:ext cx="90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61">
            <a:extLst>
              <a:ext uri="{FF2B5EF4-FFF2-40B4-BE49-F238E27FC236}">
                <a16:creationId xmlns:a16="http://schemas.microsoft.com/office/drawing/2014/main" id="{5AFA40FA-C41B-E7B6-C0B1-C30A59E469F0}"/>
              </a:ext>
            </a:extLst>
          </p:cNvPr>
          <p:cNvCxnSpPr/>
          <p:nvPr/>
        </p:nvCxnSpPr>
        <p:spPr bwMode="gray">
          <a:xfrm>
            <a:off x="-240704" y="6165304"/>
            <a:ext cx="90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62">
            <a:extLst>
              <a:ext uri="{FF2B5EF4-FFF2-40B4-BE49-F238E27FC236}">
                <a16:creationId xmlns:a16="http://schemas.microsoft.com/office/drawing/2014/main" id="{1581303F-B3EC-8E1B-A1E1-7C8785710FF3}"/>
              </a:ext>
            </a:extLst>
          </p:cNvPr>
          <p:cNvCxnSpPr/>
          <p:nvPr/>
        </p:nvCxnSpPr>
        <p:spPr bwMode="gray">
          <a:xfrm>
            <a:off x="-240704" y="6021288"/>
            <a:ext cx="9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5" name="Grafik 44">
            <a:extLst>
              <a:ext uri="{FF2B5EF4-FFF2-40B4-BE49-F238E27FC236}">
                <a16:creationId xmlns:a16="http://schemas.microsoft.com/office/drawing/2014/main" id="{F9C4586C-AE10-4B41-CEAA-296FE383E6F1}"/>
              </a:ext>
            </a:extLst>
          </p:cNvPr>
          <p:cNvPicPr>
            <a:picLocks noChangeAspect="1"/>
          </p:cNvPicPr>
          <p:nvPr userDrawn="1"/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10092526" y="477000"/>
            <a:ext cx="1620000" cy="181032"/>
          </a:xfrm>
          <a:prstGeom prst="rect">
            <a:avLst/>
          </a:prstGeom>
        </p:spPr>
      </p:pic>
      <p:sp>
        <p:nvSpPr>
          <p:cNvPr id="46" name="empower - DO NOT DELETE!!!">
            <a:extLst>
              <a:ext uri="{FF2B5EF4-FFF2-40B4-BE49-F238E27FC236}">
                <a16:creationId xmlns:a16="http://schemas.microsoft.com/office/drawing/2014/main" id="{07B13A24-35EF-1AFB-79B6-BBB95D9825B9}"/>
              </a:ext>
            </a:extLst>
          </p:cNvPr>
          <p:cNvSpPr/>
          <p:nvPr>
            <p:custDataLst>
              <p:tags r:id="rId24"/>
            </p:custDataLst>
          </p:nvPr>
        </p:nvSpPr>
        <p:spPr>
          <a:xfrm>
            <a:off x="0" y="0"/>
            <a:ext cx="0" cy="0"/>
          </a:xfrm>
          <a:prstGeom prst="ellipse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lvl="0" algn="ctr">
              <a:lnSpc>
                <a:spcPct val="120000"/>
              </a:lnSpc>
              <a:spcBef>
                <a:spcPts val="600"/>
              </a:spcBef>
            </a:pPr>
            <a:endParaRPr lang="en-US" altLang="zh-SG" sz="1200">
              <a:solidFill>
                <a:schemeClr val="tx1"/>
              </a:solidFill>
            </a:endParaRPr>
          </a:p>
        </p:txBody>
      </p:sp>
      <p:sp>
        <p:nvSpPr>
          <p:cNvPr id="49" name="Rechteck 48" hidden="1">
            <a:extLst>
              <a:ext uri="{FF2B5EF4-FFF2-40B4-BE49-F238E27FC236}">
                <a16:creationId xmlns:a16="http://schemas.microsoft.com/office/drawing/2014/main" id="{1CC66FD3-DD42-DB8C-2390-847D71D42A73}"/>
              </a:ext>
            </a:extLst>
          </p:cNvPr>
          <p:cNvSpPr/>
          <p:nvPr userDrawn="1">
            <p:custDataLst>
              <p:tags r:id="rId25"/>
            </p:custDataLst>
          </p:nvPr>
        </p:nvSpPr>
        <p:spPr>
          <a:xfrm>
            <a:off x="9912526" y="297516"/>
            <a:ext cx="1980000" cy="514490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lvl="0" algn="ctr">
              <a:lnSpc>
                <a:spcPct val="120000"/>
              </a:lnSpc>
              <a:spcBef>
                <a:spcPts val="600"/>
              </a:spcBef>
            </a:pPr>
            <a:endParaRPr lang="en-US" altLang="zh-SG" sz="1200">
              <a:solidFill>
                <a:schemeClr val="tx1"/>
              </a:solidFill>
            </a:endParaRPr>
          </a:p>
        </p:txBody>
      </p:sp>
      <p:cxnSp>
        <p:nvCxnSpPr>
          <p:cNvPr id="50" name="Straight Connector 4">
            <a:extLst>
              <a:ext uri="{FF2B5EF4-FFF2-40B4-BE49-F238E27FC236}">
                <a16:creationId xmlns:a16="http://schemas.microsoft.com/office/drawing/2014/main" id="{EE08DDD8-E0B8-ABA8-C961-4A5242777C9B}"/>
              </a:ext>
            </a:extLst>
          </p:cNvPr>
          <p:cNvCxnSpPr/>
          <p:nvPr userDrawn="1"/>
        </p:nvCxnSpPr>
        <p:spPr bwMode="gray">
          <a:xfrm>
            <a:off x="6168008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23">
            <a:extLst>
              <a:ext uri="{FF2B5EF4-FFF2-40B4-BE49-F238E27FC236}">
                <a16:creationId xmlns:a16="http://schemas.microsoft.com/office/drawing/2014/main" id="{3A1A6A83-E41E-557C-AE8B-80240320AEEC}"/>
              </a:ext>
            </a:extLst>
          </p:cNvPr>
          <p:cNvCxnSpPr/>
          <p:nvPr userDrawn="1"/>
        </p:nvCxnSpPr>
        <p:spPr bwMode="gray">
          <a:xfrm>
            <a:off x="6023992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24">
            <a:extLst>
              <a:ext uri="{FF2B5EF4-FFF2-40B4-BE49-F238E27FC236}">
                <a16:creationId xmlns:a16="http://schemas.microsoft.com/office/drawing/2014/main" id="{19D231A6-2314-6743-DCAE-8B228362CA30}"/>
              </a:ext>
            </a:extLst>
          </p:cNvPr>
          <p:cNvCxnSpPr/>
          <p:nvPr userDrawn="1"/>
        </p:nvCxnSpPr>
        <p:spPr bwMode="gray">
          <a:xfrm>
            <a:off x="4727848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26">
            <a:extLst>
              <a:ext uri="{FF2B5EF4-FFF2-40B4-BE49-F238E27FC236}">
                <a16:creationId xmlns:a16="http://schemas.microsoft.com/office/drawing/2014/main" id="{3AAB3263-5EA9-579C-2A70-262BBC5A7B34}"/>
              </a:ext>
            </a:extLst>
          </p:cNvPr>
          <p:cNvCxnSpPr/>
          <p:nvPr userDrawn="1"/>
        </p:nvCxnSpPr>
        <p:spPr bwMode="gray">
          <a:xfrm>
            <a:off x="4583832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28">
            <a:extLst>
              <a:ext uri="{FF2B5EF4-FFF2-40B4-BE49-F238E27FC236}">
                <a16:creationId xmlns:a16="http://schemas.microsoft.com/office/drawing/2014/main" id="{EAB77F55-2E10-7892-056B-E0F305FF49B5}"/>
              </a:ext>
            </a:extLst>
          </p:cNvPr>
          <p:cNvCxnSpPr/>
          <p:nvPr userDrawn="1"/>
        </p:nvCxnSpPr>
        <p:spPr bwMode="gray">
          <a:xfrm>
            <a:off x="7464152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29">
            <a:extLst>
              <a:ext uri="{FF2B5EF4-FFF2-40B4-BE49-F238E27FC236}">
                <a16:creationId xmlns:a16="http://schemas.microsoft.com/office/drawing/2014/main" id="{6DAF9430-E864-CDAD-0DC9-AAE17E75EEF7}"/>
              </a:ext>
            </a:extLst>
          </p:cNvPr>
          <p:cNvCxnSpPr/>
          <p:nvPr userDrawn="1"/>
        </p:nvCxnSpPr>
        <p:spPr bwMode="gray">
          <a:xfrm>
            <a:off x="7608168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35">
            <a:extLst>
              <a:ext uri="{FF2B5EF4-FFF2-40B4-BE49-F238E27FC236}">
                <a16:creationId xmlns:a16="http://schemas.microsoft.com/office/drawing/2014/main" id="{976FCB41-59CB-A93C-BDB7-5BDE4F04F5B3}"/>
              </a:ext>
            </a:extLst>
          </p:cNvPr>
          <p:cNvCxnSpPr/>
          <p:nvPr userDrawn="1"/>
        </p:nvCxnSpPr>
        <p:spPr bwMode="gray">
          <a:xfrm>
            <a:off x="3287688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36">
            <a:extLst>
              <a:ext uri="{FF2B5EF4-FFF2-40B4-BE49-F238E27FC236}">
                <a16:creationId xmlns:a16="http://schemas.microsoft.com/office/drawing/2014/main" id="{3FB19D06-F322-E9C1-0343-8FDFE6124376}"/>
              </a:ext>
            </a:extLst>
          </p:cNvPr>
          <p:cNvCxnSpPr/>
          <p:nvPr userDrawn="1"/>
        </p:nvCxnSpPr>
        <p:spPr bwMode="gray">
          <a:xfrm>
            <a:off x="3143672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37">
            <a:extLst>
              <a:ext uri="{FF2B5EF4-FFF2-40B4-BE49-F238E27FC236}">
                <a16:creationId xmlns:a16="http://schemas.microsoft.com/office/drawing/2014/main" id="{2BB1C7FE-6995-1E6A-0CEB-0329BEF6FB6A}"/>
              </a:ext>
            </a:extLst>
          </p:cNvPr>
          <p:cNvCxnSpPr/>
          <p:nvPr userDrawn="1"/>
        </p:nvCxnSpPr>
        <p:spPr bwMode="gray">
          <a:xfrm>
            <a:off x="1847528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38">
            <a:extLst>
              <a:ext uri="{FF2B5EF4-FFF2-40B4-BE49-F238E27FC236}">
                <a16:creationId xmlns:a16="http://schemas.microsoft.com/office/drawing/2014/main" id="{3E572205-FF66-8A0C-4622-C2C0B703C844}"/>
              </a:ext>
            </a:extLst>
          </p:cNvPr>
          <p:cNvCxnSpPr/>
          <p:nvPr userDrawn="1"/>
        </p:nvCxnSpPr>
        <p:spPr bwMode="gray">
          <a:xfrm>
            <a:off x="1703512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39">
            <a:extLst>
              <a:ext uri="{FF2B5EF4-FFF2-40B4-BE49-F238E27FC236}">
                <a16:creationId xmlns:a16="http://schemas.microsoft.com/office/drawing/2014/main" id="{AC921497-88A3-355B-8E4C-FCEC49046D21}"/>
              </a:ext>
            </a:extLst>
          </p:cNvPr>
          <p:cNvCxnSpPr/>
          <p:nvPr userDrawn="1"/>
        </p:nvCxnSpPr>
        <p:spPr bwMode="gray">
          <a:xfrm>
            <a:off x="335360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40">
            <a:extLst>
              <a:ext uri="{FF2B5EF4-FFF2-40B4-BE49-F238E27FC236}">
                <a16:creationId xmlns:a16="http://schemas.microsoft.com/office/drawing/2014/main" id="{5E30F394-E4F1-7965-A63E-8D69114D4837}"/>
              </a:ext>
            </a:extLst>
          </p:cNvPr>
          <p:cNvCxnSpPr/>
          <p:nvPr userDrawn="1"/>
        </p:nvCxnSpPr>
        <p:spPr bwMode="gray">
          <a:xfrm>
            <a:off x="8904312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41">
            <a:extLst>
              <a:ext uri="{FF2B5EF4-FFF2-40B4-BE49-F238E27FC236}">
                <a16:creationId xmlns:a16="http://schemas.microsoft.com/office/drawing/2014/main" id="{9EB63C7A-3956-FF43-DBC8-AC876FC1EE79}"/>
              </a:ext>
            </a:extLst>
          </p:cNvPr>
          <p:cNvCxnSpPr/>
          <p:nvPr userDrawn="1"/>
        </p:nvCxnSpPr>
        <p:spPr bwMode="gray">
          <a:xfrm>
            <a:off x="9048328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42">
            <a:extLst>
              <a:ext uri="{FF2B5EF4-FFF2-40B4-BE49-F238E27FC236}">
                <a16:creationId xmlns:a16="http://schemas.microsoft.com/office/drawing/2014/main" id="{715260CC-9329-D505-B50B-BB52D1763C80}"/>
              </a:ext>
            </a:extLst>
          </p:cNvPr>
          <p:cNvCxnSpPr/>
          <p:nvPr userDrawn="1"/>
        </p:nvCxnSpPr>
        <p:spPr bwMode="gray">
          <a:xfrm>
            <a:off x="10344472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43">
            <a:extLst>
              <a:ext uri="{FF2B5EF4-FFF2-40B4-BE49-F238E27FC236}">
                <a16:creationId xmlns:a16="http://schemas.microsoft.com/office/drawing/2014/main" id="{C3523AB2-5A9A-2381-7691-48BFDAA7785E}"/>
              </a:ext>
            </a:extLst>
          </p:cNvPr>
          <p:cNvCxnSpPr/>
          <p:nvPr userDrawn="1"/>
        </p:nvCxnSpPr>
        <p:spPr bwMode="gray">
          <a:xfrm>
            <a:off x="10488488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44">
            <a:extLst>
              <a:ext uri="{FF2B5EF4-FFF2-40B4-BE49-F238E27FC236}">
                <a16:creationId xmlns:a16="http://schemas.microsoft.com/office/drawing/2014/main" id="{D5241D39-FCC7-AAA8-47C7-98AC86D647BD}"/>
              </a:ext>
            </a:extLst>
          </p:cNvPr>
          <p:cNvCxnSpPr/>
          <p:nvPr userDrawn="1"/>
        </p:nvCxnSpPr>
        <p:spPr bwMode="gray">
          <a:xfrm>
            <a:off x="11856640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9">
            <a:extLst>
              <a:ext uri="{FF2B5EF4-FFF2-40B4-BE49-F238E27FC236}">
                <a16:creationId xmlns:a16="http://schemas.microsoft.com/office/drawing/2014/main" id="{32968F97-9B07-D1F1-A0B8-E8717B4B8CA3}"/>
              </a:ext>
            </a:extLst>
          </p:cNvPr>
          <p:cNvCxnSpPr/>
          <p:nvPr userDrawn="1"/>
        </p:nvCxnSpPr>
        <p:spPr bwMode="gray">
          <a:xfrm>
            <a:off x="-240704" y="1340768"/>
            <a:ext cx="90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46">
            <a:extLst>
              <a:ext uri="{FF2B5EF4-FFF2-40B4-BE49-F238E27FC236}">
                <a16:creationId xmlns:a16="http://schemas.microsoft.com/office/drawing/2014/main" id="{AC7F0241-1B60-B23F-3A25-A498892583AB}"/>
              </a:ext>
            </a:extLst>
          </p:cNvPr>
          <p:cNvCxnSpPr/>
          <p:nvPr userDrawn="1"/>
        </p:nvCxnSpPr>
        <p:spPr bwMode="gray">
          <a:xfrm>
            <a:off x="-240704" y="6309320"/>
            <a:ext cx="90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47">
            <a:extLst>
              <a:ext uri="{FF2B5EF4-FFF2-40B4-BE49-F238E27FC236}">
                <a16:creationId xmlns:a16="http://schemas.microsoft.com/office/drawing/2014/main" id="{ECDCBA83-AB55-A23F-6205-23BFAAA6FAD2}"/>
              </a:ext>
            </a:extLst>
          </p:cNvPr>
          <p:cNvCxnSpPr/>
          <p:nvPr userDrawn="1"/>
        </p:nvCxnSpPr>
        <p:spPr bwMode="gray">
          <a:xfrm>
            <a:off x="-240704" y="1628800"/>
            <a:ext cx="9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32">
            <a:extLst>
              <a:ext uri="{FF2B5EF4-FFF2-40B4-BE49-F238E27FC236}">
                <a16:creationId xmlns:a16="http://schemas.microsoft.com/office/drawing/2014/main" id="{A515F58C-26A7-EB92-E595-58FD7CF66BA6}"/>
              </a:ext>
            </a:extLst>
          </p:cNvPr>
          <p:cNvCxnSpPr/>
          <p:nvPr userDrawn="1"/>
        </p:nvCxnSpPr>
        <p:spPr bwMode="gray">
          <a:xfrm>
            <a:off x="6312024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33">
            <a:extLst>
              <a:ext uri="{FF2B5EF4-FFF2-40B4-BE49-F238E27FC236}">
                <a16:creationId xmlns:a16="http://schemas.microsoft.com/office/drawing/2014/main" id="{1C9D756F-A538-E9D4-CC9A-5945279ECF21}"/>
              </a:ext>
            </a:extLst>
          </p:cNvPr>
          <p:cNvCxnSpPr/>
          <p:nvPr userDrawn="1"/>
        </p:nvCxnSpPr>
        <p:spPr bwMode="gray">
          <a:xfrm>
            <a:off x="4871864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34">
            <a:extLst>
              <a:ext uri="{FF2B5EF4-FFF2-40B4-BE49-F238E27FC236}">
                <a16:creationId xmlns:a16="http://schemas.microsoft.com/office/drawing/2014/main" id="{9D370273-601A-66C9-15D5-54B5C7B8C67C}"/>
              </a:ext>
            </a:extLst>
          </p:cNvPr>
          <p:cNvCxnSpPr/>
          <p:nvPr userDrawn="1"/>
        </p:nvCxnSpPr>
        <p:spPr bwMode="gray">
          <a:xfrm>
            <a:off x="7752184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45">
            <a:extLst>
              <a:ext uri="{FF2B5EF4-FFF2-40B4-BE49-F238E27FC236}">
                <a16:creationId xmlns:a16="http://schemas.microsoft.com/office/drawing/2014/main" id="{2E17C18E-3E08-C596-A53A-7EE153D2D439}"/>
              </a:ext>
            </a:extLst>
          </p:cNvPr>
          <p:cNvCxnSpPr/>
          <p:nvPr userDrawn="1"/>
        </p:nvCxnSpPr>
        <p:spPr bwMode="gray">
          <a:xfrm>
            <a:off x="3431704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48">
            <a:extLst>
              <a:ext uri="{FF2B5EF4-FFF2-40B4-BE49-F238E27FC236}">
                <a16:creationId xmlns:a16="http://schemas.microsoft.com/office/drawing/2014/main" id="{FFF824E2-53C3-5B00-3CA4-5D04B9CAE4AD}"/>
              </a:ext>
            </a:extLst>
          </p:cNvPr>
          <p:cNvCxnSpPr/>
          <p:nvPr userDrawn="1"/>
        </p:nvCxnSpPr>
        <p:spPr bwMode="gray">
          <a:xfrm>
            <a:off x="1991544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49">
            <a:extLst>
              <a:ext uri="{FF2B5EF4-FFF2-40B4-BE49-F238E27FC236}">
                <a16:creationId xmlns:a16="http://schemas.microsoft.com/office/drawing/2014/main" id="{1E1A7769-8D17-F295-8A57-110E63757D30}"/>
              </a:ext>
            </a:extLst>
          </p:cNvPr>
          <p:cNvCxnSpPr/>
          <p:nvPr userDrawn="1"/>
        </p:nvCxnSpPr>
        <p:spPr bwMode="gray">
          <a:xfrm>
            <a:off x="9192344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50">
            <a:extLst>
              <a:ext uri="{FF2B5EF4-FFF2-40B4-BE49-F238E27FC236}">
                <a16:creationId xmlns:a16="http://schemas.microsoft.com/office/drawing/2014/main" id="{8B0803D1-FF58-5903-1E0E-282B389F8214}"/>
              </a:ext>
            </a:extLst>
          </p:cNvPr>
          <p:cNvCxnSpPr/>
          <p:nvPr userDrawn="1"/>
        </p:nvCxnSpPr>
        <p:spPr bwMode="gray">
          <a:xfrm>
            <a:off x="10632504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51">
            <a:extLst>
              <a:ext uri="{FF2B5EF4-FFF2-40B4-BE49-F238E27FC236}">
                <a16:creationId xmlns:a16="http://schemas.microsoft.com/office/drawing/2014/main" id="{457612E9-6A06-2284-2E35-01420E9D1FA2}"/>
              </a:ext>
            </a:extLst>
          </p:cNvPr>
          <p:cNvCxnSpPr/>
          <p:nvPr userDrawn="1"/>
        </p:nvCxnSpPr>
        <p:spPr bwMode="gray">
          <a:xfrm>
            <a:off x="5879976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52">
            <a:extLst>
              <a:ext uri="{FF2B5EF4-FFF2-40B4-BE49-F238E27FC236}">
                <a16:creationId xmlns:a16="http://schemas.microsoft.com/office/drawing/2014/main" id="{92EDCF37-557F-F7B3-3A79-9294CD9CD8CA}"/>
              </a:ext>
            </a:extLst>
          </p:cNvPr>
          <p:cNvCxnSpPr/>
          <p:nvPr userDrawn="1"/>
        </p:nvCxnSpPr>
        <p:spPr bwMode="gray">
          <a:xfrm>
            <a:off x="4439816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53">
            <a:extLst>
              <a:ext uri="{FF2B5EF4-FFF2-40B4-BE49-F238E27FC236}">
                <a16:creationId xmlns:a16="http://schemas.microsoft.com/office/drawing/2014/main" id="{A2F77116-B730-8FFA-31AF-9CEE2CAE3B93}"/>
              </a:ext>
            </a:extLst>
          </p:cNvPr>
          <p:cNvCxnSpPr/>
          <p:nvPr userDrawn="1"/>
        </p:nvCxnSpPr>
        <p:spPr bwMode="gray">
          <a:xfrm>
            <a:off x="7320136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54">
            <a:extLst>
              <a:ext uri="{FF2B5EF4-FFF2-40B4-BE49-F238E27FC236}">
                <a16:creationId xmlns:a16="http://schemas.microsoft.com/office/drawing/2014/main" id="{98028A3D-FB19-68AC-4A30-FD7AA781041E}"/>
              </a:ext>
            </a:extLst>
          </p:cNvPr>
          <p:cNvCxnSpPr/>
          <p:nvPr userDrawn="1"/>
        </p:nvCxnSpPr>
        <p:spPr bwMode="gray">
          <a:xfrm>
            <a:off x="2999656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55">
            <a:extLst>
              <a:ext uri="{FF2B5EF4-FFF2-40B4-BE49-F238E27FC236}">
                <a16:creationId xmlns:a16="http://schemas.microsoft.com/office/drawing/2014/main" id="{7F0AB38E-D361-ADFE-178F-F0571A1C64CF}"/>
              </a:ext>
            </a:extLst>
          </p:cNvPr>
          <p:cNvCxnSpPr/>
          <p:nvPr userDrawn="1"/>
        </p:nvCxnSpPr>
        <p:spPr bwMode="gray">
          <a:xfrm>
            <a:off x="1559496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56">
            <a:extLst>
              <a:ext uri="{FF2B5EF4-FFF2-40B4-BE49-F238E27FC236}">
                <a16:creationId xmlns:a16="http://schemas.microsoft.com/office/drawing/2014/main" id="{8ED96107-86D8-3FF8-7604-B44E5AEE107A}"/>
              </a:ext>
            </a:extLst>
          </p:cNvPr>
          <p:cNvCxnSpPr/>
          <p:nvPr userDrawn="1"/>
        </p:nvCxnSpPr>
        <p:spPr bwMode="gray">
          <a:xfrm>
            <a:off x="8760296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57">
            <a:extLst>
              <a:ext uri="{FF2B5EF4-FFF2-40B4-BE49-F238E27FC236}">
                <a16:creationId xmlns:a16="http://schemas.microsoft.com/office/drawing/2014/main" id="{6BD228CC-8643-AAAF-6934-C03BEE2102AA}"/>
              </a:ext>
            </a:extLst>
          </p:cNvPr>
          <p:cNvCxnSpPr/>
          <p:nvPr userDrawn="1"/>
        </p:nvCxnSpPr>
        <p:spPr bwMode="gray">
          <a:xfrm>
            <a:off x="10200456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58">
            <a:extLst>
              <a:ext uri="{FF2B5EF4-FFF2-40B4-BE49-F238E27FC236}">
                <a16:creationId xmlns:a16="http://schemas.microsoft.com/office/drawing/2014/main" id="{9F96A705-7F66-FBC4-4B60-F2BA12E308DA}"/>
              </a:ext>
            </a:extLst>
          </p:cNvPr>
          <p:cNvCxnSpPr/>
          <p:nvPr userDrawn="1"/>
        </p:nvCxnSpPr>
        <p:spPr bwMode="gray">
          <a:xfrm>
            <a:off x="479376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59">
            <a:extLst>
              <a:ext uri="{FF2B5EF4-FFF2-40B4-BE49-F238E27FC236}">
                <a16:creationId xmlns:a16="http://schemas.microsoft.com/office/drawing/2014/main" id="{B8D5531A-4602-B948-25A4-8733A9A19D52}"/>
              </a:ext>
            </a:extLst>
          </p:cNvPr>
          <p:cNvCxnSpPr/>
          <p:nvPr userDrawn="1"/>
        </p:nvCxnSpPr>
        <p:spPr bwMode="gray">
          <a:xfrm>
            <a:off x="11712624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60">
            <a:extLst>
              <a:ext uri="{FF2B5EF4-FFF2-40B4-BE49-F238E27FC236}">
                <a16:creationId xmlns:a16="http://schemas.microsoft.com/office/drawing/2014/main" id="{D90D9BDD-A4F3-C0FC-1111-7FB6658E5DF3}"/>
              </a:ext>
            </a:extLst>
          </p:cNvPr>
          <p:cNvCxnSpPr/>
          <p:nvPr userDrawn="1"/>
        </p:nvCxnSpPr>
        <p:spPr bwMode="gray">
          <a:xfrm>
            <a:off x="-240704" y="1484784"/>
            <a:ext cx="90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61">
            <a:extLst>
              <a:ext uri="{FF2B5EF4-FFF2-40B4-BE49-F238E27FC236}">
                <a16:creationId xmlns:a16="http://schemas.microsoft.com/office/drawing/2014/main" id="{CACA7169-32EC-BA50-ACB8-76143E3EBE6B}"/>
              </a:ext>
            </a:extLst>
          </p:cNvPr>
          <p:cNvCxnSpPr/>
          <p:nvPr userDrawn="1"/>
        </p:nvCxnSpPr>
        <p:spPr bwMode="gray">
          <a:xfrm>
            <a:off x="-240704" y="6165304"/>
            <a:ext cx="90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62">
            <a:extLst>
              <a:ext uri="{FF2B5EF4-FFF2-40B4-BE49-F238E27FC236}">
                <a16:creationId xmlns:a16="http://schemas.microsoft.com/office/drawing/2014/main" id="{BCA51FDF-5595-58D6-553C-41891CEF7C41}"/>
              </a:ext>
            </a:extLst>
          </p:cNvPr>
          <p:cNvCxnSpPr/>
          <p:nvPr userDrawn="1"/>
        </p:nvCxnSpPr>
        <p:spPr bwMode="gray">
          <a:xfrm>
            <a:off x="-240704" y="6021288"/>
            <a:ext cx="9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empower - DO NOT DELETE!!!">
            <a:extLst>
              <a:ext uri="{FF2B5EF4-FFF2-40B4-BE49-F238E27FC236}">
                <a16:creationId xmlns:a16="http://schemas.microsoft.com/office/drawing/2014/main" id="{F7CFE3E2-DFEB-A7B2-C986-3995ABB91B22}"/>
              </a:ext>
            </a:extLst>
          </p:cNvPr>
          <p:cNvSpPr/>
          <p:nvPr userDrawn="1">
            <p:custDataLst>
              <p:tags r:id="rId26"/>
            </p:custDataLst>
          </p:nvPr>
        </p:nvSpPr>
        <p:spPr>
          <a:xfrm>
            <a:off x="0" y="0"/>
            <a:ext cx="0" cy="0"/>
          </a:xfrm>
          <a:prstGeom prst="ellipse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lvl="0" algn="ctr">
              <a:lnSpc>
                <a:spcPct val="120000"/>
              </a:lnSpc>
              <a:spcBef>
                <a:spcPts val="600"/>
              </a:spcBef>
            </a:pPr>
            <a:endParaRPr lang="en-US" altLang="zh-SG" sz="1200">
              <a:solidFill>
                <a:schemeClr val="tx1"/>
              </a:solidFill>
            </a:endParaRPr>
          </a:p>
        </p:txBody>
      </p:sp>
      <p:sp>
        <p:nvSpPr>
          <p:cNvPr id="48" name="en (USA)">
            <a:extLst>
              <a:ext uri="{FF2B5EF4-FFF2-40B4-BE49-F238E27FC236}">
                <a16:creationId xmlns:a16="http://schemas.microsoft.com/office/drawing/2014/main" id="{C6210D07-7702-228D-D6D4-6A02250A8066}"/>
              </a:ext>
            </a:extLst>
          </p:cNvPr>
          <p:cNvSpPr txBox="1"/>
          <p:nvPr>
            <p:custDataLst>
              <p:tags r:id="rId27"/>
            </p:custDataLst>
          </p:nvPr>
        </p:nvSpPr>
        <p:spPr>
          <a:xfrm>
            <a:off x="7615238" y="6527607"/>
            <a:ext cx="3856408" cy="123111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defPPr>
              <a:defRPr lang="de-DE"/>
            </a:defPPr>
            <a:lvl1pPr>
              <a:defRPr sz="800"/>
            </a:lvl1pPr>
          </a:lstStyle>
          <a:p>
            <a:pPr lvl="0" algn="r"/>
            <a:endParaRPr lang="en-US" altLang="zh-SG">
              <a:solidFill>
                <a:srgbClr val="878787"/>
              </a:solidFill>
            </a:endParaRPr>
          </a:p>
        </p:txBody>
      </p:sp>
      <p:sp>
        <p:nvSpPr>
          <p:cNvPr id="90" name="de" hidden="1">
            <a:extLst>
              <a:ext uri="{FF2B5EF4-FFF2-40B4-BE49-F238E27FC236}">
                <a16:creationId xmlns:a16="http://schemas.microsoft.com/office/drawing/2014/main" id="{F93F5F92-0B1E-0923-D808-9FC469D12DCE}"/>
              </a:ext>
            </a:extLst>
          </p:cNvPr>
          <p:cNvSpPr txBox="1"/>
          <p:nvPr userDrawn="1">
            <p:custDataLst>
              <p:tags r:id="rId28"/>
            </p:custDataLst>
          </p:nvPr>
        </p:nvSpPr>
        <p:spPr>
          <a:xfrm>
            <a:off x="7615238" y="6527607"/>
            <a:ext cx="3856408" cy="123111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defPPr>
              <a:defRPr lang="de-DE"/>
            </a:defPPr>
            <a:lvl1pPr>
              <a:defRPr sz="800"/>
            </a:lvl1pPr>
          </a:lstStyle>
          <a:p>
            <a:pPr lvl="0" algn="r"/>
            <a:r>
              <a:rPr lang="en-US" altLang="zh-SG">
                <a:solidFill>
                  <a:srgbClr val="878787"/>
                </a:solidFill>
              </a:rPr>
              <a:t>Copyright Schaeffler Sondermaschinenbau AG &amp; Co. KG, 2024 – Alle Rechte vorbehalten. |</a:t>
            </a:r>
          </a:p>
        </p:txBody>
      </p:sp>
      <p:sp>
        <p:nvSpPr>
          <p:cNvPr id="47" name="po" hidden="1">
            <a:extLst>
              <a:ext uri="{FF2B5EF4-FFF2-40B4-BE49-F238E27FC236}">
                <a16:creationId xmlns:a16="http://schemas.microsoft.com/office/drawing/2014/main" id="{11593875-C117-C1D0-80E2-1CFCB7239B12}"/>
              </a:ext>
            </a:extLst>
          </p:cNvPr>
          <p:cNvSpPr txBox="1"/>
          <p:nvPr userDrawn="1">
            <p:custDataLst>
              <p:tags r:id="rId29"/>
            </p:custDataLst>
          </p:nvPr>
        </p:nvSpPr>
        <p:spPr>
          <a:xfrm>
            <a:off x="7615238" y="6527607"/>
            <a:ext cx="3856408" cy="123111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defPPr>
              <a:defRPr lang="de-DE"/>
            </a:defPPr>
            <a:lvl1pPr>
              <a:defRPr sz="800"/>
            </a:lvl1pPr>
          </a:lstStyle>
          <a:p>
            <a:pPr lvl="0" algn="r"/>
            <a:r>
              <a:rPr lang="en-US" altLang="zh-SG">
                <a:solidFill>
                  <a:srgbClr val="878787"/>
                </a:solidFill>
              </a:rPr>
              <a:t>Copyright Schaeffler Technologies AG &amp; Co. KG, 2024 – Todos os direitos reservados. |</a:t>
            </a:r>
          </a:p>
        </p:txBody>
      </p:sp>
      <p:sp>
        <p:nvSpPr>
          <p:cNvPr id="91" name="cn" hidden="1">
            <a:extLst>
              <a:ext uri="{FF2B5EF4-FFF2-40B4-BE49-F238E27FC236}">
                <a16:creationId xmlns:a16="http://schemas.microsoft.com/office/drawing/2014/main" id="{BB4EC6DB-3381-40A2-F1AB-8E4725A44F5C}"/>
              </a:ext>
            </a:extLst>
          </p:cNvPr>
          <p:cNvSpPr txBox="1"/>
          <p:nvPr userDrawn="1">
            <p:custDataLst>
              <p:tags r:id="rId30"/>
            </p:custDataLst>
          </p:nvPr>
        </p:nvSpPr>
        <p:spPr>
          <a:xfrm>
            <a:off x="7615238" y="6527607"/>
            <a:ext cx="3856408" cy="123111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defPPr>
              <a:defRPr lang="de-DE"/>
            </a:defPPr>
            <a:lvl1pPr>
              <a:defRPr sz="800"/>
            </a:lvl1pPr>
          </a:lstStyle>
          <a:p>
            <a:pPr lvl="0" algn="r"/>
            <a:r>
              <a:rPr lang="zh-SG" altLang="en-US">
                <a:solidFill>
                  <a:srgbClr val="878787"/>
                </a:solidFill>
              </a:rPr>
              <a:t>版权所有</a:t>
            </a:r>
            <a:r>
              <a:rPr lang="en-US" altLang="zh-SG">
                <a:solidFill>
                  <a:srgbClr val="878787"/>
                </a:solidFill>
              </a:rPr>
              <a:t>Schaeffler Technologies AG &amp; Co. KG</a:t>
            </a:r>
            <a:r>
              <a:rPr lang="zh-SG" altLang="en-US">
                <a:solidFill>
                  <a:srgbClr val="878787"/>
                </a:solidFill>
              </a:rPr>
              <a:t>保留所有权利</a:t>
            </a:r>
            <a:r>
              <a:rPr lang="en-US" altLang="zh-SG">
                <a:solidFill>
                  <a:srgbClr val="878787"/>
                </a:solidFill>
              </a:rPr>
              <a:t>, </a:t>
            </a:r>
            <a:r>
              <a:rPr lang="zh-SG" altLang="en-US">
                <a:solidFill>
                  <a:srgbClr val="878787"/>
                </a:solidFill>
              </a:rPr>
              <a:t>客户特殊要求</a:t>
            </a:r>
            <a:r>
              <a:rPr lang="en-US" altLang="zh-SG">
                <a:solidFill>
                  <a:srgbClr val="878787"/>
                </a:solidFill>
              </a:rPr>
              <a:t>, </a:t>
            </a:r>
            <a:r>
              <a:rPr lang="zh-SG" altLang="en-US">
                <a:solidFill>
                  <a:srgbClr val="878787"/>
                </a:solidFill>
              </a:rPr>
              <a:t>使用内部放行标准</a:t>
            </a:r>
            <a:r>
              <a:rPr lang="en-US" altLang="zh-SG">
                <a:solidFill>
                  <a:srgbClr val="878787"/>
                </a:solidFill>
              </a:rPr>
              <a:t>. |</a:t>
            </a:r>
          </a:p>
        </p:txBody>
      </p:sp>
      <p:sp>
        <p:nvSpPr>
          <p:cNvPr id="92" name="en (UK)" hidden="1">
            <a:extLst>
              <a:ext uri="{FF2B5EF4-FFF2-40B4-BE49-F238E27FC236}">
                <a16:creationId xmlns:a16="http://schemas.microsoft.com/office/drawing/2014/main" id="{3EF96ECE-3444-736E-8752-EF205337AF16}"/>
              </a:ext>
            </a:extLst>
          </p:cNvPr>
          <p:cNvSpPr txBox="1"/>
          <p:nvPr userDrawn="1">
            <p:custDataLst>
              <p:tags r:id="rId31"/>
            </p:custDataLst>
          </p:nvPr>
        </p:nvSpPr>
        <p:spPr>
          <a:xfrm>
            <a:off x="7615238" y="6527607"/>
            <a:ext cx="3856408" cy="123111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defPPr>
              <a:defRPr lang="de-DE"/>
            </a:defPPr>
            <a:lvl1pPr>
              <a:defRPr sz="800"/>
            </a:lvl1pPr>
          </a:lstStyle>
          <a:p>
            <a:pPr lvl="0" algn="r"/>
            <a:r>
              <a:rPr lang="en-US" altLang="zh-SG">
                <a:solidFill>
                  <a:srgbClr val="878787"/>
                </a:solidFill>
              </a:rPr>
              <a:t>Copyright Schaeffler Automotive </a:t>
            </a:r>
            <a:r>
              <a:rPr lang="en-US" altLang="zh-SG" err="1">
                <a:solidFill>
                  <a:srgbClr val="878787"/>
                </a:solidFill>
              </a:rPr>
              <a:t>Buehl</a:t>
            </a:r>
            <a:r>
              <a:rPr lang="en-US" altLang="zh-SG">
                <a:solidFill>
                  <a:srgbClr val="878787"/>
                </a:solidFill>
              </a:rPr>
              <a:t> GmbH &amp; Co. KG, 2024 – All rights reserved. |</a:t>
            </a:r>
          </a:p>
        </p:txBody>
      </p:sp>
      <p:sp>
        <p:nvSpPr>
          <p:cNvPr id="93" name="en (CN, VR)" hidden="1">
            <a:extLst>
              <a:ext uri="{FF2B5EF4-FFF2-40B4-BE49-F238E27FC236}">
                <a16:creationId xmlns:a16="http://schemas.microsoft.com/office/drawing/2014/main" id="{7C96ECF6-8007-D3A1-0CD3-D3A2DE4EC741}"/>
              </a:ext>
            </a:extLst>
          </p:cNvPr>
          <p:cNvSpPr txBox="1"/>
          <p:nvPr userDrawn="1">
            <p:custDataLst>
              <p:tags r:id="rId32"/>
            </p:custDataLst>
          </p:nvPr>
        </p:nvSpPr>
        <p:spPr>
          <a:xfrm>
            <a:off x="7615238" y="6527607"/>
            <a:ext cx="3856408" cy="123111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defPPr>
              <a:defRPr lang="de-DE"/>
            </a:defPPr>
            <a:lvl1pPr>
              <a:defRPr sz="800"/>
            </a:lvl1pPr>
          </a:lstStyle>
          <a:p>
            <a:pPr lvl="0" algn="r"/>
            <a:r>
              <a:rPr lang="en-US" altLang="zh-SG">
                <a:solidFill>
                  <a:srgbClr val="878787"/>
                </a:solidFill>
              </a:rPr>
              <a:t>Copyright Schaeffler Technologies AG &amp; Co. KG, 2024 – All rights reserved. |</a:t>
            </a:r>
          </a:p>
        </p:txBody>
      </p:sp>
      <p:sp>
        <p:nvSpPr>
          <p:cNvPr id="94" name="en (FR)" hidden="1">
            <a:extLst>
              <a:ext uri="{FF2B5EF4-FFF2-40B4-BE49-F238E27FC236}">
                <a16:creationId xmlns:a16="http://schemas.microsoft.com/office/drawing/2014/main" id="{6D8ED63D-2140-F1D8-00A5-4707802295E6}"/>
              </a:ext>
            </a:extLst>
          </p:cNvPr>
          <p:cNvSpPr txBox="1"/>
          <p:nvPr userDrawn="1">
            <p:custDataLst>
              <p:tags r:id="rId33"/>
            </p:custDataLst>
          </p:nvPr>
        </p:nvSpPr>
        <p:spPr>
          <a:xfrm>
            <a:off x="7615238" y="6527607"/>
            <a:ext cx="3856408" cy="123111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defPPr>
              <a:defRPr lang="de-DE"/>
            </a:defPPr>
            <a:lvl1pPr>
              <a:defRPr sz="800"/>
            </a:lvl1pPr>
          </a:lstStyle>
          <a:p>
            <a:pPr lvl="0" algn="r"/>
            <a:r>
              <a:rPr lang="en-US" altLang="zh-SG">
                <a:solidFill>
                  <a:srgbClr val="878787"/>
                </a:solidFill>
              </a:rPr>
              <a:t>Copyright Schaeffler Automotive </a:t>
            </a:r>
            <a:r>
              <a:rPr lang="en-US" altLang="zh-SG" err="1">
                <a:solidFill>
                  <a:srgbClr val="878787"/>
                </a:solidFill>
              </a:rPr>
              <a:t>Buehl</a:t>
            </a:r>
            <a:r>
              <a:rPr lang="en-US" altLang="zh-SG">
                <a:solidFill>
                  <a:srgbClr val="878787"/>
                </a:solidFill>
              </a:rPr>
              <a:t> GmbH &amp; Co. KG, 2024 – All rights reserved. |</a:t>
            </a:r>
          </a:p>
        </p:txBody>
      </p:sp>
      <p:sp>
        <p:nvSpPr>
          <p:cNvPr id="95" name="en (RU)" hidden="1">
            <a:extLst>
              <a:ext uri="{FF2B5EF4-FFF2-40B4-BE49-F238E27FC236}">
                <a16:creationId xmlns:a16="http://schemas.microsoft.com/office/drawing/2014/main" id="{688AD97E-86EE-9957-155B-E9E878E3DD3B}"/>
              </a:ext>
            </a:extLst>
          </p:cNvPr>
          <p:cNvSpPr txBox="1"/>
          <p:nvPr userDrawn="1">
            <p:custDataLst>
              <p:tags r:id="rId34"/>
            </p:custDataLst>
          </p:nvPr>
        </p:nvSpPr>
        <p:spPr>
          <a:xfrm>
            <a:off x="7615238" y="6527607"/>
            <a:ext cx="3856408" cy="123111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defPPr>
              <a:defRPr lang="de-DE"/>
            </a:defPPr>
            <a:lvl1pPr>
              <a:defRPr sz="800"/>
            </a:lvl1pPr>
          </a:lstStyle>
          <a:p>
            <a:pPr lvl="0" algn="r"/>
            <a:r>
              <a:rPr lang="en-US" altLang="zh-SG">
                <a:solidFill>
                  <a:srgbClr val="878787"/>
                </a:solidFill>
              </a:rPr>
              <a:t>Copyright Schaeffler Automotive </a:t>
            </a:r>
            <a:r>
              <a:rPr lang="en-US" altLang="zh-SG" err="1">
                <a:solidFill>
                  <a:srgbClr val="878787"/>
                </a:solidFill>
              </a:rPr>
              <a:t>Buehl</a:t>
            </a:r>
            <a:r>
              <a:rPr lang="en-US" altLang="zh-SG">
                <a:solidFill>
                  <a:srgbClr val="878787"/>
                </a:solidFill>
              </a:rPr>
              <a:t> GmbH &amp; Co. KG, 2024 – All rights reserved. |</a:t>
            </a:r>
          </a:p>
        </p:txBody>
      </p:sp>
      <p:sp>
        <p:nvSpPr>
          <p:cNvPr id="96" name="en (JPN)" hidden="1">
            <a:extLst>
              <a:ext uri="{FF2B5EF4-FFF2-40B4-BE49-F238E27FC236}">
                <a16:creationId xmlns:a16="http://schemas.microsoft.com/office/drawing/2014/main" id="{862E64FB-F6EC-141A-A145-513C5AE71A28}"/>
              </a:ext>
            </a:extLst>
          </p:cNvPr>
          <p:cNvSpPr txBox="1"/>
          <p:nvPr userDrawn="1">
            <p:custDataLst>
              <p:tags r:id="rId35"/>
            </p:custDataLst>
          </p:nvPr>
        </p:nvSpPr>
        <p:spPr>
          <a:xfrm>
            <a:off x="7615238" y="6527607"/>
            <a:ext cx="3856408" cy="123111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defPPr>
              <a:defRPr lang="de-DE"/>
            </a:defPPr>
            <a:lvl1pPr>
              <a:defRPr sz="800"/>
            </a:lvl1pPr>
          </a:lstStyle>
          <a:p>
            <a:pPr lvl="0" algn="r"/>
            <a:r>
              <a:rPr lang="en-US" altLang="zh-SG">
                <a:solidFill>
                  <a:srgbClr val="878787"/>
                </a:solidFill>
              </a:rPr>
              <a:t>Copyright Schaeffler Automotive </a:t>
            </a:r>
            <a:r>
              <a:rPr lang="en-US" altLang="zh-SG" err="1">
                <a:solidFill>
                  <a:srgbClr val="878787"/>
                </a:solidFill>
              </a:rPr>
              <a:t>Buehl</a:t>
            </a:r>
            <a:r>
              <a:rPr lang="en-US" altLang="zh-SG">
                <a:solidFill>
                  <a:srgbClr val="878787"/>
                </a:solidFill>
              </a:rPr>
              <a:t> GmbH &amp; Co. KG, 2024 – All rights reserved. |</a:t>
            </a:r>
          </a:p>
        </p:txBody>
      </p:sp>
      <p:sp>
        <p:nvSpPr>
          <p:cNvPr id="97" name="en (ESP)" hidden="1">
            <a:extLst>
              <a:ext uri="{FF2B5EF4-FFF2-40B4-BE49-F238E27FC236}">
                <a16:creationId xmlns:a16="http://schemas.microsoft.com/office/drawing/2014/main" id="{4FBE9ACF-0374-8A06-15F6-19F04A6EEFEB}"/>
              </a:ext>
            </a:extLst>
          </p:cNvPr>
          <p:cNvSpPr txBox="1"/>
          <p:nvPr userDrawn="1">
            <p:custDataLst>
              <p:tags r:id="rId36"/>
            </p:custDataLst>
          </p:nvPr>
        </p:nvSpPr>
        <p:spPr>
          <a:xfrm>
            <a:off x="7615238" y="6527607"/>
            <a:ext cx="3856408" cy="123111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defPPr>
              <a:defRPr lang="de-DE"/>
            </a:defPPr>
            <a:lvl1pPr>
              <a:defRPr sz="800"/>
            </a:lvl1pPr>
          </a:lstStyle>
          <a:p>
            <a:pPr lvl="0" algn="r"/>
            <a:r>
              <a:rPr lang="en-US" altLang="zh-SG">
                <a:solidFill>
                  <a:srgbClr val="878787"/>
                </a:solidFill>
              </a:rPr>
              <a:t>Copyright Schaeffler Automotive </a:t>
            </a:r>
            <a:r>
              <a:rPr lang="en-US" altLang="zh-SG" err="1">
                <a:solidFill>
                  <a:srgbClr val="878787"/>
                </a:solidFill>
              </a:rPr>
              <a:t>Buehl</a:t>
            </a:r>
            <a:r>
              <a:rPr lang="en-US" altLang="zh-SG">
                <a:solidFill>
                  <a:srgbClr val="878787"/>
                </a:solidFill>
              </a:rPr>
              <a:t> GmbH &amp; Co. KG, 2024 – All rights reserved. |</a:t>
            </a:r>
          </a:p>
        </p:txBody>
      </p:sp>
      <p:sp>
        <p:nvSpPr>
          <p:cNvPr id="88" name="empower - DO NOT DELETE!!!" hidden="1">
            <a:extLst>
              <a:ext uri="{FF2B5EF4-FFF2-40B4-BE49-F238E27FC236}">
                <a16:creationId xmlns:a16="http://schemas.microsoft.com/office/drawing/2014/main" id="{FB957308-AD3E-D492-B1A1-958C859A1C6B}"/>
              </a:ext>
            </a:extLst>
          </p:cNvPr>
          <p:cNvSpPr/>
          <p:nvPr userDrawn="1">
            <p:custDataLst>
              <p:tags r:id="rId37"/>
            </p:custDataLst>
          </p:nvPr>
        </p:nvSpPr>
        <p:spPr>
          <a:xfrm>
            <a:off x="0" y="0"/>
            <a:ext cx="0" cy="0"/>
          </a:xfrm>
          <a:prstGeom prst="ellipse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en-US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5715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  <p:sldLayoutId id="2147483666" r:id="rId12"/>
    <p:sldLayoutId id="2147483667" r:id="rId13"/>
    <p:sldLayoutId id="2147483668" r:id="rId14"/>
    <p:sldLayoutId id="2147483669" r:id="rId15"/>
    <p:sldLayoutId id="2147483670" r:id="rId16"/>
    <p:sldLayoutId id="2147483671" r:id="rId17"/>
    <p:sldLayoutId id="2147483672" r:id="rId18"/>
    <p:sldLayoutId id="2147483673" r:id="rId19"/>
    <p:sldLayoutId id="2147483674" r:id="rId20"/>
    <p:sldLayoutId id="2147483675" r:id="rId21"/>
    <p:sldLayoutId id="2147483676" r:id="rId2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1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600"/>
        </a:spcBef>
        <a:buFontTx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172800" indent="-172800" algn="l" defTabSz="914400" rtl="0" eaLnBrk="1" latinLnBrk="0" hangingPunct="1">
        <a:lnSpc>
          <a:spcPct val="120000"/>
        </a:lnSpc>
        <a:spcBef>
          <a:spcPts val="600"/>
        </a:spcBef>
        <a:buClr>
          <a:srgbClr val="237864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345600" indent="-172800" algn="l" defTabSz="914400" rtl="0" eaLnBrk="1" latinLnBrk="0" hangingPunct="1">
        <a:lnSpc>
          <a:spcPct val="120000"/>
        </a:lnSpc>
        <a:spcBef>
          <a:spcPts val="600"/>
        </a:spcBef>
        <a:buClr>
          <a:srgbClr val="237864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40000" indent="-172800" algn="l" defTabSz="914400" rtl="0" eaLnBrk="1" latinLnBrk="0" hangingPunct="1">
        <a:lnSpc>
          <a:spcPct val="120000"/>
        </a:lnSpc>
        <a:spcBef>
          <a:spcPts val="600"/>
        </a:spcBef>
        <a:buClr>
          <a:schemeClr val="tx1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540000" indent="-172800" algn="l" defTabSz="914400" rtl="0" eaLnBrk="1" latinLnBrk="0" hangingPunct="1">
        <a:lnSpc>
          <a:spcPct val="120000"/>
        </a:lnSpc>
        <a:spcBef>
          <a:spcPts val="600"/>
        </a:spcBef>
        <a:buClr>
          <a:schemeClr val="tx1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540000" indent="-172800" algn="l" defTabSz="914400" rtl="0" eaLnBrk="1" latinLnBrk="0" hangingPunct="1">
        <a:lnSpc>
          <a:spcPct val="120000"/>
        </a:lnSpc>
        <a:spcBef>
          <a:spcPts val="600"/>
        </a:spcBef>
        <a:buClr>
          <a:schemeClr val="tx1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540000" indent="-172800" algn="l" defTabSz="914400" rtl="0" eaLnBrk="1" latinLnBrk="0" hangingPunct="1">
        <a:lnSpc>
          <a:spcPct val="120000"/>
        </a:lnSpc>
        <a:spcBef>
          <a:spcPts val="600"/>
        </a:spcBef>
        <a:buClr>
          <a:schemeClr val="tx1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540000" indent="-172800" algn="l" defTabSz="914400" rtl="0" eaLnBrk="1" latinLnBrk="0" hangingPunct="1">
        <a:lnSpc>
          <a:spcPct val="120000"/>
        </a:lnSpc>
        <a:spcBef>
          <a:spcPts val="600"/>
        </a:spcBef>
        <a:buClr>
          <a:schemeClr val="tx1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pos="302">
          <p15:clr>
            <a:srgbClr val="F26B43"/>
          </p15:clr>
        </p15:guide>
        <p15:guide id="6" pos="7378">
          <p15:clr>
            <a:srgbClr val="F26B43"/>
          </p15:clr>
        </p15:guide>
        <p15:guide id="7" orient="horz" pos="843">
          <p15:clr>
            <a:srgbClr val="F26B43"/>
          </p15:clr>
        </p15:guide>
        <p15:guide id="8" orient="horz" pos="397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2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27.xml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28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slideLayout" Target="../slideLayouts/slideLayout11.xml"/><Relationship Id="rId7" Type="http://schemas.openxmlformats.org/officeDocument/2006/relationships/diagramQuickStyle" Target="../diagrams/quickStyle1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diagramLayout" Target="../diagrams/layout1.xml"/><Relationship Id="rId11" Type="http://schemas.openxmlformats.org/officeDocument/2006/relationships/image" Target="../media/image10.png"/><Relationship Id="rId5" Type="http://schemas.openxmlformats.org/officeDocument/2006/relationships/diagramData" Target="../diagrams/data1.xml"/><Relationship Id="rId10" Type="http://schemas.openxmlformats.org/officeDocument/2006/relationships/customXml" Target="../ink/ink1.xml"/><Relationship Id="rId4" Type="http://schemas.openxmlformats.org/officeDocument/2006/relationships/notesSlide" Target="../notesSlides/notesSlide4.xml"/><Relationship Id="rId9" Type="http://schemas.microsoft.com/office/2007/relationships/diagramDrawing" Target="../diagrams/drawing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31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G"/><Relationship Id="rId3" Type="http://schemas.openxmlformats.org/officeDocument/2006/relationships/tags" Target="../tags/tag34.xml"/><Relationship Id="rId7" Type="http://schemas.openxmlformats.org/officeDocument/2006/relationships/notesSlide" Target="../notesSlides/notesSlide6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slideLayout" Target="../slideLayouts/slideLayout11.xml"/><Relationship Id="rId5" Type="http://schemas.openxmlformats.org/officeDocument/2006/relationships/tags" Target="../tags/tag36.xml"/><Relationship Id="rId4" Type="http://schemas.openxmlformats.org/officeDocument/2006/relationships/tags" Target="../tags/tag35.xml"/><Relationship Id="rId9" Type="http://schemas.openxmlformats.org/officeDocument/2006/relationships/image" Target="../media/image14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37.xml"/><Relationship Id="rId4" Type="http://schemas.openxmlformats.org/officeDocument/2006/relationships/image" Target="../media/image15.jp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2.xml"/><Relationship Id="rId3" Type="http://schemas.openxmlformats.org/officeDocument/2006/relationships/slideLayout" Target="../slideLayouts/slideLayout11.xml"/><Relationship Id="rId7" Type="http://schemas.openxmlformats.org/officeDocument/2006/relationships/diagramQuickStyle" Target="../diagrams/quickStyle2.xml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6" Type="http://schemas.openxmlformats.org/officeDocument/2006/relationships/diagramLayout" Target="../diagrams/layout2.xml"/><Relationship Id="rId5" Type="http://schemas.openxmlformats.org/officeDocument/2006/relationships/diagramData" Target="../diagrams/data2.xml"/><Relationship Id="rId4" Type="http://schemas.openxmlformats.org/officeDocument/2006/relationships/notesSlide" Target="../notesSlides/notesSlide8.xml"/><Relationship Id="rId9" Type="http://schemas.microsoft.com/office/2007/relationships/diagramDrawing" Target="../diagrams/drawing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7" Type="http://schemas.openxmlformats.org/officeDocument/2006/relationships/image" Target="../media/image19.svg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40.xml"/><Relationship Id="rId6" Type="http://schemas.openxmlformats.org/officeDocument/2006/relationships/image" Target="../media/image18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4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JPG"/><Relationship Id="rId3" Type="http://schemas.openxmlformats.org/officeDocument/2006/relationships/notesSlide" Target="../notesSlides/notesSlide11.xml"/><Relationship Id="rId7" Type="http://schemas.openxmlformats.org/officeDocument/2006/relationships/image" Target="../media/image23.JPG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42.xml"/><Relationship Id="rId6" Type="http://schemas.openxmlformats.org/officeDocument/2006/relationships/image" Target="../media/image22.png"/><Relationship Id="rId5" Type="http://schemas.openxmlformats.org/officeDocument/2006/relationships/image" Target="../media/image21.jpg"/><Relationship Id="rId4" Type="http://schemas.openxmlformats.org/officeDocument/2006/relationships/image" Target="../media/image20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7" Type="http://schemas.openxmlformats.org/officeDocument/2006/relationships/image" Target="../media/image28.jpg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43.xml"/><Relationship Id="rId6" Type="http://schemas.openxmlformats.org/officeDocument/2006/relationships/image" Target="../media/image27.jpg"/><Relationship Id="rId5" Type="http://schemas.openxmlformats.org/officeDocument/2006/relationships/image" Target="../media/image26.jpg"/><Relationship Id="rId4" Type="http://schemas.openxmlformats.org/officeDocument/2006/relationships/image" Target="../media/image25.jp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3.xml"/><Relationship Id="rId3" Type="http://schemas.openxmlformats.org/officeDocument/2006/relationships/slideLayout" Target="../slideLayouts/slideLayout11.xml"/><Relationship Id="rId7" Type="http://schemas.openxmlformats.org/officeDocument/2006/relationships/diagramQuickStyle" Target="../diagrams/quickStyle3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diagramLayout" Target="../diagrams/layout3.xml"/><Relationship Id="rId11" Type="http://schemas.openxmlformats.org/officeDocument/2006/relationships/image" Target="../media/image29.png"/><Relationship Id="rId5" Type="http://schemas.openxmlformats.org/officeDocument/2006/relationships/diagramData" Target="../diagrams/data3.xml"/><Relationship Id="rId10" Type="http://schemas.openxmlformats.org/officeDocument/2006/relationships/customXml" Target="../ink/ink2.xml"/><Relationship Id="rId4" Type="http://schemas.openxmlformats.org/officeDocument/2006/relationships/notesSlide" Target="../notesSlides/notesSlide13.xml"/><Relationship Id="rId9" Type="http://schemas.microsoft.com/office/2007/relationships/diagramDrawing" Target="../diagrams/drawing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image" Target="../media/image29.jpg"/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7" Type="http://schemas.openxmlformats.org/officeDocument/2006/relationships/image" Target="../media/image33.jpg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49.xml"/><Relationship Id="rId6" Type="http://schemas.openxmlformats.org/officeDocument/2006/relationships/image" Target="../media/image32.jpg"/><Relationship Id="rId5" Type="http://schemas.openxmlformats.org/officeDocument/2006/relationships/image" Target="../media/image31.jpg"/><Relationship Id="rId4" Type="http://schemas.openxmlformats.org/officeDocument/2006/relationships/image" Target="../media/image30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5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51.xml"/><Relationship Id="rId4" Type="http://schemas.openxmlformats.org/officeDocument/2006/relationships/image" Target="../media/image3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52.xml"/><Relationship Id="rId4" Type="http://schemas.openxmlformats.org/officeDocument/2006/relationships/image" Target="../media/image3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53.xml"/><Relationship Id="rId4" Type="http://schemas.openxmlformats.org/officeDocument/2006/relationships/image" Target="../media/image3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54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55.xml"/><Relationship Id="rId4" Type="http://schemas.openxmlformats.org/officeDocument/2006/relationships/image" Target="../media/image3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56.xml"/><Relationship Id="rId4" Type="http://schemas.openxmlformats.org/officeDocument/2006/relationships/image" Target="../media/image4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57.xml"/><Relationship Id="rId4" Type="http://schemas.openxmlformats.org/officeDocument/2006/relationships/image" Target="../media/image4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58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emf"/><Relationship Id="rId3" Type="http://schemas.openxmlformats.org/officeDocument/2006/relationships/tags" Target="../tags/tag61.xml"/><Relationship Id="rId7" Type="http://schemas.openxmlformats.org/officeDocument/2006/relationships/oleObject" Target="../embeddings/oleObject1.bin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6" Type="http://schemas.openxmlformats.org/officeDocument/2006/relationships/image" Target="../media/image42.jpeg"/><Relationship Id="rId5" Type="http://schemas.openxmlformats.org/officeDocument/2006/relationships/notesSlide" Target="../notesSlides/notesSlide25.xml"/><Relationship Id="rId4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8D1E2F-6529-35FF-B0DF-5896DD59D8A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Introduction to E-BOX AETS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1432506-4F8E-1FA9-4197-941AB23E688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Vojtěch Míček</a:t>
            </a:r>
          </a:p>
          <a:p>
            <a:r>
              <a:rPr lang="en-US" dirty="0"/>
              <a:t>23.3.2026</a:t>
            </a:r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7E33B87B-67D1-105B-0F71-892131A94A6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solidFill>
            <a:srgbClr val="619685"/>
          </a:solidFill>
        </p:spPr>
        <p:txBody>
          <a:bodyPr/>
          <a:lstStyle/>
          <a:p>
            <a:endParaRPr lang="en-CA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837FF49E-EE30-F9F2-64AA-EAE8331E608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CFC36CB0-59B5-03C8-EAF9-13D37B989EAE}"/>
              </a:ext>
            </a:extLst>
          </p:cNvPr>
          <p:cNvSpPr txBox="1"/>
          <p:nvPr/>
        </p:nvSpPr>
        <p:spPr>
          <a:xfrm>
            <a:off x="479375" y="1340580"/>
            <a:ext cx="11233152" cy="2232000"/>
          </a:xfrm>
          <a:prstGeom prst="rect">
            <a:avLst/>
          </a:prstGeom>
          <a:solidFill>
            <a:srgbClr val="619685"/>
          </a:solidFill>
        </p:spPr>
        <p:txBody>
          <a:bodyPr wrap="square" lIns="0" tIns="0" rIns="288000" bIns="360000" anchor="ctr" anchorCtr="0">
            <a:noAutofit/>
          </a:bodyPr>
          <a:lstStyle/>
          <a:p>
            <a:pPr lvl="0">
              <a:lnSpc>
                <a:spcPct val="90000"/>
              </a:lnSpc>
            </a:pPr>
            <a:r>
              <a:rPr lang="en-US" sz="6500" cap="all" spc="-50" dirty="0">
                <a:solidFill>
                  <a:srgbClr val="005E46"/>
                </a:solidFill>
                <a:latin typeface="Noto Sans Black" panose="020B0A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Diploma thesis: E-BOX AETS</a:t>
            </a:r>
            <a:endParaRPr kumimoji="0" lang="en-US" sz="6500" b="0" i="0" u="none" strike="noStrike" kern="1200" cap="all" spc="-50" normalizeH="0" baseline="0" noProof="0" dirty="0">
              <a:ln>
                <a:noFill/>
              </a:ln>
              <a:solidFill>
                <a:srgbClr val="C9DAD4"/>
              </a:solidFill>
              <a:effectLst/>
              <a:uLnTx/>
              <a:uFillTx/>
              <a:latin typeface="Noto Sans Black" panose="020B0A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05723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FA4F0E29-DA12-D65F-E830-6F04D24B8D1B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/>
          <a:p>
            <a:r>
              <a:rPr lang="en-US" dirty="0">
                <a:solidFill>
                  <a:schemeClr val="dk1"/>
                </a:solidFill>
              </a:rPr>
              <a:t>Basic description of the system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02FED09-D15B-1061-0CA9-2091B2BA697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Diploma thesis: E-box </a:t>
            </a:r>
            <a:r>
              <a:rPr lang="en-US" dirty="0" err="1"/>
              <a:t>aets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FDA074C-3FBE-AA7D-A6E2-7D03F3AE81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3687" y="533732"/>
            <a:ext cx="7829588" cy="6050136"/>
          </a:xfrm>
          <a:prstGeom prst="rect">
            <a:avLst/>
          </a:prstGeom>
        </p:spPr>
      </p:pic>
      <p:sp>
        <p:nvSpPr>
          <p:cNvPr id="9" name="Rectangle 5">
            <a:extLst>
              <a:ext uri="{FF2B5EF4-FFF2-40B4-BE49-F238E27FC236}">
                <a16:creationId xmlns:a16="http://schemas.microsoft.com/office/drawing/2014/main" id="{36150D9D-52C1-46D4-BD46-79AF379FDBAE}"/>
              </a:ext>
            </a:extLst>
          </p:cNvPr>
          <p:cNvSpPr/>
          <p:nvPr/>
        </p:nvSpPr>
        <p:spPr>
          <a:xfrm>
            <a:off x="551976" y="2848287"/>
            <a:ext cx="5544024" cy="2263853"/>
          </a:xfrm>
          <a:prstGeom prst="rect">
            <a:avLst/>
          </a:prstGeom>
          <a:solidFill>
            <a:srgbClr val="E7F0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t" anchorCtr="0"/>
          <a:lstStyle>
            <a:lvl1pPr>
              <a:buClr>
                <a:srgbClr val="237864"/>
              </a:buClr>
              <a:buFont typeface="Arial" panose="020B0604020202020204" pitchFamily="34" charset="0"/>
              <a:buChar char="•"/>
            </a:lvl1pPr>
            <a:lvl2pPr>
              <a:buClr>
                <a:srgbClr val="237864"/>
              </a:buClr>
              <a:buFont typeface="Arial" panose="020B0604020202020204" pitchFamily="34" charset="0"/>
              <a:buChar char="•"/>
            </a:lvl2pPr>
            <a:lvl3pPr>
              <a:buClr>
                <a:srgbClr val="237864"/>
              </a:buClr>
              <a:buFont typeface="Symbol" panose="05050102010706020507" pitchFamily="18" charset="2"/>
              <a:buChar char="-"/>
            </a:lvl3pPr>
            <a:lvl4pPr>
              <a:buClr>
                <a:schemeClr val="tx1"/>
              </a:buClr>
              <a:buFont typeface="Symbol" panose="05050102010706020507" pitchFamily="18" charset="2"/>
              <a:buChar char="-"/>
            </a:lvl4pPr>
            <a:lvl5pPr>
              <a:buClr>
                <a:schemeClr val="tx1"/>
              </a:buClr>
              <a:buFont typeface="Symbol" panose="05050102010706020507" pitchFamily="18" charset="2"/>
              <a:buChar char="-"/>
            </a:lvl5pPr>
            <a:lvl6pPr>
              <a:buClr>
                <a:schemeClr val="tx1"/>
              </a:buClr>
              <a:buFont typeface="Symbol" panose="05050102010706020507" pitchFamily="18" charset="2"/>
              <a:buChar char="-"/>
            </a:lvl6pPr>
            <a:lvl7pPr>
              <a:buClr>
                <a:schemeClr val="tx1"/>
              </a:buClr>
              <a:buFont typeface="Symbol" panose="05050102010706020507" pitchFamily="18" charset="2"/>
              <a:buChar char="-"/>
            </a:lvl7pPr>
            <a:lvl8pPr>
              <a:buClr>
                <a:schemeClr val="tx1"/>
              </a:buClr>
              <a:buFont typeface="Symbol" panose="05050102010706020507" pitchFamily="18" charset="2"/>
              <a:buChar char="-"/>
            </a:lvl8pPr>
            <a:lvl9pPr>
              <a:buFont typeface="Arial" panose="020B0604020202020204" pitchFamily="34" charset="0"/>
              <a:buChar char="•"/>
            </a:lvl9pPr>
          </a:lstStyle>
          <a:p>
            <a:pPr marL="171450" indent="-171450">
              <a:lnSpc>
                <a:spcPct val="300000"/>
              </a:lnSpc>
              <a:spcBef>
                <a:spcPts val="1200"/>
              </a:spcBef>
            </a:pPr>
            <a:r>
              <a:rPr lang="en-US" sz="1200" dirty="0">
                <a:solidFill>
                  <a:schemeClr val="dk1"/>
                </a:solidFill>
                <a:latin typeface="Noto Sans" panose="020B0502040504020204" pitchFamily="34" charset="0"/>
              </a:rPr>
              <a:t>Laboratory equipment for electrical testing of automotive components</a:t>
            </a:r>
          </a:p>
          <a:p>
            <a:pPr marL="171450" indent="-171450">
              <a:lnSpc>
                <a:spcPct val="300000"/>
              </a:lnSpc>
              <a:spcBef>
                <a:spcPts val="1200"/>
              </a:spcBef>
            </a:pPr>
            <a:r>
              <a:rPr lang="en-US" sz="1200" dirty="0">
                <a:solidFill>
                  <a:schemeClr val="dk1"/>
                </a:solidFill>
                <a:latin typeface="Noto Sans" panose="020B0502040504020204" pitchFamily="34" charset="0"/>
              </a:rPr>
              <a:t>Combines relay and MOSFET branches, local UI and PC control</a:t>
            </a:r>
          </a:p>
          <a:p>
            <a:pPr marL="171450" indent="-171450">
              <a:lnSpc>
                <a:spcPct val="300000"/>
              </a:lnSpc>
              <a:spcBef>
                <a:spcPts val="1200"/>
              </a:spcBef>
            </a:pPr>
            <a:r>
              <a:rPr lang="en-US" sz="1200" dirty="0">
                <a:solidFill>
                  <a:schemeClr val="dk1"/>
                </a:solidFill>
                <a:latin typeface="Noto Sans" panose="020B0502040504020204" pitchFamily="34" charset="0"/>
              </a:rPr>
              <a:t>Designed for faster, repeatable, safer and easier testing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9F5749EB-7C35-8BB1-64B2-83E28DCE19EE}"/>
              </a:ext>
            </a:extLst>
          </p:cNvPr>
          <p:cNvSpPr/>
          <p:nvPr/>
        </p:nvSpPr>
        <p:spPr>
          <a:xfrm>
            <a:off x="551976" y="2095810"/>
            <a:ext cx="5544024" cy="752477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t" anchorCtr="0">
            <a:spAutoFit/>
          </a:bodyPr>
          <a:lstStyle/>
          <a:p>
            <a:pPr>
              <a:spcBef>
                <a:spcPts val="600"/>
              </a:spcBef>
              <a:buClr>
                <a:srgbClr val="619685"/>
              </a:buClr>
            </a:pPr>
            <a:r>
              <a:rPr lang="en-US" b="1" dirty="0">
                <a:solidFill>
                  <a:schemeClr val="bg1"/>
                </a:solidFill>
                <a:latin typeface="+mj-lt"/>
              </a:rPr>
              <a:t>AETS</a:t>
            </a:r>
            <a:br>
              <a:rPr lang="en-US" sz="1200" b="1" dirty="0">
                <a:solidFill>
                  <a:schemeClr val="bg1"/>
                </a:solidFill>
                <a:latin typeface="+mj-lt"/>
              </a:rPr>
            </a:br>
            <a:r>
              <a:rPr lang="en-US" sz="1200" b="1" dirty="0">
                <a:solidFill>
                  <a:schemeClr val="bg1"/>
                </a:solidFill>
                <a:latin typeface="+mj-lt"/>
              </a:rPr>
              <a:t>Automated Electrical Testing System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47350113"/>
      </p:ext>
    </p:extLst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2C550E-7DAB-7009-2F3F-BFFDC16D7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B0E21FD0-838F-46EF-D7A7-0F17263D2EC0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/>
          <a:p>
            <a:r>
              <a:rPr lang="en-US" dirty="0">
                <a:solidFill>
                  <a:schemeClr val="dk1"/>
                </a:solidFill>
              </a:rPr>
              <a:t>Why was the device developed?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D991D67-82E5-F861-640C-3CDCCC85013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Diploma thesis: E-box </a:t>
            </a:r>
            <a:r>
              <a:rPr lang="en-US" dirty="0" err="1"/>
              <a:t>aets</a:t>
            </a:r>
            <a:endParaRPr lang="en-US" dirty="0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2A91A2D1-090E-6A8D-1C4C-E678D118525B}"/>
              </a:ext>
            </a:extLst>
          </p:cNvPr>
          <p:cNvSpPr/>
          <p:nvPr/>
        </p:nvSpPr>
        <p:spPr>
          <a:xfrm>
            <a:off x="479375" y="2506167"/>
            <a:ext cx="3648016" cy="2695559"/>
          </a:xfrm>
          <a:prstGeom prst="rect">
            <a:avLst/>
          </a:prstGeom>
          <a:solidFill>
            <a:srgbClr val="E7F0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t" anchorCtr="0"/>
          <a:lstStyle>
            <a:lvl1pPr>
              <a:buClr>
                <a:srgbClr val="237864"/>
              </a:buClr>
              <a:buFont typeface="Arial" panose="020B0604020202020204" pitchFamily="34" charset="0"/>
              <a:buChar char="•"/>
            </a:lvl1pPr>
            <a:lvl2pPr>
              <a:buClr>
                <a:srgbClr val="237864"/>
              </a:buClr>
              <a:buFont typeface="Arial" panose="020B0604020202020204" pitchFamily="34" charset="0"/>
              <a:buChar char="•"/>
            </a:lvl2pPr>
            <a:lvl3pPr>
              <a:buClr>
                <a:srgbClr val="237864"/>
              </a:buClr>
              <a:buFont typeface="Symbol" panose="05050102010706020507" pitchFamily="18" charset="2"/>
              <a:buChar char="-"/>
            </a:lvl3pPr>
            <a:lvl4pPr>
              <a:buClr>
                <a:schemeClr val="tx1"/>
              </a:buClr>
              <a:buFont typeface="Symbol" panose="05050102010706020507" pitchFamily="18" charset="2"/>
              <a:buChar char="-"/>
            </a:lvl4pPr>
            <a:lvl5pPr>
              <a:buClr>
                <a:schemeClr val="tx1"/>
              </a:buClr>
              <a:buFont typeface="Symbol" panose="05050102010706020507" pitchFamily="18" charset="2"/>
              <a:buChar char="-"/>
            </a:lvl5pPr>
            <a:lvl6pPr>
              <a:buClr>
                <a:schemeClr val="tx1"/>
              </a:buClr>
              <a:buFont typeface="Symbol" panose="05050102010706020507" pitchFamily="18" charset="2"/>
              <a:buChar char="-"/>
            </a:lvl6pPr>
            <a:lvl7pPr>
              <a:buClr>
                <a:schemeClr val="tx1"/>
              </a:buClr>
              <a:buFont typeface="Symbol" panose="05050102010706020507" pitchFamily="18" charset="2"/>
              <a:buChar char="-"/>
            </a:lvl7pPr>
            <a:lvl8pPr>
              <a:buClr>
                <a:schemeClr val="tx1"/>
              </a:buClr>
              <a:buFont typeface="Symbol" panose="05050102010706020507" pitchFamily="18" charset="2"/>
              <a:buChar char="-"/>
            </a:lvl8pPr>
            <a:lvl9pPr>
              <a:buFont typeface="Arial" panose="020B0604020202020204" pitchFamily="34" charset="0"/>
              <a:buChar char="•"/>
            </a:lvl9pPr>
          </a:lstStyle>
          <a:p>
            <a:pPr marL="171450" indent="-171450">
              <a:lnSpc>
                <a:spcPct val="200000"/>
              </a:lnSpc>
              <a:spcBef>
                <a:spcPts val="1200"/>
              </a:spcBef>
            </a:pPr>
            <a:r>
              <a:rPr lang="en-US" sz="1400" dirty="0">
                <a:solidFill>
                  <a:schemeClr val="dk1"/>
                </a:solidFill>
                <a:latin typeface="Noto Sans" panose="020B0502040504020204" pitchFamily="34" charset="0"/>
              </a:rPr>
              <a:t>Acceleration of repetitive electrical tests</a:t>
            </a:r>
          </a:p>
          <a:p>
            <a:pPr marL="171450" indent="-171450">
              <a:lnSpc>
                <a:spcPct val="200000"/>
              </a:lnSpc>
              <a:spcBef>
                <a:spcPts val="1200"/>
              </a:spcBef>
            </a:pPr>
            <a:r>
              <a:rPr lang="en-US" sz="1400" dirty="0">
                <a:solidFill>
                  <a:schemeClr val="dk1"/>
                </a:solidFill>
                <a:latin typeface="Noto Sans" panose="020B0502040504020204" pitchFamily="34" charset="0"/>
              </a:rPr>
              <a:t>Universal platform across EE Teams</a:t>
            </a:r>
          </a:p>
          <a:p>
            <a:pPr marL="171450" indent="-171450">
              <a:lnSpc>
                <a:spcPct val="200000"/>
              </a:lnSpc>
              <a:spcBef>
                <a:spcPts val="1200"/>
              </a:spcBef>
            </a:pPr>
            <a:r>
              <a:rPr lang="en-US" sz="1400" dirty="0">
                <a:solidFill>
                  <a:schemeClr val="dk1"/>
                </a:solidFill>
                <a:latin typeface="Noto Sans" panose="020B0502040504020204" pitchFamily="34" charset="0"/>
              </a:rPr>
              <a:t>Reproducibility of test sequences. 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167A276B-706E-23A0-5678-27A5AEA9437D}"/>
              </a:ext>
            </a:extLst>
          </p:cNvPr>
          <p:cNvSpPr/>
          <p:nvPr/>
        </p:nvSpPr>
        <p:spPr>
          <a:xfrm>
            <a:off x="479375" y="2030690"/>
            <a:ext cx="3648016" cy="537034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t" anchorCtr="0">
            <a:spAutoFit/>
          </a:bodyPr>
          <a:lstStyle/>
          <a:p>
            <a:pPr>
              <a:spcBef>
                <a:spcPts val="600"/>
              </a:spcBef>
              <a:buClr>
                <a:srgbClr val="619685"/>
              </a:buClr>
            </a:pPr>
            <a:r>
              <a:rPr lang="en-US" sz="1600" b="1" dirty="0">
                <a:solidFill>
                  <a:schemeClr val="bg1"/>
                </a:solidFill>
                <a:latin typeface="+mj-lt"/>
              </a:rPr>
              <a:t>Need in practice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24F817C-5450-A8BD-350A-8E75EBE09DA8}"/>
              </a:ext>
            </a:extLst>
          </p:cNvPr>
          <p:cNvSpPr/>
          <p:nvPr/>
        </p:nvSpPr>
        <p:spPr>
          <a:xfrm>
            <a:off x="4271392" y="2506168"/>
            <a:ext cx="3648016" cy="2695558"/>
          </a:xfrm>
          <a:prstGeom prst="rect">
            <a:avLst/>
          </a:prstGeom>
          <a:solidFill>
            <a:srgbClr val="E7F0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t" anchorCtr="0"/>
          <a:lstStyle>
            <a:lvl1pPr>
              <a:buClr>
                <a:srgbClr val="237864"/>
              </a:buClr>
              <a:buFont typeface="Arial" panose="020B0604020202020204" pitchFamily="34" charset="0"/>
              <a:buChar char="•"/>
            </a:lvl1pPr>
            <a:lvl2pPr>
              <a:buClr>
                <a:srgbClr val="237864"/>
              </a:buClr>
              <a:buFont typeface="Arial" panose="020B0604020202020204" pitchFamily="34" charset="0"/>
              <a:buChar char="•"/>
            </a:lvl2pPr>
            <a:lvl3pPr>
              <a:buClr>
                <a:srgbClr val="237864"/>
              </a:buClr>
              <a:buFont typeface="Symbol" panose="05050102010706020507" pitchFamily="18" charset="2"/>
              <a:buChar char="-"/>
            </a:lvl3pPr>
            <a:lvl4pPr>
              <a:buClr>
                <a:schemeClr val="tx1"/>
              </a:buClr>
              <a:buFont typeface="Symbol" panose="05050102010706020507" pitchFamily="18" charset="2"/>
              <a:buChar char="-"/>
            </a:lvl4pPr>
            <a:lvl5pPr>
              <a:buClr>
                <a:schemeClr val="tx1"/>
              </a:buClr>
              <a:buFont typeface="Symbol" panose="05050102010706020507" pitchFamily="18" charset="2"/>
              <a:buChar char="-"/>
            </a:lvl5pPr>
            <a:lvl6pPr>
              <a:buClr>
                <a:schemeClr val="tx1"/>
              </a:buClr>
              <a:buFont typeface="Symbol" panose="05050102010706020507" pitchFamily="18" charset="2"/>
              <a:buChar char="-"/>
            </a:lvl6pPr>
            <a:lvl7pPr>
              <a:buClr>
                <a:schemeClr val="tx1"/>
              </a:buClr>
              <a:buFont typeface="Symbol" panose="05050102010706020507" pitchFamily="18" charset="2"/>
              <a:buChar char="-"/>
            </a:lvl7pPr>
            <a:lvl8pPr>
              <a:buClr>
                <a:schemeClr val="tx1"/>
              </a:buClr>
              <a:buFont typeface="Symbol" panose="05050102010706020507" pitchFamily="18" charset="2"/>
              <a:buChar char="-"/>
            </a:lvl8pPr>
            <a:lvl9pPr>
              <a:buFont typeface="Arial" panose="020B0604020202020204" pitchFamily="34" charset="0"/>
              <a:buChar char="•"/>
            </a:lvl9pPr>
          </a:lstStyle>
          <a:p>
            <a:pPr marL="171450" indent="-171450">
              <a:lnSpc>
                <a:spcPct val="150000"/>
              </a:lnSpc>
              <a:spcBef>
                <a:spcPts val="1200"/>
              </a:spcBef>
            </a:pPr>
            <a:r>
              <a:rPr lang="en-US" sz="1400" dirty="0">
                <a:solidFill>
                  <a:schemeClr val="dk1"/>
                </a:solidFill>
                <a:latin typeface="Noto Sans" panose="020B0502040504020204" pitchFamily="34" charset="0"/>
              </a:rPr>
              <a:t>Switching of tested branches</a:t>
            </a:r>
          </a:p>
          <a:p>
            <a:pPr marL="171450" indent="-171450">
              <a:lnSpc>
                <a:spcPct val="150000"/>
              </a:lnSpc>
              <a:spcBef>
                <a:spcPts val="1200"/>
              </a:spcBef>
            </a:pPr>
            <a:r>
              <a:rPr lang="en-US" sz="1400" dirty="0">
                <a:solidFill>
                  <a:schemeClr val="dk1"/>
                </a:solidFill>
                <a:latin typeface="Noto Sans" panose="020B0502040504020204" pitchFamily="34" charset="0"/>
              </a:rPr>
              <a:t>Basic internal supervision of test progress</a:t>
            </a:r>
          </a:p>
          <a:p>
            <a:pPr marL="171450" indent="-171450">
              <a:lnSpc>
                <a:spcPct val="150000"/>
              </a:lnSpc>
              <a:spcBef>
                <a:spcPts val="1200"/>
              </a:spcBef>
            </a:pPr>
            <a:r>
              <a:rPr lang="en-US" sz="1400" dirty="0">
                <a:solidFill>
                  <a:schemeClr val="dk1"/>
                </a:solidFill>
                <a:latin typeface="Noto Sans" panose="020B0502040504020204" pitchFamily="34" charset="0"/>
              </a:rPr>
              <a:t>Communication with host PC with option to remotely control the device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73984504-C12A-08B8-172E-96B5E4AEEAB4}"/>
              </a:ext>
            </a:extLst>
          </p:cNvPr>
          <p:cNvSpPr/>
          <p:nvPr/>
        </p:nvSpPr>
        <p:spPr>
          <a:xfrm>
            <a:off x="4271392" y="2030690"/>
            <a:ext cx="3648016" cy="537034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t" anchorCtr="0">
            <a:spAutoFit/>
          </a:bodyPr>
          <a:lstStyle/>
          <a:p>
            <a:pPr>
              <a:spcBef>
                <a:spcPts val="600"/>
              </a:spcBef>
              <a:buClr>
                <a:srgbClr val="619685"/>
              </a:buClr>
            </a:pPr>
            <a:r>
              <a:rPr lang="en-US" sz="1600" b="1" dirty="0">
                <a:solidFill>
                  <a:schemeClr val="bg1"/>
                </a:solidFill>
                <a:latin typeface="+mj-lt"/>
              </a:rPr>
              <a:t>What it does</a:t>
            </a:r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C6EEE779-2FF6-274F-E64F-674EFE50C976}"/>
              </a:ext>
            </a:extLst>
          </p:cNvPr>
          <p:cNvSpPr/>
          <p:nvPr/>
        </p:nvSpPr>
        <p:spPr>
          <a:xfrm>
            <a:off x="8063408" y="2506167"/>
            <a:ext cx="3648016" cy="2695559"/>
          </a:xfrm>
          <a:prstGeom prst="rect">
            <a:avLst/>
          </a:prstGeom>
          <a:solidFill>
            <a:srgbClr val="E7F0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t" anchorCtr="0"/>
          <a:lstStyle>
            <a:lvl1pPr>
              <a:buClr>
                <a:srgbClr val="237864"/>
              </a:buClr>
              <a:buFont typeface="Arial" panose="020B0604020202020204" pitchFamily="34" charset="0"/>
              <a:buChar char="•"/>
            </a:lvl1pPr>
            <a:lvl2pPr>
              <a:buClr>
                <a:srgbClr val="237864"/>
              </a:buClr>
              <a:buFont typeface="Arial" panose="020B0604020202020204" pitchFamily="34" charset="0"/>
              <a:buChar char="•"/>
            </a:lvl2pPr>
            <a:lvl3pPr>
              <a:buClr>
                <a:srgbClr val="237864"/>
              </a:buClr>
              <a:buFont typeface="Symbol" panose="05050102010706020507" pitchFamily="18" charset="2"/>
              <a:buChar char="-"/>
            </a:lvl3pPr>
            <a:lvl4pPr>
              <a:buClr>
                <a:schemeClr val="tx1"/>
              </a:buClr>
              <a:buFont typeface="Symbol" panose="05050102010706020507" pitchFamily="18" charset="2"/>
              <a:buChar char="-"/>
            </a:lvl4pPr>
            <a:lvl5pPr>
              <a:buClr>
                <a:schemeClr val="tx1"/>
              </a:buClr>
              <a:buFont typeface="Symbol" panose="05050102010706020507" pitchFamily="18" charset="2"/>
              <a:buChar char="-"/>
            </a:lvl5pPr>
            <a:lvl6pPr>
              <a:buClr>
                <a:schemeClr val="tx1"/>
              </a:buClr>
              <a:buFont typeface="Symbol" panose="05050102010706020507" pitchFamily="18" charset="2"/>
              <a:buChar char="-"/>
            </a:lvl6pPr>
            <a:lvl7pPr>
              <a:buClr>
                <a:schemeClr val="tx1"/>
              </a:buClr>
              <a:buFont typeface="Symbol" panose="05050102010706020507" pitchFamily="18" charset="2"/>
              <a:buChar char="-"/>
            </a:lvl7pPr>
            <a:lvl8pPr>
              <a:buClr>
                <a:schemeClr val="tx1"/>
              </a:buClr>
              <a:buFont typeface="Symbol" panose="05050102010706020507" pitchFamily="18" charset="2"/>
              <a:buChar char="-"/>
            </a:lvl8pPr>
            <a:lvl9pPr>
              <a:buFont typeface="Arial" panose="020B0604020202020204" pitchFamily="34" charset="0"/>
              <a:buChar char="•"/>
            </a:lvl9pPr>
          </a:lstStyle>
          <a:p>
            <a:pPr marL="171450" indent="-171450">
              <a:lnSpc>
                <a:spcPct val="150000"/>
              </a:lnSpc>
              <a:spcBef>
                <a:spcPts val="1200"/>
              </a:spcBef>
            </a:pPr>
            <a:r>
              <a:rPr lang="en-US" sz="1400" dirty="0">
                <a:solidFill>
                  <a:schemeClr val="dk1"/>
                </a:solidFill>
                <a:latin typeface="Noto Sans" panose="020B0502040504020204" pitchFamily="34" charset="0"/>
              </a:rPr>
              <a:t>ON/OFF tests</a:t>
            </a:r>
          </a:p>
          <a:p>
            <a:pPr marL="171450" indent="-171450">
              <a:lnSpc>
                <a:spcPct val="150000"/>
              </a:lnSpc>
              <a:spcBef>
                <a:spcPts val="1200"/>
              </a:spcBef>
            </a:pPr>
            <a:r>
              <a:rPr lang="en-US" sz="1400" dirty="0">
                <a:solidFill>
                  <a:schemeClr val="dk1"/>
                </a:solidFill>
                <a:latin typeface="Noto Sans" panose="020B0502040504020204" pitchFamily="34" charset="0"/>
              </a:rPr>
              <a:t>Switching sequences</a:t>
            </a:r>
          </a:p>
          <a:p>
            <a:pPr marL="171450" indent="-171450">
              <a:lnSpc>
                <a:spcPct val="150000"/>
              </a:lnSpc>
              <a:spcBef>
                <a:spcPts val="1200"/>
              </a:spcBef>
            </a:pPr>
            <a:r>
              <a:rPr lang="en-US" sz="1400" dirty="0">
                <a:solidFill>
                  <a:schemeClr val="dk1"/>
                </a:solidFill>
                <a:latin typeface="Noto Sans" panose="020B0502040504020204" pitchFamily="34" charset="0"/>
              </a:rPr>
              <a:t>Fast switching for INRUSH current testing</a:t>
            </a:r>
          </a:p>
          <a:p>
            <a:pPr marL="171450" indent="-171450">
              <a:lnSpc>
                <a:spcPct val="150000"/>
              </a:lnSpc>
              <a:spcBef>
                <a:spcPts val="1200"/>
              </a:spcBef>
            </a:pPr>
            <a:r>
              <a:rPr lang="en-US" sz="1400" dirty="0">
                <a:solidFill>
                  <a:schemeClr val="dk1"/>
                </a:solidFill>
                <a:latin typeface="Noto Sans" panose="020B0502040504020204" pitchFamily="34" charset="0"/>
              </a:rPr>
              <a:t>Long-term cyclic tests</a:t>
            </a: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50581B8-071F-65B1-24EC-8253BDE1E34E}"/>
              </a:ext>
            </a:extLst>
          </p:cNvPr>
          <p:cNvSpPr/>
          <p:nvPr/>
        </p:nvSpPr>
        <p:spPr>
          <a:xfrm>
            <a:off x="8063408" y="2030690"/>
            <a:ext cx="3648016" cy="537034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t" anchorCtr="0">
            <a:spAutoFit/>
          </a:bodyPr>
          <a:lstStyle/>
          <a:p>
            <a:pPr>
              <a:spcBef>
                <a:spcPts val="600"/>
              </a:spcBef>
              <a:buClr>
                <a:srgbClr val="619685"/>
              </a:buClr>
            </a:pPr>
            <a:r>
              <a:rPr lang="en-US" sz="1600" b="1" dirty="0">
                <a:solidFill>
                  <a:schemeClr val="bg1"/>
                </a:solidFill>
                <a:latin typeface="+mj-lt"/>
              </a:rPr>
              <a:t>Typical usage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95787358"/>
      </p:ext>
    </p:extLst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87878-B847-9ED6-1CD1-7ED023408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E32101E8-A5A9-AF94-1BB8-8BA3F55C225D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/>
          <a:p>
            <a:r>
              <a:rPr lang="en-US" dirty="0">
                <a:solidFill>
                  <a:schemeClr val="dk1"/>
                </a:solidFill>
              </a:rPr>
              <a:t>Brief description of how the system works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4991A67-F059-B79D-8DF5-3FA73D252C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Diploma thesis: E-box </a:t>
            </a:r>
            <a:r>
              <a:rPr lang="en-US" dirty="0" err="1"/>
              <a:t>aets</a:t>
            </a:r>
            <a:endParaRPr lang="en-US" dirty="0"/>
          </a:p>
        </p:txBody>
      </p:sp>
      <p:graphicFrame>
        <p:nvGraphicFramePr>
          <p:cNvPr id="2" name="Process">
            <a:extLst>
              <a:ext uri="{FF2B5EF4-FFF2-40B4-BE49-F238E27FC236}">
                <a16:creationId xmlns:a16="http://schemas.microsoft.com/office/drawing/2014/main" id="{BC3CDA43-0B88-3FA8-276B-B024A805EF12}"/>
              </a:ext>
            </a:extLst>
          </p:cNvPr>
          <p:cNvGraphicFramePr>
            <a:graphicFrameLocks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934593219"/>
              </p:ext>
            </p:extLst>
          </p:nvPr>
        </p:nvGraphicFramePr>
        <p:xfrm>
          <a:off x="479425" y="1094360"/>
          <a:ext cx="11233150" cy="25891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9" name="Inhaltsplatzhalter 12">
            <a:extLst>
              <a:ext uri="{FF2B5EF4-FFF2-40B4-BE49-F238E27FC236}">
                <a16:creationId xmlns:a16="http://schemas.microsoft.com/office/drawing/2014/main" id="{B490FAD7-ADB6-4FBE-373C-E20E2C019C07}"/>
              </a:ext>
            </a:extLst>
          </p:cNvPr>
          <p:cNvSpPr txBox="1">
            <a:spLocks/>
          </p:cNvSpPr>
          <p:nvPr/>
        </p:nvSpPr>
        <p:spPr>
          <a:xfrm>
            <a:off x="8058962" y="3902618"/>
            <a:ext cx="3644369" cy="2084400"/>
          </a:xfrm>
          <a:prstGeom prst="rect">
            <a:avLst/>
          </a:prstGeom>
          <a:solidFill>
            <a:srgbClr val="E7F0E7"/>
          </a:solidFill>
          <a:ln w="6350" cap="flat" cmpd="sng" algn="ctr">
            <a:solidFill>
              <a:srgbClr val="C6C6C6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288000" tIns="288000" rIns="288000" bIns="14400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6E5D"/>
              </a:buClr>
              <a:buSzPct val="100000"/>
              <a:buFont typeface="Calibri" panose="020F050202020403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661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Noto Sans"/>
                <a:ea typeface="+mn-ea"/>
                <a:cs typeface="+mn-cs"/>
              </a:rPr>
              <a:t>Additional functions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46464"/>
                </a:solidFill>
                <a:effectLst/>
                <a:uLnTx/>
                <a:uFillTx/>
                <a:latin typeface="Noto Sans"/>
                <a:ea typeface="Noto Sans" panose="020B0502040504020204" pitchFamily="34"/>
                <a:cs typeface="Noto Sans" panose="020B0502040504020204" pitchFamily="34"/>
              </a:rPr>
              <a:t>Advanced UI, Trigger, Relay cycle counter &amp; </a:t>
            </a:r>
            <a:r>
              <a:rPr lang="en-US" dirty="0">
                <a:solidFill>
                  <a:srgbClr val="646464"/>
                </a:solidFill>
                <a:latin typeface="Noto Sans"/>
                <a:ea typeface="Noto Sans" panose="020B0502040504020204" pitchFamily="34"/>
                <a:cs typeface="Noto Sans" panose="020B0502040504020204" pitchFamily="34"/>
              </a:rPr>
              <a:t>c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646464"/>
                </a:solidFill>
                <a:effectLst/>
                <a:uLnTx/>
                <a:uFillTx/>
                <a:latin typeface="Noto Sans"/>
                <a:ea typeface="Noto Sans" panose="020B0502040504020204" pitchFamily="34"/>
                <a:cs typeface="Noto Sans" panose="020B0502040504020204" pitchFamily="34"/>
              </a:rPr>
              <a:t>urrent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46464"/>
                </a:solidFill>
                <a:effectLst/>
                <a:uLnTx/>
                <a:uFillTx/>
                <a:latin typeface="Noto Sans"/>
                <a:ea typeface="Noto Sans" panose="020B0502040504020204" pitchFamily="34"/>
                <a:cs typeface="Noto Sans" panose="020B0502040504020204" pitchFamily="34"/>
              </a:rPr>
              <a:t> monitoring, External MOSFET control</a:t>
            </a:r>
          </a:p>
        </p:txBody>
      </p:sp>
      <p:sp>
        <p:nvSpPr>
          <p:cNvPr id="10" name="Inhaltsplatzhalter 12">
            <a:extLst>
              <a:ext uri="{FF2B5EF4-FFF2-40B4-BE49-F238E27FC236}">
                <a16:creationId xmlns:a16="http://schemas.microsoft.com/office/drawing/2014/main" id="{5F136ADB-1B38-FD23-8A6A-C6C71C7B789B}"/>
              </a:ext>
            </a:extLst>
          </p:cNvPr>
          <p:cNvSpPr txBox="1">
            <a:spLocks/>
          </p:cNvSpPr>
          <p:nvPr/>
        </p:nvSpPr>
        <p:spPr>
          <a:xfrm>
            <a:off x="4269169" y="3902618"/>
            <a:ext cx="3644369" cy="2084400"/>
          </a:xfrm>
          <a:prstGeom prst="rect">
            <a:avLst/>
          </a:prstGeom>
          <a:solidFill>
            <a:srgbClr val="E7F0E7"/>
          </a:solidFill>
          <a:ln w="6350" cap="flat" cmpd="sng" algn="ctr">
            <a:solidFill>
              <a:srgbClr val="C6C6C6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288000" tIns="288000" rIns="288000" bIns="14400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6E5D"/>
              </a:buClr>
              <a:buSzPct val="100000"/>
              <a:buFont typeface="Calibri" panose="020F050202020403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661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Noto Sans"/>
                <a:ea typeface="+mn-ea"/>
                <a:cs typeface="+mn-cs"/>
              </a:rPr>
              <a:t>MOSFETs</a:t>
            </a:r>
          </a:p>
          <a:p>
            <a:pPr lvl="0">
              <a:lnSpc>
                <a:spcPct val="120000"/>
              </a:lnSpc>
            </a:pPr>
            <a:r>
              <a:rPr lang="en-US" dirty="0">
                <a:solidFill>
                  <a:srgbClr val="646464"/>
                </a:solidFill>
                <a:ea typeface="Noto Sans" panose="020B0502040504020204" pitchFamily="34"/>
                <a:cs typeface="Noto Sans" panose="020B0502040504020204" pitchFamily="34"/>
              </a:rPr>
              <a:t>Bidirectional structure, short pulses, and monitoring of transient signals.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646464"/>
              </a:solidFill>
              <a:effectLst/>
              <a:uLnTx/>
              <a:uFillTx/>
              <a:latin typeface="Noto Sans"/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13" name="Inhaltsplatzhalter 12">
            <a:extLst>
              <a:ext uri="{FF2B5EF4-FFF2-40B4-BE49-F238E27FC236}">
                <a16:creationId xmlns:a16="http://schemas.microsoft.com/office/drawing/2014/main" id="{BC063149-A4C3-C424-D8C1-0606BAD37A02}"/>
              </a:ext>
            </a:extLst>
          </p:cNvPr>
          <p:cNvSpPr txBox="1">
            <a:spLocks/>
          </p:cNvSpPr>
          <p:nvPr/>
        </p:nvSpPr>
        <p:spPr>
          <a:xfrm>
            <a:off x="479376" y="3902618"/>
            <a:ext cx="3644369" cy="2083336"/>
          </a:xfrm>
          <a:prstGeom prst="rect">
            <a:avLst/>
          </a:prstGeom>
          <a:solidFill>
            <a:srgbClr val="E7F0E7"/>
          </a:solidFill>
          <a:ln w="6350" cap="flat" cmpd="sng" algn="ctr">
            <a:solidFill>
              <a:srgbClr val="C6C6C6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288000" tIns="288000" rIns="288000" bIns="14400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6E5D"/>
              </a:buClr>
              <a:buSzPct val="100000"/>
              <a:buFont typeface="Calibri" panose="020F050202020403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661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Noto Sans"/>
                <a:ea typeface="+mn-ea"/>
                <a:cs typeface="+mn-cs"/>
              </a:rPr>
              <a:t>Relays</a:t>
            </a:r>
          </a:p>
          <a:p>
            <a:pPr lvl="0">
              <a:lnSpc>
                <a:spcPct val="120000"/>
              </a:lnSpc>
            </a:pPr>
            <a:r>
              <a:rPr lang="en-US" dirty="0">
                <a:solidFill>
                  <a:srgbClr val="646464"/>
                </a:solidFill>
                <a:ea typeface="Noto Sans" panose="020B0502040504020204" pitchFamily="34"/>
                <a:cs typeface="Noto Sans" panose="020B0502040504020204" pitchFamily="34"/>
              </a:rPr>
              <a:t>Low contact resistance (~15m</a:t>
            </a:r>
            <a:r>
              <a:rPr lang="el-GR" dirty="0">
                <a:solidFill>
                  <a:srgbClr val="646464"/>
                </a:solidFill>
                <a:ea typeface="Noto Sans" panose="020B0502040504020204" pitchFamily="34"/>
                <a:cs typeface="Noto Sans" panose="020B0502040504020204" pitchFamily="34"/>
              </a:rPr>
              <a:t>Ω</a:t>
            </a:r>
            <a:r>
              <a:rPr lang="en-US" dirty="0">
                <a:solidFill>
                  <a:srgbClr val="646464"/>
                </a:solidFill>
                <a:ea typeface="Noto Sans" panose="020B0502040504020204" pitchFamily="34"/>
                <a:cs typeface="Noto Sans" panose="020B0502040504020204" pitchFamily="34"/>
              </a:rPr>
              <a:t>), suitable for normal ON/OFF sequences and long-term cycles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646464"/>
              </a:solidFill>
              <a:effectLst/>
              <a:uLnTx/>
              <a:uFillTx/>
              <a:latin typeface="Noto Sans"/>
              <a:ea typeface="Noto Sans" panose="020B0502040504020204" pitchFamily="34"/>
              <a:cs typeface="Noto Sans" panose="020B0502040504020204" pitchFamily="34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D15339FF-4AD7-F472-9006-485558DC01ED}"/>
                  </a:ext>
                </a:extLst>
              </p14:cNvPr>
              <p14:cNvContentPartPr/>
              <p14:nvPr/>
            </p14:nvContentPartPr>
            <p14:xfrm>
              <a:off x="7522023" y="4744325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D15339FF-4AD7-F472-9006-485558DC01E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515903" y="4738205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297777272"/>
      </p:ext>
    </p:extLst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DD2B45-764C-3EFD-179B-2B8403CFD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129C37CC-20EF-4BE6-472C-1C2695631427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/>
          <a:p>
            <a:r>
              <a:rPr lang="en-US" dirty="0">
                <a:solidFill>
                  <a:schemeClr val="dk1"/>
                </a:solidFill>
              </a:rPr>
              <a:t>Brief description of how the system works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F68C659-C6FA-11AA-0067-5B672318A89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Diploma thesis: E-box </a:t>
            </a:r>
            <a:r>
              <a:rPr lang="en-US" dirty="0" err="1"/>
              <a:t>aets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C287F0E-1149-35ED-A38B-58117E88A1F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94627" y="1029875"/>
            <a:ext cx="7199638" cy="544103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931303618"/>
      </p:ext>
    </p:extLst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C6ED4-C658-5692-259C-D60A0BF62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4CD91996-3E48-E6C6-2DCA-9592D48EF0C5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/>
          <a:p>
            <a:r>
              <a:rPr lang="en-US" dirty="0">
                <a:solidFill>
                  <a:schemeClr val="dk1"/>
                </a:solidFill>
              </a:rPr>
              <a:t>Connectors and interfaces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0F799D0-3A90-75E7-FDD7-3EACBEF1EAB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Diploma thesis: E-box </a:t>
            </a:r>
            <a:r>
              <a:rPr lang="en-US" dirty="0" err="1"/>
              <a:t>aets</a:t>
            </a:r>
            <a:endParaRPr lang="en-US" dirty="0"/>
          </a:p>
        </p:txBody>
      </p:sp>
      <p:pic>
        <p:nvPicPr>
          <p:cNvPr id="2" name="Inhaltsplatzhalter 16">
            <a:extLst>
              <a:ext uri="{FF2B5EF4-FFF2-40B4-BE49-F238E27FC236}">
                <a16:creationId xmlns:a16="http://schemas.microsoft.com/office/drawing/2014/main" id="{A1C40D44-4043-3B8F-6B83-A4BE022788EA}"/>
              </a:ext>
            </a:extLst>
          </p:cNvPr>
          <p:cNvPicPr preferRelativeResize="0">
            <a:picLocks/>
          </p:cNvPicPr>
          <p:nvPr/>
        </p:nvPicPr>
        <p:blipFill>
          <a:blip r:embed="rId8"/>
          <a:srcRect/>
          <a:stretch/>
        </p:blipFill>
        <p:spPr bwMode="gray">
          <a:xfrm>
            <a:off x="953876" y="3826260"/>
            <a:ext cx="4181345" cy="2347422"/>
          </a:xfrm>
          <a:prstGeom prst="rect">
            <a:avLst/>
          </a:prstGeom>
          <a:solidFill>
            <a:sysClr val="window" lastClr="FFFFFF"/>
          </a:solidFill>
          <a:ln w="6350"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C6C6C6"/>
                </a:solidFill>
              </a14:hiddenLine>
            </a:ext>
          </a:extLst>
        </p:spPr>
      </p:pic>
      <p:sp>
        <p:nvSpPr>
          <p:cNvPr id="4" name="Rechteck 4">
            <a:extLst>
              <a:ext uri="{FF2B5EF4-FFF2-40B4-BE49-F238E27FC236}">
                <a16:creationId xmlns:a16="http://schemas.microsoft.com/office/drawing/2014/main" id="{A920D084-316A-60B2-1B0D-3A75EC133934}"/>
              </a:ext>
            </a:extLst>
          </p:cNvPr>
          <p:cNvSpPr/>
          <p:nvPr/>
        </p:nvSpPr>
        <p:spPr>
          <a:xfrm>
            <a:off x="953876" y="1340580"/>
            <a:ext cx="5616576" cy="2347422"/>
          </a:xfrm>
          <a:prstGeom prst="rect">
            <a:avLst/>
          </a:prstGeom>
          <a:solidFill>
            <a:srgbClr val="EBEBEB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grpSp>
        <p:nvGrpSpPr>
          <p:cNvPr id="6" name="Gruppieren 29">
            <a:extLst>
              <a:ext uri="{FF2B5EF4-FFF2-40B4-BE49-F238E27FC236}">
                <a16:creationId xmlns:a16="http://schemas.microsoft.com/office/drawing/2014/main" id="{14D9C68F-0166-A5F4-57F7-91C332A50710}"/>
              </a:ext>
            </a:extLst>
          </p:cNvPr>
          <p:cNvGrpSpPr/>
          <p:nvPr/>
        </p:nvGrpSpPr>
        <p:grpSpPr>
          <a:xfrm>
            <a:off x="1241252" y="1627199"/>
            <a:ext cx="4702348" cy="1839461"/>
            <a:chOff x="766800" y="1627200"/>
            <a:chExt cx="3859200" cy="1358649"/>
          </a:xfrm>
        </p:grpSpPr>
        <p:sp>
          <p:nvSpPr>
            <p:cNvPr id="7" name="Basic text boxes / 1/4 page / right">
              <a:extLst>
                <a:ext uri="{FF2B5EF4-FFF2-40B4-BE49-F238E27FC236}">
                  <a16:creationId xmlns:a16="http://schemas.microsoft.com/office/drawing/2014/main" id="{FE6159FA-29E0-059A-50FA-99F70E36FCCF}"/>
                </a:ext>
              </a:extLst>
            </p:cNvPr>
            <p:cNvSpPr txBox="1">
              <a:spLocks/>
            </p:cNvSpPr>
            <p:nvPr>
              <p:custDataLst>
                <p:tags r:id="rId4"/>
              </p:custDataLst>
            </p:nvPr>
          </p:nvSpPr>
          <p:spPr>
            <a:xfrm>
              <a:off x="766800" y="1627200"/>
              <a:ext cx="3859200" cy="324498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lIns="0" tIns="0" rIns="0" bIns="108000">
              <a:sp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4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82880" indent="-18288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6E5D"/>
                </a:buClr>
                <a:buSzPct val="100000"/>
                <a:buFont typeface="Calibri" panose="020F0502020204030204" pitchFamily="34" charset="0"/>
                <a:buChar char="•"/>
                <a:defRPr lang="en-US" sz="14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56616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chemeClr val="tx1"/>
                </a:buClr>
                <a:buSzPct val="100000"/>
                <a:buFont typeface="Symbol" panose="05050102010706020507" pitchFamily="18" charset="2"/>
                <a:buChar char="-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39496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Font typeface="Calibri" panose="020F0502020204030204" pitchFamily="34" charset="0"/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539496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Font typeface="Calibri" panose="020F0502020204030204" pitchFamily="34" charset="0"/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539496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Font typeface="Calibri" panose="020F0502020204030204" pitchFamily="34" charset="0"/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39496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Font typeface="Calibri" panose="020F0502020204030204" pitchFamily="34" charset="0"/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539496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Font typeface="Calibri" panose="020F0502020204030204" pitchFamily="34" charset="0"/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39496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Font typeface="Calibri" panose="020F0502020204030204" pitchFamily="34" charset="0"/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2C2C2C"/>
                  </a:solidFill>
                  <a:effectLst/>
                  <a:uLnTx/>
                  <a:uFillTx/>
                  <a:latin typeface="Noto Sans"/>
                  <a:ea typeface="+mn-ea"/>
                  <a:cs typeface="+mn-cs"/>
                </a:rPr>
                <a:t>Control Connectors</a:t>
              </a:r>
            </a:p>
          </p:txBody>
        </p:sp>
        <p:sp>
          <p:nvSpPr>
            <p:cNvPr id="9" name="Basic text boxes / 1/4 page / right">
              <a:extLst>
                <a:ext uri="{FF2B5EF4-FFF2-40B4-BE49-F238E27FC236}">
                  <a16:creationId xmlns:a16="http://schemas.microsoft.com/office/drawing/2014/main" id="{C3134BC3-D930-E68F-1559-AC14380B50E5}"/>
                </a:ext>
              </a:extLst>
            </p:cNvPr>
            <p:cNvSpPr txBox="1">
              <a:spLocks/>
            </p:cNvSpPr>
            <p:nvPr>
              <p:custDataLst>
                <p:tags r:id="rId5"/>
              </p:custDataLst>
            </p:nvPr>
          </p:nvSpPr>
          <p:spPr>
            <a:xfrm>
              <a:off x="766800" y="1951698"/>
              <a:ext cx="3859200" cy="1034151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>
              <a:lvl1pPr marL="0" indent="0" algn="l" defTabSz="914400" rtl="0" eaLnBrk="1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82880" indent="-182880" algn="l" defTabSz="914400" rtl="0" eaLnBrk="1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619685"/>
                </a:buClr>
                <a:buSzPct val="100000"/>
                <a:buFont typeface="Calibri" panose="020F0502020204030204" pitchFamily="34" charset="0"/>
                <a:buChar char="•"/>
                <a:defRPr lang="en-US" sz="12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56616" indent="-180000" algn="l" defTabSz="914400" rtl="0" eaLnBrk="1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0"/>
                </a:spcAft>
                <a:buClr>
                  <a:schemeClr val="tx1"/>
                </a:buClr>
                <a:buSzPct val="100000"/>
                <a:buFont typeface="Symbol" panose="05050102010706020507" pitchFamily="18" charset="2"/>
                <a:buChar char="-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39496" indent="-180000" algn="l" defTabSz="914400" rtl="0" eaLnBrk="1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0"/>
                </a:spcAft>
                <a:buClrTx/>
                <a:buFont typeface="Calibri" panose="020F0502020204030204" pitchFamily="34" charset="0"/>
                <a:buChar char="–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539496" indent="-180000" algn="l" defTabSz="914400" rtl="0" eaLnBrk="1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0"/>
                </a:spcAft>
                <a:buClrTx/>
                <a:buFont typeface="Calibri" panose="020F0502020204030204" pitchFamily="34" charset="0"/>
                <a:buChar char="–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539496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Font typeface="Calibri" panose="020F0502020204030204" pitchFamily="34" charset="0"/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39496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Font typeface="Calibri" panose="020F0502020204030204" pitchFamily="34" charset="0"/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539496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Font typeface="Calibri" panose="020F0502020204030204" pitchFamily="34" charset="0"/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39496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Font typeface="Calibri" panose="020F0502020204030204" pitchFamily="34" charset="0"/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1450" lvl="0" indent="-1714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rgbClr val="2C2C2C"/>
                  </a:solidFill>
                  <a:ea typeface="Noto Sans Black" panose="020B0A02040504020204" pitchFamily="34" charset="0"/>
                  <a:cs typeface="Noto Sans Black" panose="020B0A02040504020204" pitchFamily="34" charset="0"/>
                </a:rPr>
                <a:t>12 V DC power supply jack</a:t>
              </a:r>
            </a:p>
            <a:p>
              <a:pPr marL="171450" lvl="0" indent="-1714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rgbClr val="2C2C2C"/>
                  </a:solidFill>
                  <a:ea typeface="Noto Sans Black" panose="020B0A02040504020204" pitchFamily="34" charset="0"/>
                  <a:cs typeface="Noto Sans Black" panose="020B0A02040504020204" pitchFamily="34" charset="0"/>
                </a:rPr>
                <a:t>2x BNC input for external control of MOSFETs </a:t>
              </a:r>
            </a:p>
            <a:p>
              <a:pPr marL="171450" lvl="0" indent="-1714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rgbClr val="2C2C2C"/>
                  </a:solidFill>
                  <a:ea typeface="Noto Sans Black" panose="020B0A02040504020204" pitchFamily="34" charset="0"/>
                  <a:cs typeface="Noto Sans Black" panose="020B0A02040504020204" pitchFamily="34" charset="0"/>
                </a:rPr>
                <a:t>BNC TRIGGER output for synchronization</a:t>
              </a:r>
            </a:p>
            <a:p>
              <a:pPr marL="171450" indent="-1714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rgbClr val="2C2C2C"/>
                  </a:solidFill>
                  <a:ea typeface="Noto Sans Black" panose="020B0A02040504020204" pitchFamily="34" charset="0"/>
                  <a:cs typeface="Noto Sans Black" panose="020B0A02040504020204" pitchFamily="34" charset="0"/>
                </a:rPr>
                <a:t>DSUB-9 CAN OUTPUT for extended communication</a:t>
              </a:r>
            </a:p>
            <a:p>
              <a:pPr marL="171450" indent="-1714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rgbClr val="2C2C2C"/>
                  </a:solidFill>
                  <a:ea typeface="Noto Sans Black" panose="020B0A02040504020204" pitchFamily="34" charset="0"/>
                  <a:cs typeface="Noto Sans Black" panose="020B0A02040504020204" pitchFamily="34" charset="0"/>
                </a:rPr>
                <a:t>USB for connection to a PC and remote control</a:t>
              </a:r>
            </a:p>
          </p:txBody>
        </p:sp>
      </p:grpSp>
      <p:pic>
        <p:nvPicPr>
          <p:cNvPr id="10" name="Inhaltsplatzhalter 16">
            <a:extLst>
              <a:ext uri="{FF2B5EF4-FFF2-40B4-BE49-F238E27FC236}">
                <a16:creationId xmlns:a16="http://schemas.microsoft.com/office/drawing/2014/main" id="{4C50E194-7CF3-C76E-0670-5ACAEA207961}"/>
              </a:ext>
            </a:extLst>
          </p:cNvPr>
          <p:cNvPicPr preferRelativeResize="0">
            <a:picLocks/>
          </p:cNvPicPr>
          <p:nvPr/>
        </p:nvPicPr>
        <p:blipFill>
          <a:blip r:embed="rId9"/>
          <a:srcRect/>
          <a:stretch/>
        </p:blipFill>
        <p:spPr bwMode="gray">
          <a:xfrm>
            <a:off x="6768457" y="1340580"/>
            <a:ext cx="4181345" cy="2347422"/>
          </a:xfrm>
          <a:prstGeom prst="rect">
            <a:avLst/>
          </a:prstGeom>
          <a:solidFill>
            <a:sysClr val="window" lastClr="FFFFFF"/>
          </a:solidFill>
          <a:ln w="6350"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C6C6C6"/>
                </a:solidFill>
              </a14:hiddenLine>
            </a:ext>
          </a:extLst>
        </p:spPr>
      </p:pic>
      <p:sp>
        <p:nvSpPr>
          <p:cNvPr id="11" name="Rechteck 24">
            <a:extLst>
              <a:ext uri="{FF2B5EF4-FFF2-40B4-BE49-F238E27FC236}">
                <a16:creationId xmlns:a16="http://schemas.microsoft.com/office/drawing/2014/main" id="{4988FC84-EF37-4FAA-FB58-68D8EF0ADAE4}"/>
              </a:ext>
            </a:extLst>
          </p:cNvPr>
          <p:cNvSpPr/>
          <p:nvPr/>
        </p:nvSpPr>
        <p:spPr>
          <a:xfrm>
            <a:off x="5335735" y="3817965"/>
            <a:ext cx="5616576" cy="2347422"/>
          </a:xfrm>
          <a:prstGeom prst="rect">
            <a:avLst/>
          </a:prstGeom>
          <a:solidFill>
            <a:srgbClr val="EBEBEB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grpSp>
        <p:nvGrpSpPr>
          <p:cNvPr id="16" name="Gruppieren 29">
            <a:extLst>
              <a:ext uri="{FF2B5EF4-FFF2-40B4-BE49-F238E27FC236}">
                <a16:creationId xmlns:a16="http://schemas.microsoft.com/office/drawing/2014/main" id="{4911A689-F8C0-2E01-6B1E-016FAEB86DFE}"/>
              </a:ext>
            </a:extLst>
          </p:cNvPr>
          <p:cNvGrpSpPr/>
          <p:nvPr/>
        </p:nvGrpSpPr>
        <p:grpSpPr>
          <a:xfrm>
            <a:off x="5620604" y="4130836"/>
            <a:ext cx="3859200" cy="828995"/>
            <a:chOff x="766800" y="1627200"/>
            <a:chExt cx="3859200" cy="828995"/>
          </a:xfrm>
        </p:grpSpPr>
        <p:sp>
          <p:nvSpPr>
            <p:cNvPr id="17" name="Basic text boxes / 1/4 page / right">
              <a:extLst>
                <a:ext uri="{FF2B5EF4-FFF2-40B4-BE49-F238E27FC236}">
                  <a16:creationId xmlns:a16="http://schemas.microsoft.com/office/drawing/2014/main" id="{3754AE29-54B1-1732-E9CE-423E82679288}"/>
                </a:ext>
              </a:extLst>
            </p:cNvPr>
            <p:cNvSpPr txBox="1">
              <a:spLocks/>
            </p:cNvSpPr>
            <p:nvPr>
              <p:custDataLst>
                <p:tags r:id="rId2"/>
              </p:custDataLst>
            </p:nvPr>
          </p:nvSpPr>
          <p:spPr>
            <a:xfrm>
              <a:off x="766800" y="1627200"/>
              <a:ext cx="3859200" cy="324498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lIns="0" tIns="0" rIns="0" bIns="108000">
              <a:sp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4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82880" indent="-18288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6E5D"/>
                </a:buClr>
                <a:buSzPct val="100000"/>
                <a:buFont typeface="Calibri" panose="020F0502020204030204" pitchFamily="34" charset="0"/>
                <a:buChar char="•"/>
                <a:defRPr lang="en-US" sz="14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56616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chemeClr val="tx1"/>
                </a:buClr>
                <a:buSzPct val="100000"/>
                <a:buFont typeface="Symbol" panose="05050102010706020507" pitchFamily="18" charset="2"/>
                <a:buChar char="-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39496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Font typeface="Calibri" panose="020F0502020204030204" pitchFamily="34" charset="0"/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539496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Font typeface="Calibri" panose="020F0502020204030204" pitchFamily="34" charset="0"/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539496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Font typeface="Calibri" panose="020F0502020204030204" pitchFamily="34" charset="0"/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39496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Font typeface="Calibri" panose="020F0502020204030204" pitchFamily="34" charset="0"/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539496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Font typeface="Calibri" panose="020F0502020204030204" pitchFamily="34" charset="0"/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39496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Font typeface="Calibri" panose="020F0502020204030204" pitchFamily="34" charset="0"/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2C2C2C"/>
                  </a:solidFill>
                  <a:effectLst/>
                  <a:uLnTx/>
                  <a:uFillTx/>
                  <a:latin typeface="Noto Sans"/>
                  <a:ea typeface="+mn-ea"/>
                  <a:cs typeface="+mn-cs"/>
                </a:rPr>
                <a:t>Test Connectors</a:t>
              </a:r>
            </a:p>
          </p:txBody>
        </p:sp>
        <p:sp>
          <p:nvSpPr>
            <p:cNvPr id="18" name="Basic text boxes / 1/4 page / right">
              <a:extLst>
                <a:ext uri="{FF2B5EF4-FFF2-40B4-BE49-F238E27FC236}">
                  <a16:creationId xmlns:a16="http://schemas.microsoft.com/office/drawing/2014/main" id="{EE6040CC-47B8-7B2F-7ACB-DAFDFF19C968}"/>
                </a:ext>
              </a:extLst>
            </p:cNvPr>
            <p:cNvSpPr txBox="1">
              <a:spLocks/>
            </p:cNvSpPr>
            <p:nvPr>
              <p:custDataLst>
                <p:tags r:id="rId3"/>
              </p:custDataLst>
            </p:nvPr>
          </p:nvSpPr>
          <p:spPr>
            <a:xfrm>
              <a:off x="766800" y="1951698"/>
              <a:ext cx="3859200" cy="504497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>
              <a:lvl1pPr marL="0" indent="0" algn="l" defTabSz="914400" rtl="0" eaLnBrk="1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82880" indent="-182880" algn="l" defTabSz="914400" rtl="0" eaLnBrk="1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619685"/>
                </a:buClr>
                <a:buSzPct val="100000"/>
                <a:buFont typeface="Calibri" panose="020F0502020204030204" pitchFamily="34" charset="0"/>
                <a:buChar char="•"/>
                <a:defRPr lang="en-US" sz="12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56616" indent="-180000" algn="l" defTabSz="914400" rtl="0" eaLnBrk="1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0"/>
                </a:spcAft>
                <a:buClr>
                  <a:schemeClr val="tx1"/>
                </a:buClr>
                <a:buSzPct val="100000"/>
                <a:buFont typeface="Symbol" panose="05050102010706020507" pitchFamily="18" charset="2"/>
                <a:buChar char="-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39496" indent="-180000" algn="l" defTabSz="914400" rtl="0" eaLnBrk="1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0"/>
                </a:spcAft>
                <a:buClrTx/>
                <a:buFont typeface="Calibri" panose="020F0502020204030204" pitchFamily="34" charset="0"/>
                <a:buChar char="–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539496" indent="-180000" algn="l" defTabSz="914400" rtl="0" eaLnBrk="1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0"/>
                </a:spcAft>
                <a:buClrTx/>
                <a:buFont typeface="Calibri" panose="020F0502020204030204" pitchFamily="34" charset="0"/>
                <a:buChar char="–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539496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Font typeface="Calibri" panose="020F0502020204030204" pitchFamily="34" charset="0"/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39496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Font typeface="Calibri" panose="020F0502020204030204" pitchFamily="34" charset="0"/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539496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Font typeface="Calibri" panose="020F0502020204030204" pitchFamily="34" charset="0"/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39496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Font typeface="Calibri" panose="020F0502020204030204" pitchFamily="34" charset="0"/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354330" lvl="1" indent="-171450">
                <a:lnSpc>
                  <a:spcPct val="120000"/>
                </a:lnSpc>
                <a:buClrTx/>
                <a:buSzTx/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rgbClr val="2C2C2C"/>
                  </a:solidFill>
                  <a:ea typeface="Noto Sans Black" panose="020B0A02040504020204" pitchFamily="34" charset="0"/>
                  <a:cs typeface="Noto Sans Black" panose="020B0A02040504020204" pitchFamily="34" charset="0"/>
                </a:rPr>
                <a:t>4 Relay Branches</a:t>
              </a:r>
            </a:p>
            <a:p>
              <a:pPr marL="354330" lvl="1" indent="-171450">
                <a:lnSpc>
                  <a:spcPct val="120000"/>
                </a:lnSpc>
                <a:buClrTx/>
                <a:buSzTx/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rgbClr val="2C2C2C"/>
                  </a:solidFill>
                  <a:ea typeface="Noto Sans Black" panose="020B0A02040504020204" pitchFamily="34" charset="0"/>
                  <a:cs typeface="Noto Sans Black" panose="020B0A02040504020204" pitchFamily="34" charset="0"/>
                </a:rPr>
                <a:t>2 MOSFET switch pairs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3238073703"/>
      </p:ext>
    </p:extLst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06DA04-5F6D-1C31-1417-BD5F0EA64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D8F16B6A-1051-B172-3A1D-4A60B2D722A6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/>
          <a:p>
            <a:r>
              <a:rPr lang="en-US" dirty="0"/>
              <a:t>Complete Assembly</a:t>
            </a:r>
            <a:endParaRPr lang="en-US" dirty="0">
              <a:solidFill>
                <a:schemeClr val="dk1"/>
              </a:solidFill>
            </a:endParaRP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246F43F-16F7-A829-EFB7-2D01EE04DB8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Diploma thesis: E-box </a:t>
            </a:r>
            <a:r>
              <a:rPr lang="en-US" dirty="0" err="1"/>
              <a:t>aets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AB7BB9-6695-8B8E-26A1-56E657DBA8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1827" y="1227937"/>
            <a:ext cx="6365475" cy="484505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137236763"/>
      </p:ext>
    </p:extLst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9FB064-3B91-0982-C7D5-12CD395D9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FDAADF62-BF51-2ADF-C192-D6A889C2D964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/>
          <a:p>
            <a:r>
              <a:rPr lang="en-US" dirty="0">
                <a:solidFill>
                  <a:schemeClr val="dk1"/>
                </a:solidFill>
              </a:rPr>
              <a:t>System configuration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D03EB34-D5F4-C580-6196-AC160D22553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Diploma thesis: E-box </a:t>
            </a:r>
            <a:r>
              <a:rPr lang="en-US" dirty="0" err="1"/>
              <a:t>aets</a:t>
            </a:r>
            <a:endParaRPr lang="en-US" dirty="0"/>
          </a:p>
        </p:txBody>
      </p:sp>
      <p:graphicFrame>
        <p:nvGraphicFramePr>
          <p:cNvPr id="2" name="Process">
            <a:extLst>
              <a:ext uri="{FF2B5EF4-FFF2-40B4-BE49-F238E27FC236}">
                <a16:creationId xmlns:a16="http://schemas.microsoft.com/office/drawing/2014/main" id="{DBF9606C-B5AF-04F5-A12B-DE62FC969973}"/>
              </a:ext>
            </a:extLst>
          </p:cNvPr>
          <p:cNvGraphicFramePr>
            <a:graphicFrameLocks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110142366"/>
              </p:ext>
            </p:extLst>
          </p:nvPr>
        </p:nvGraphicFramePr>
        <p:xfrm>
          <a:off x="479425" y="3906568"/>
          <a:ext cx="11233150" cy="25891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9" name="Inhaltsplatzhalter 12">
            <a:extLst>
              <a:ext uri="{FF2B5EF4-FFF2-40B4-BE49-F238E27FC236}">
                <a16:creationId xmlns:a16="http://schemas.microsoft.com/office/drawing/2014/main" id="{FA9DB5B5-2312-67BA-38C5-52321E79B48E}"/>
              </a:ext>
            </a:extLst>
          </p:cNvPr>
          <p:cNvSpPr txBox="1">
            <a:spLocks/>
          </p:cNvSpPr>
          <p:nvPr/>
        </p:nvSpPr>
        <p:spPr>
          <a:xfrm>
            <a:off x="8058962" y="1642508"/>
            <a:ext cx="3644369" cy="2084400"/>
          </a:xfrm>
          <a:prstGeom prst="rect">
            <a:avLst/>
          </a:prstGeom>
          <a:solidFill>
            <a:srgbClr val="E7F0E7"/>
          </a:solidFill>
          <a:ln w="6350" cap="flat" cmpd="sng" algn="ctr">
            <a:solidFill>
              <a:srgbClr val="C6C6C6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288000" tIns="288000" rIns="288000" bIns="14400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6E5D"/>
              </a:buClr>
              <a:buSzPct val="100000"/>
              <a:buFont typeface="Calibri" panose="020F050202020403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661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Noto Sans"/>
                <a:ea typeface="+mn-ea"/>
                <a:cs typeface="+mn-cs"/>
              </a:rPr>
              <a:t>System options</a:t>
            </a:r>
          </a:p>
          <a:p>
            <a:pPr lvl="0">
              <a:lnSpc>
                <a:spcPct val="120000"/>
              </a:lnSpc>
              <a:defRPr/>
            </a:pPr>
            <a:r>
              <a:rPr lang="en-US" dirty="0">
                <a:solidFill>
                  <a:srgbClr val="646464"/>
                </a:solidFill>
                <a:ea typeface="Noto Sans" panose="020B0502040504020204" pitchFamily="34"/>
                <a:cs typeface="Noto Sans" panose="020B0502040504020204" pitchFamily="34"/>
              </a:rPr>
              <a:t>Trigger, communication and data storage in profiles.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646464"/>
              </a:solidFill>
              <a:effectLst/>
              <a:uLnTx/>
              <a:uFillTx/>
              <a:latin typeface="Noto Sans"/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10" name="Inhaltsplatzhalter 12">
            <a:extLst>
              <a:ext uri="{FF2B5EF4-FFF2-40B4-BE49-F238E27FC236}">
                <a16:creationId xmlns:a16="http://schemas.microsoft.com/office/drawing/2014/main" id="{288E61B1-0278-0E21-787D-E6E9B54B9D80}"/>
              </a:ext>
            </a:extLst>
          </p:cNvPr>
          <p:cNvSpPr txBox="1">
            <a:spLocks/>
          </p:cNvSpPr>
          <p:nvPr/>
        </p:nvSpPr>
        <p:spPr>
          <a:xfrm>
            <a:off x="4269169" y="1642508"/>
            <a:ext cx="3644369" cy="2084400"/>
          </a:xfrm>
          <a:prstGeom prst="rect">
            <a:avLst/>
          </a:prstGeom>
          <a:solidFill>
            <a:srgbClr val="E7F0E7"/>
          </a:solidFill>
          <a:ln w="6350" cap="flat" cmpd="sng" algn="ctr">
            <a:solidFill>
              <a:srgbClr val="C6C6C6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288000" tIns="288000" rIns="288000" bIns="14400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6E5D"/>
              </a:buClr>
              <a:buSzPct val="100000"/>
              <a:buFont typeface="Calibri" panose="020F050202020403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661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Noto Sans"/>
                <a:ea typeface="+mn-ea"/>
                <a:cs typeface="+mn-cs"/>
              </a:rPr>
              <a:t>MOSFETs</a:t>
            </a:r>
          </a:p>
          <a:p>
            <a:pPr lvl="0">
              <a:lnSpc>
                <a:spcPct val="120000"/>
              </a:lnSpc>
            </a:pPr>
            <a:r>
              <a:rPr lang="en-US" dirty="0">
                <a:solidFill>
                  <a:srgbClr val="646464"/>
                </a:solidFill>
                <a:ea typeface="Noto Sans" panose="020B0502040504020204" pitchFamily="34"/>
                <a:cs typeface="Noto Sans" panose="020B0502040504020204" pitchFamily="34"/>
              </a:rPr>
              <a:t>Channel enable, turn-on time, turn-off time, internal or external control selection, and number of cycles.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646464"/>
              </a:solidFill>
              <a:effectLst/>
              <a:uLnTx/>
              <a:uFillTx/>
              <a:latin typeface="Noto Sans"/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13" name="Inhaltsplatzhalter 12">
            <a:extLst>
              <a:ext uri="{FF2B5EF4-FFF2-40B4-BE49-F238E27FC236}">
                <a16:creationId xmlns:a16="http://schemas.microsoft.com/office/drawing/2014/main" id="{ED20A4C3-3DD9-D517-ED73-FE8D664D34D9}"/>
              </a:ext>
            </a:extLst>
          </p:cNvPr>
          <p:cNvSpPr txBox="1">
            <a:spLocks/>
          </p:cNvSpPr>
          <p:nvPr/>
        </p:nvSpPr>
        <p:spPr>
          <a:xfrm>
            <a:off x="479376" y="1642508"/>
            <a:ext cx="3644369" cy="2083336"/>
          </a:xfrm>
          <a:prstGeom prst="rect">
            <a:avLst/>
          </a:prstGeom>
          <a:solidFill>
            <a:srgbClr val="E7F0E7"/>
          </a:solidFill>
          <a:ln w="6350" cap="flat" cmpd="sng" algn="ctr">
            <a:solidFill>
              <a:srgbClr val="C6C6C6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288000" tIns="288000" rIns="288000" bIns="14400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6E5D"/>
              </a:buClr>
              <a:buSzPct val="100000"/>
              <a:buFont typeface="Calibri" panose="020F050202020403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661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Noto Sans"/>
                <a:ea typeface="+mn-ea"/>
                <a:cs typeface="+mn-cs"/>
              </a:rPr>
              <a:t>Relays</a:t>
            </a:r>
          </a:p>
          <a:p>
            <a:pPr lvl="0">
              <a:lnSpc>
                <a:spcPct val="120000"/>
              </a:lnSpc>
            </a:pPr>
            <a:r>
              <a:rPr lang="en-US" dirty="0">
                <a:solidFill>
                  <a:srgbClr val="646464"/>
                </a:solidFill>
                <a:ea typeface="Noto Sans" panose="020B0502040504020204" pitchFamily="34"/>
                <a:cs typeface="Noto Sans" panose="020B0502040504020204" pitchFamily="34"/>
              </a:rPr>
              <a:t>Channel enable, turn-on time, turn-off time, number of cycles, and internal current control limits.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49092094"/>
      </p:ext>
    </p:extLst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E8CE7-05DE-7FEC-6F05-91E155B60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2FF9F503-AC10-0B48-412A-221AAD8BEE73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/>
          <a:p>
            <a:r>
              <a:rPr lang="en-US" dirty="0">
                <a:solidFill>
                  <a:schemeClr val="dk1"/>
                </a:solidFill>
              </a:rPr>
              <a:t>System configuration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8BF5AD3-2305-171B-FEB7-4D24453C57E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Diploma thesis: E-box </a:t>
            </a:r>
            <a:r>
              <a:rPr lang="en-US" dirty="0" err="1"/>
              <a:t>aets</a:t>
            </a:r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41C1BBC-1A9D-861F-E9F1-1B13967E80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3975" y="1568929"/>
            <a:ext cx="5237568" cy="3720142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2248918A-98DE-13C5-065C-D7721E9909B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62268" y="966221"/>
            <a:ext cx="5595757" cy="551593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526541800"/>
      </p:ext>
    </p:extLst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E29BFE-C6F0-709F-E558-C85AEB2AA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564237C8-405B-CAF3-F72D-E322F7D7F221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/>
          <a:p>
            <a:r>
              <a:rPr lang="en-US" dirty="0">
                <a:solidFill>
                  <a:schemeClr val="dk1"/>
                </a:solidFill>
              </a:rPr>
              <a:t>Basic navigation and modes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E302EBD-34D5-2416-99EF-E7598BABE0C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Diploma thesis: E-box </a:t>
            </a:r>
            <a:r>
              <a:rPr lang="en-US" dirty="0" err="1"/>
              <a:t>aets</a:t>
            </a:r>
            <a:endParaRPr lang="en-US" dirty="0"/>
          </a:p>
        </p:txBody>
      </p:sp>
      <p:sp>
        <p:nvSpPr>
          <p:cNvPr id="9" name="Inhaltsplatzhalter 12">
            <a:extLst>
              <a:ext uri="{FF2B5EF4-FFF2-40B4-BE49-F238E27FC236}">
                <a16:creationId xmlns:a16="http://schemas.microsoft.com/office/drawing/2014/main" id="{B8D92905-9F67-9CE3-C766-51FB066A64F2}"/>
              </a:ext>
            </a:extLst>
          </p:cNvPr>
          <p:cNvSpPr txBox="1">
            <a:spLocks/>
          </p:cNvSpPr>
          <p:nvPr/>
        </p:nvSpPr>
        <p:spPr>
          <a:xfrm>
            <a:off x="8058962" y="1642508"/>
            <a:ext cx="3644369" cy="2084400"/>
          </a:xfrm>
          <a:prstGeom prst="rect">
            <a:avLst/>
          </a:prstGeom>
          <a:solidFill>
            <a:srgbClr val="E7F0E7"/>
          </a:solidFill>
          <a:ln w="6350" cap="flat" cmpd="sng" algn="ctr">
            <a:solidFill>
              <a:srgbClr val="C6C6C6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288000" tIns="288000" rIns="288000" bIns="14400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6E5D"/>
              </a:buClr>
              <a:buSzPct val="100000"/>
              <a:buFont typeface="Calibri" panose="020F050202020403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661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Noto Sans"/>
                <a:ea typeface="+mn-ea"/>
                <a:cs typeface="+mn-cs"/>
              </a:rPr>
              <a:t>TEST</a:t>
            </a:r>
          </a:p>
          <a:p>
            <a:pPr lvl="0">
              <a:lnSpc>
                <a:spcPct val="120000"/>
              </a:lnSpc>
              <a:defRPr/>
            </a:pPr>
            <a:r>
              <a:rPr lang="en-US" dirty="0">
                <a:solidFill>
                  <a:srgbClr val="646464"/>
                </a:solidFill>
                <a:ea typeface="Noto Sans" panose="020B0502040504020204" pitchFamily="34"/>
                <a:cs typeface="Noto Sans" panose="020B0502040504020204" pitchFamily="34"/>
              </a:rPr>
              <a:t>Run sequence with supervision. In case of failure, the system will switch to a safe state and report the error.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646464"/>
              </a:solidFill>
              <a:effectLst/>
              <a:uLnTx/>
              <a:uFillTx/>
              <a:latin typeface="Noto Sans"/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10" name="Inhaltsplatzhalter 12">
            <a:extLst>
              <a:ext uri="{FF2B5EF4-FFF2-40B4-BE49-F238E27FC236}">
                <a16:creationId xmlns:a16="http://schemas.microsoft.com/office/drawing/2014/main" id="{D33A77F2-1F94-C6FE-2B5A-9643FC67EB34}"/>
              </a:ext>
            </a:extLst>
          </p:cNvPr>
          <p:cNvSpPr txBox="1">
            <a:spLocks/>
          </p:cNvSpPr>
          <p:nvPr/>
        </p:nvSpPr>
        <p:spPr>
          <a:xfrm>
            <a:off x="4269169" y="1642508"/>
            <a:ext cx="3644369" cy="2084400"/>
          </a:xfrm>
          <a:prstGeom prst="rect">
            <a:avLst/>
          </a:prstGeom>
          <a:solidFill>
            <a:srgbClr val="E7F0E7"/>
          </a:solidFill>
          <a:ln w="6350" cap="flat" cmpd="sng" algn="ctr">
            <a:solidFill>
              <a:srgbClr val="C6C6C6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288000" tIns="288000" rIns="288000" bIns="14400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6E5D"/>
              </a:buClr>
              <a:buSzPct val="100000"/>
              <a:buFont typeface="Calibri" panose="020F050202020403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661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Noto Sans"/>
                <a:ea typeface="+mn-ea"/>
                <a:cs typeface="+mn-cs"/>
              </a:rPr>
              <a:t>REMOTE</a:t>
            </a:r>
          </a:p>
          <a:p>
            <a:pPr lvl="0">
              <a:lnSpc>
                <a:spcPct val="120000"/>
              </a:lnSpc>
            </a:pPr>
            <a:r>
              <a:rPr lang="en-US" dirty="0">
                <a:solidFill>
                  <a:srgbClr val="646464"/>
                </a:solidFill>
                <a:ea typeface="Noto Sans" panose="020B0502040504020204" pitchFamily="34"/>
                <a:cs typeface="Noto Sans" panose="020B0502040504020204" pitchFamily="34"/>
              </a:rPr>
              <a:t>Control from a PC via USB. Suitable for automation and integration into laboratory workflow.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646464"/>
              </a:solidFill>
              <a:effectLst/>
              <a:uLnTx/>
              <a:uFillTx/>
              <a:latin typeface="Noto Sans"/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13" name="Inhaltsplatzhalter 12">
            <a:extLst>
              <a:ext uri="{FF2B5EF4-FFF2-40B4-BE49-F238E27FC236}">
                <a16:creationId xmlns:a16="http://schemas.microsoft.com/office/drawing/2014/main" id="{A93C5F17-072E-71FD-BF54-583DFAF647A1}"/>
              </a:ext>
            </a:extLst>
          </p:cNvPr>
          <p:cNvSpPr txBox="1">
            <a:spLocks/>
          </p:cNvSpPr>
          <p:nvPr/>
        </p:nvSpPr>
        <p:spPr>
          <a:xfrm>
            <a:off x="479376" y="1642508"/>
            <a:ext cx="3644369" cy="2083336"/>
          </a:xfrm>
          <a:prstGeom prst="rect">
            <a:avLst/>
          </a:prstGeom>
          <a:solidFill>
            <a:srgbClr val="E7F0E7"/>
          </a:solidFill>
          <a:ln w="6350" cap="flat" cmpd="sng" algn="ctr">
            <a:solidFill>
              <a:srgbClr val="C6C6C6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288000" tIns="288000" rIns="288000" bIns="14400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6E5D"/>
              </a:buClr>
              <a:buSzPct val="100000"/>
              <a:buFont typeface="Calibri" panose="020F050202020403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661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Noto Sans"/>
                <a:ea typeface="+mn-ea"/>
                <a:cs typeface="+mn-cs"/>
              </a:rPr>
              <a:t>MANUAL</a:t>
            </a:r>
          </a:p>
          <a:p>
            <a:pPr lvl="0">
              <a:lnSpc>
                <a:spcPct val="120000"/>
              </a:lnSpc>
            </a:pPr>
            <a:r>
              <a:rPr lang="en-US" dirty="0">
                <a:solidFill>
                  <a:srgbClr val="646464"/>
                </a:solidFill>
                <a:ea typeface="Noto Sans" panose="020B0502040504020204" pitchFamily="34"/>
                <a:cs typeface="Noto Sans" panose="020B0502040504020204" pitchFamily="34"/>
              </a:rPr>
              <a:t>Local operation via display and encoder. Suitable for quick function checks, servicing, and simple sequences.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E81252FF-764F-583E-11F7-5793794AF72A}"/>
              </a:ext>
            </a:extLst>
          </p:cNvPr>
          <p:cNvSpPr/>
          <p:nvPr/>
        </p:nvSpPr>
        <p:spPr>
          <a:xfrm>
            <a:off x="1207698" y="4063042"/>
            <a:ext cx="9644332" cy="2432649"/>
          </a:xfrm>
          <a:prstGeom prst="rect">
            <a:avLst/>
          </a:prstGeom>
          <a:solidFill>
            <a:srgbClr val="E7F0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t" anchorCtr="0"/>
          <a:lstStyle>
            <a:lvl1pPr>
              <a:buClr>
                <a:srgbClr val="237864"/>
              </a:buClr>
              <a:buFont typeface="Arial" panose="020B0604020202020204" pitchFamily="34" charset="0"/>
              <a:buChar char="•"/>
            </a:lvl1pPr>
            <a:lvl2pPr>
              <a:buClr>
                <a:srgbClr val="237864"/>
              </a:buClr>
              <a:buFont typeface="Arial" panose="020B0604020202020204" pitchFamily="34" charset="0"/>
              <a:buChar char="•"/>
            </a:lvl2pPr>
            <a:lvl3pPr>
              <a:buClr>
                <a:srgbClr val="237864"/>
              </a:buClr>
              <a:buFont typeface="Symbol" panose="05050102010706020507" pitchFamily="18" charset="2"/>
              <a:buChar char="-"/>
            </a:lvl3pPr>
            <a:lvl4pPr>
              <a:buClr>
                <a:schemeClr val="tx1"/>
              </a:buClr>
              <a:buFont typeface="Symbol" panose="05050102010706020507" pitchFamily="18" charset="2"/>
              <a:buChar char="-"/>
            </a:lvl4pPr>
            <a:lvl5pPr>
              <a:buClr>
                <a:schemeClr val="tx1"/>
              </a:buClr>
              <a:buFont typeface="Symbol" panose="05050102010706020507" pitchFamily="18" charset="2"/>
              <a:buChar char="-"/>
            </a:lvl5pPr>
            <a:lvl6pPr>
              <a:buClr>
                <a:schemeClr val="tx1"/>
              </a:buClr>
              <a:buFont typeface="Symbol" panose="05050102010706020507" pitchFamily="18" charset="2"/>
              <a:buChar char="-"/>
            </a:lvl6pPr>
            <a:lvl7pPr>
              <a:buClr>
                <a:schemeClr val="tx1"/>
              </a:buClr>
              <a:buFont typeface="Symbol" panose="05050102010706020507" pitchFamily="18" charset="2"/>
              <a:buChar char="-"/>
            </a:lvl7pPr>
            <a:lvl8pPr>
              <a:buClr>
                <a:schemeClr val="tx1"/>
              </a:buClr>
              <a:buFont typeface="Symbol" panose="05050102010706020507" pitchFamily="18" charset="2"/>
              <a:buChar char="-"/>
            </a:lvl8pPr>
            <a:lvl9pPr>
              <a:buFont typeface="Arial" panose="020B0604020202020204" pitchFamily="34" charset="0"/>
              <a:buChar char="•"/>
            </a:lvl9pPr>
          </a:lstStyle>
          <a:p>
            <a:pPr marL="171450" indent="-171450">
              <a:lnSpc>
                <a:spcPct val="200000"/>
              </a:lnSpc>
              <a:spcBef>
                <a:spcPts val="1200"/>
              </a:spcBef>
            </a:pPr>
            <a:r>
              <a:rPr lang="en-US" sz="1400" dirty="0">
                <a:solidFill>
                  <a:schemeClr val="dk1"/>
                </a:solidFill>
                <a:latin typeface="Noto Sans" panose="020B0502040504020204" pitchFamily="34" charset="0"/>
              </a:rPr>
              <a:t>The display shows the basic status of the device, function selection, and test progress.</a:t>
            </a:r>
          </a:p>
          <a:p>
            <a:pPr marL="171450" indent="-171450">
              <a:lnSpc>
                <a:spcPct val="200000"/>
              </a:lnSpc>
              <a:spcBef>
                <a:spcPts val="1200"/>
              </a:spcBef>
            </a:pPr>
            <a:r>
              <a:rPr lang="en-US" sz="1400" dirty="0">
                <a:solidFill>
                  <a:schemeClr val="dk1"/>
                </a:solidFill>
                <a:latin typeface="Noto Sans" panose="020B0502040504020204" pitchFamily="34" charset="0"/>
              </a:rPr>
              <a:t>The encoder is used to navigate the menu, change parameters, and confirm selections.</a:t>
            </a:r>
          </a:p>
          <a:p>
            <a:pPr marL="171450" indent="-171450">
              <a:lnSpc>
                <a:spcPct val="200000"/>
              </a:lnSpc>
              <a:spcBef>
                <a:spcPts val="1200"/>
              </a:spcBef>
            </a:pPr>
            <a:r>
              <a:rPr lang="en-US" sz="1400" dirty="0">
                <a:solidFill>
                  <a:schemeClr val="dk1"/>
                </a:solidFill>
                <a:latin typeface="Noto Sans" panose="020B0502040504020204" pitchFamily="34" charset="0"/>
              </a:rPr>
              <a:t>The system can be controlled remotely using commands and telemetry/status information can be obtained.</a:t>
            </a:r>
          </a:p>
          <a:p>
            <a:pPr marL="171450" indent="-171450">
              <a:lnSpc>
                <a:spcPct val="200000"/>
              </a:lnSpc>
              <a:spcBef>
                <a:spcPts val="1200"/>
              </a:spcBef>
            </a:pPr>
            <a:r>
              <a:rPr lang="en-US" sz="1400" dirty="0">
                <a:solidFill>
                  <a:schemeClr val="dk1"/>
                </a:solidFill>
                <a:latin typeface="Noto Sans" panose="020B0502040504020204" pitchFamily="34" charset="0"/>
              </a:rPr>
              <a:t>Important operating data is stored in EEPROM and is retained in the event of a brownout.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48630992"/>
      </p:ext>
    </p:extLst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937927-CF00-3BFE-6A2D-9C4F44829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76AF2C79-5FB3-B0A8-507B-DD92F82A6486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/>
          <a:p>
            <a:r>
              <a:rPr lang="en-US" dirty="0">
                <a:solidFill>
                  <a:schemeClr val="dk1"/>
                </a:solidFill>
              </a:rPr>
              <a:t>Basic navigation and modes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84CC506-1900-73E7-BC5B-1A6B21B93C9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Diploma thesis: E-box </a:t>
            </a:r>
            <a:r>
              <a:rPr lang="en-US" dirty="0" err="1"/>
              <a:t>aets</a:t>
            </a:r>
            <a:endParaRPr lang="en-US" dirty="0"/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FEE6F936-F2E1-AFB8-A638-9CD640A074A7}"/>
              </a:ext>
            </a:extLst>
          </p:cNvPr>
          <p:cNvSpPr/>
          <p:nvPr/>
        </p:nvSpPr>
        <p:spPr>
          <a:xfrm>
            <a:off x="479375" y="1168060"/>
            <a:ext cx="3648016" cy="537034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t" anchorCtr="0">
            <a:spAutoFit/>
          </a:bodyPr>
          <a:lstStyle/>
          <a:p>
            <a:pPr algn="ctr">
              <a:spcBef>
                <a:spcPts val="600"/>
              </a:spcBef>
              <a:buClr>
                <a:srgbClr val="619685"/>
              </a:buClr>
            </a:pPr>
            <a:r>
              <a:rPr lang="en-US" sz="1600" b="1" dirty="0">
                <a:solidFill>
                  <a:schemeClr val="bg1"/>
                </a:solidFill>
                <a:latin typeface="+mj-lt"/>
              </a:rPr>
              <a:t>MANUAL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7BC9D45E-C1CE-68FF-5960-3083D4B0FA69}"/>
              </a:ext>
            </a:extLst>
          </p:cNvPr>
          <p:cNvSpPr/>
          <p:nvPr/>
        </p:nvSpPr>
        <p:spPr>
          <a:xfrm>
            <a:off x="4271392" y="1168060"/>
            <a:ext cx="3648016" cy="537034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t" anchorCtr="0">
            <a:spAutoFit/>
          </a:bodyPr>
          <a:lstStyle/>
          <a:p>
            <a:pPr algn="ctr">
              <a:spcBef>
                <a:spcPts val="600"/>
              </a:spcBef>
              <a:buClr>
                <a:srgbClr val="619685"/>
              </a:buClr>
            </a:pPr>
            <a:r>
              <a:rPr lang="en-US" sz="1600" b="1" dirty="0">
                <a:solidFill>
                  <a:schemeClr val="bg1"/>
                </a:solidFill>
                <a:latin typeface="+mj-lt"/>
              </a:rPr>
              <a:t>REMOTE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5E02A1A2-F94B-5888-ED86-95B0CACD4CCF}"/>
              </a:ext>
            </a:extLst>
          </p:cNvPr>
          <p:cNvSpPr/>
          <p:nvPr/>
        </p:nvSpPr>
        <p:spPr>
          <a:xfrm>
            <a:off x="8063408" y="1168060"/>
            <a:ext cx="3648016" cy="537034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t" anchorCtr="0">
            <a:spAutoFit/>
          </a:bodyPr>
          <a:lstStyle/>
          <a:p>
            <a:pPr algn="ctr">
              <a:spcBef>
                <a:spcPts val="600"/>
              </a:spcBef>
              <a:buClr>
                <a:srgbClr val="619685"/>
              </a:buClr>
            </a:pPr>
            <a:r>
              <a:rPr lang="en-US" sz="1600" b="1" dirty="0">
                <a:solidFill>
                  <a:schemeClr val="bg1"/>
                </a:solidFill>
                <a:latin typeface="+mj-lt"/>
              </a:rPr>
              <a:t>TEST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2680B11-3B9E-CFC4-803A-3D4379B328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376" y="2537760"/>
            <a:ext cx="3648016" cy="144420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A526807-4729-2C93-D3BF-E6B59AE3F3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375" y="3954549"/>
            <a:ext cx="3648017" cy="143504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E131CD9-D689-DCFE-B0AF-DAB745EA79F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3881"/>
          <a:stretch>
            <a:fillRect/>
          </a:stretch>
        </p:blipFill>
        <p:spPr>
          <a:xfrm>
            <a:off x="5198489" y="1791275"/>
            <a:ext cx="1793822" cy="498908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1BB5E40-057F-ADF0-3768-5412F554F6A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33222" y="2537760"/>
            <a:ext cx="3648016" cy="142524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41B1479-ED4B-38CD-57C1-281FE375B80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33222" y="3944508"/>
            <a:ext cx="3648016" cy="143877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9179192"/>
      </p:ext>
    </p:extLst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3BF820-40A0-E9D8-1F96-6D10A38D8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EA001653-212E-8386-C46E-DF54EC75210F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/>
          <a:p>
            <a:r>
              <a:rPr lang="en-US" dirty="0">
                <a:solidFill>
                  <a:schemeClr val="dk1"/>
                </a:solidFill>
              </a:rPr>
              <a:t>Post-test screens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805C5F7-B867-EEFB-DD52-F9926FA6192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Diploma thesis: E-box </a:t>
            </a:r>
            <a:r>
              <a:rPr lang="en-US" dirty="0" err="1"/>
              <a:t>aets</a:t>
            </a:r>
            <a:endParaRPr lang="en-US" dirty="0"/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C21A7C7C-2901-5112-51FC-20EE664A4AD1}"/>
              </a:ext>
            </a:extLst>
          </p:cNvPr>
          <p:cNvSpPr/>
          <p:nvPr/>
        </p:nvSpPr>
        <p:spPr>
          <a:xfrm>
            <a:off x="479375" y="1168060"/>
            <a:ext cx="3648016" cy="537034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t" anchorCtr="0">
            <a:spAutoFit/>
          </a:bodyPr>
          <a:lstStyle/>
          <a:p>
            <a:pPr algn="ctr">
              <a:spcBef>
                <a:spcPts val="600"/>
              </a:spcBef>
              <a:buClr>
                <a:srgbClr val="619685"/>
              </a:buClr>
            </a:pPr>
            <a:r>
              <a:rPr lang="en-US" sz="1600" b="1" dirty="0">
                <a:solidFill>
                  <a:schemeClr val="bg1"/>
                </a:solidFill>
                <a:latin typeface="+mj-lt"/>
              </a:rPr>
              <a:t>DONE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E97A66B-313E-1DEE-FE28-B5E9F5A7DB37}"/>
              </a:ext>
            </a:extLst>
          </p:cNvPr>
          <p:cNvSpPr/>
          <p:nvPr/>
        </p:nvSpPr>
        <p:spPr>
          <a:xfrm>
            <a:off x="4271392" y="1168060"/>
            <a:ext cx="3648016" cy="537034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t" anchorCtr="0">
            <a:spAutoFit/>
          </a:bodyPr>
          <a:lstStyle/>
          <a:p>
            <a:pPr algn="ctr">
              <a:spcBef>
                <a:spcPts val="600"/>
              </a:spcBef>
              <a:buClr>
                <a:srgbClr val="619685"/>
              </a:buClr>
            </a:pPr>
            <a:r>
              <a:rPr lang="en-US" sz="1600" b="1" dirty="0">
                <a:solidFill>
                  <a:schemeClr val="bg1"/>
                </a:solidFill>
                <a:latin typeface="+mj-lt"/>
              </a:rPr>
              <a:t>STOPPED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EF4B0C4B-77C5-FE35-B01D-AA287A89A03D}"/>
              </a:ext>
            </a:extLst>
          </p:cNvPr>
          <p:cNvSpPr/>
          <p:nvPr/>
        </p:nvSpPr>
        <p:spPr>
          <a:xfrm>
            <a:off x="8063408" y="1168060"/>
            <a:ext cx="3648016" cy="537034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t" anchorCtr="0">
            <a:spAutoFit/>
          </a:bodyPr>
          <a:lstStyle/>
          <a:p>
            <a:pPr algn="ctr">
              <a:spcBef>
                <a:spcPts val="600"/>
              </a:spcBef>
              <a:buClr>
                <a:srgbClr val="619685"/>
              </a:buClr>
            </a:pPr>
            <a:r>
              <a:rPr lang="en-US" sz="1600" b="1" dirty="0">
                <a:solidFill>
                  <a:schemeClr val="bg1"/>
                </a:solidFill>
                <a:latin typeface="+mj-lt"/>
              </a:rPr>
              <a:t>FAULT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008F672-7AF0-2203-9270-B37EC8245A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3407" y="4375394"/>
            <a:ext cx="3658603" cy="142958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BF818FA-EF33-CDE8-83EB-969696D57D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71392" y="2514510"/>
            <a:ext cx="3648016" cy="145113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5069F81-5DDB-F66A-6AE8-04306D0C38C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9375" y="2512592"/>
            <a:ext cx="3648016" cy="143558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3949707-BE96-D34E-3209-EC6DBE074AD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63408" y="2528033"/>
            <a:ext cx="3658603" cy="141423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811495119"/>
      </p:ext>
    </p:extLst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F2A7E6-08FA-92C8-695B-6BC9B62F9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922F4000-7FC9-A674-02BC-7847DA364CCD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/>
          <a:p>
            <a:r>
              <a:rPr lang="en-US" dirty="0">
                <a:solidFill>
                  <a:schemeClr val="dk1"/>
                </a:solidFill>
              </a:rPr>
              <a:t>First time using remote mode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EC32731-9BC6-163C-B5B4-E4C133E2E5E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Diploma thesis: E-box </a:t>
            </a:r>
            <a:r>
              <a:rPr lang="en-US" dirty="0" err="1"/>
              <a:t>aets</a:t>
            </a:r>
            <a:endParaRPr lang="en-US" dirty="0"/>
          </a:p>
        </p:txBody>
      </p:sp>
      <p:graphicFrame>
        <p:nvGraphicFramePr>
          <p:cNvPr id="2" name="Process">
            <a:extLst>
              <a:ext uri="{FF2B5EF4-FFF2-40B4-BE49-F238E27FC236}">
                <a16:creationId xmlns:a16="http://schemas.microsoft.com/office/drawing/2014/main" id="{BC14BD07-7682-EBA0-4A2B-712F30EB7CB1}"/>
              </a:ext>
            </a:extLst>
          </p:cNvPr>
          <p:cNvGraphicFramePr>
            <a:graphicFrameLocks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088828911"/>
              </p:ext>
            </p:extLst>
          </p:nvPr>
        </p:nvGraphicFramePr>
        <p:xfrm>
          <a:off x="479375" y="1266580"/>
          <a:ext cx="11233150" cy="12139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DB538019-3566-485E-495E-DDC5C5D03555}"/>
                  </a:ext>
                </a:extLst>
              </p14:cNvPr>
              <p14:cNvContentPartPr/>
              <p14:nvPr/>
            </p14:nvContentPartPr>
            <p14:xfrm>
              <a:off x="7522023" y="4744325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DB538019-3566-485E-495E-DDC5C5D03555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515903" y="4738205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Rectangle 5">
            <a:extLst>
              <a:ext uri="{FF2B5EF4-FFF2-40B4-BE49-F238E27FC236}">
                <a16:creationId xmlns:a16="http://schemas.microsoft.com/office/drawing/2014/main" id="{859ED4D9-B794-9F92-1A50-D2A14C2C8D16}"/>
              </a:ext>
            </a:extLst>
          </p:cNvPr>
          <p:cNvSpPr/>
          <p:nvPr/>
        </p:nvSpPr>
        <p:spPr>
          <a:xfrm>
            <a:off x="479375" y="3317050"/>
            <a:ext cx="3648016" cy="2695559"/>
          </a:xfrm>
          <a:prstGeom prst="rect">
            <a:avLst/>
          </a:prstGeom>
          <a:solidFill>
            <a:srgbClr val="E7F0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t" anchorCtr="0"/>
          <a:lstStyle>
            <a:lvl1pPr>
              <a:buClr>
                <a:srgbClr val="237864"/>
              </a:buClr>
              <a:buFont typeface="Arial" panose="020B0604020202020204" pitchFamily="34" charset="0"/>
              <a:buChar char="•"/>
            </a:lvl1pPr>
            <a:lvl2pPr>
              <a:buClr>
                <a:srgbClr val="237864"/>
              </a:buClr>
              <a:buFont typeface="Arial" panose="020B0604020202020204" pitchFamily="34" charset="0"/>
              <a:buChar char="•"/>
            </a:lvl2pPr>
            <a:lvl3pPr>
              <a:buClr>
                <a:srgbClr val="237864"/>
              </a:buClr>
              <a:buFont typeface="Symbol" panose="05050102010706020507" pitchFamily="18" charset="2"/>
              <a:buChar char="-"/>
            </a:lvl3pPr>
            <a:lvl4pPr>
              <a:buClr>
                <a:schemeClr val="tx1"/>
              </a:buClr>
              <a:buFont typeface="Symbol" panose="05050102010706020507" pitchFamily="18" charset="2"/>
              <a:buChar char="-"/>
            </a:lvl4pPr>
            <a:lvl5pPr>
              <a:buClr>
                <a:schemeClr val="tx1"/>
              </a:buClr>
              <a:buFont typeface="Symbol" panose="05050102010706020507" pitchFamily="18" charset="2"/>
              <a:buChar char="-"/>
            </a:lvl5pPr>
            <a:lvl6pPr>
              <a:buClr>
                <a:schemeClr val="tx1"/>
              </a:buClr>
              <a:buFont typeface="Symbol" panose="05050102010706020507" pitchFamily="18" charset="2"/>
              <a:buChar char="-"/>
            </a:lvl6pPr>
            <a:lvl7pPr>
              <a:buClr>
                <a:schemeClr val="tx1"/>
              </a:buClr>
              <a:buFont typeface="Symbol" panose="05050102010706020507" pitchFamily="18" charset="2"/>
              <a:buChar char="-"/>
            </a:lvl7pPr>
            <a:lvl8pPr>
              <a:buClr>
                <a:schemeClr val="tx1"/>
              </a:buClr>
              <a:buFont typeface="Symbol" panose="05050102010706020507" pitchFamily="18" charset="2"/>
              <a:buChar char="-"/>
            </a:lvl8pPr>
            <a:lvl9pPr>
              <a:buFont typeface="Arial" panose="020B0604020202020204" pitchFamily="34" charset="0"/>
              <a:buChar char="•"/>
            </a:lvl9pPr>
          </a:lstStyle>
          <a:p>
            <a:pPr marL="171450" indent="-171450">
              <a:lnSpc>
                <a:spcPct val="150000"/>
              </a:lnSpc>
              <a:spcBef>
                <a:spcPts val="1200"/>
              </a:spcBef>
            </a:pPr>
            <a:r>
              <a:rPr lang="en-US" sz="1400" dirty="0">
                <a:solidFill>
                  <a:schemeClr val="dk1"/>
                </a:solidFill>
                <a:latin typeface="Noto Sans" panose="020B0502040504020204" pitchFamily="34" charset="0"/>
              </a:rPr>
              <a:t>Choose COM port (dynamic)</a:t>
            </a:r>
          </a:p>
          <a:p>
            <a:pPr marL="171450" indent="-171450">
              <a:lnSpc>
                <a:spcPct val="150000"/>
              </a:lnSpc>
              <a:spcBef>
                <a:spcPts val="1200"/>
              </a:spcBef>
            </a:pPr>
            <a:r>
              <a:rPr lang="en-US" sz="1400" dirty="0" err="1">
                <a:solidFill>
                  <a:schemeClr val="dk1"/>
                </a:solidFill>
                <a:latin typeface="Noto Sans" panose="020B0502040504020204" pitchFamily="34" charset="0"/>
              </a:rPr>
              <a:t>Baudrate</a:t>
            </a:r>
            <a:r>
              <a:rPr lang="en-US" sz="1400" dirty="0">
                <a:solidFill>
                  <a:schemeClr val="dk1"/>
                </a:solidFill>
                <a:latin typeface="Noto Sans" panose="020B0502040504020204" pitchFamily="34" charset="0"/>
              </a:rPr>
              <a:t>: 9600</a:t>
            </a:r>
          </a:p>
          <a:p>
            <a:pPr marL="171450" indent="-171450">
              <a:lnSpc>
                <a:spcPct val="150000"/>
              </a:lnSpc>
              <a:spcBef>
                <a:spcPts val="1200"/>
              </a:spcBef>
            </a:pPr>
            <a:r>
              <a:rPr lang="en-US" sz="1400" dirty="0" err="1">
                <a:solidFill>
                  <a:schemeClr val="dk1"/>
                </a:solidFill>
                <a:latin typeface="Noto Sans" panose="020B0502040504020204" pitchFamily="34" charset="0"/>
              </a:rPr>
              <a:t>Databits</a:t>
            </a:r>
            <a:r>
              <a:rPr lang="en-US" sz="1400" dirty="0">
                <a:solidFill>
                  <a:schemeClr val="dk1"/>
                </a:solidFill>
                <a:latin typeface="Noto Sans" panose="020B0502040504020204" pitchFamily="34" charset="0"/>
              </a:rPr>
              <a:t>: 8</a:t>
            </a:r>
          </a:p>
          <a:p>
            <a:pPr marL="171450" indent="-171450">
              <a:lnSpc>
                <a:spcPct val="150000"/>
              </a:lnSpc>
              <a:spcBef>
                <a:spcPts val="1200"/>
              </a:spcBef>
            </a:pPr>
            <a:r>
              <a:rPr lang="en-US" sz="1400" dirty="0">
                <a:solidFill>
                  <a:schemeClr val="dk1"/>
                </a:solidFill>
                <a:latin typeface="Noto Sans" panose="020B0502040504020204" pitchFamily="34" charset="0"/>
              </a:rPr>
              <a:t>Parity: None</a:t>
            </a:r>
          </a:p>
          <a:p>
            <a:pPr marL="171450" indent="-171450">
              <a:lnSpc>
                <a:spcPct val="150000"/>
              </a:lnSpc>
              <a:spcBef>
                <a:spcPts val="1200"/>
              </a:spcBef>
            </a:pPr>
            <a:r>
              <a:rPr lang="en-US" sz="1400" dirty="0" err="1">
                <a:solidFill>
                  <a:schemeClr val="dk1"/>
                </a:solidFill>
                <a:latin typeface="Noto Sans" panose="020B0502040504020204" pitchFamily="34" charset="0"/>
              </a:rPr>
              <a:t>Stopbits</a:t>
            </a:r>
            <a:r>
              <a:rPr lang="en-US" sz="1400" dirty="0">
                <a:solidFill>
                  <a:schemeClr val="dk1"/>
                </a:solidFill>
                <a:latin typeface="Noto Sans" panose="020B0502040504020204" pitchFamily="34" charset="0"/>
              </a:rPr>
              <a:t>: One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AD44CB59-B76B-6237-B33C-A4BB24E35A2B}"/>
              </a:ext>
            </a:extLst>
          </p:cNvPr>
          <p:cNvSpPr/>
          <p:nvPr/>
        </p:nvSpPr>
        <p:spPr>
          <a:xfrm>
            <a:off x="479375" y="2841573"/>
            <a:ext cx="3648016" cy="537034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t" anchorCtr="0">
            <a:spAutoFit/>
          </a:bodyPr>
          <a:lstStyle/>
          <a:p>
            <a:pPr>
              <a:spcBef>
                <a:spcPts val="600"/>
              </a:spcBef>
              <a:buClr>
                <a:srgbClr val="619685"/>
              </a:buClr>
            </a:pPr>
            <a:r>
              <a:rPr lang="en-US" sz="1600" b="1" dirty="0">
                <a:solidFill>
                  <a:schemeClr val="bg1"/>
                </a:solidFill>
                <a:latin typeface="+mj-lt"/>
              </a:rPr>
              <a:t>How to setup serial port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C449941-7609-911A-4E12-A8E046CA71E6}"/>
              </a:ext>
            </a:extLst>
          </p:cNvPr>
          <p:cNvSpPr/>
          <p:nvPr/>
        </p:nvSpPr>
        <p:spPr>
          <a:xfrm>
            <a:off x="4271393" y="3378607"/>
            <a:ext cx="3416068" cy="2634002"/>
          </a:xfrm>
          <a:prstGeom prst="rect">
            <a:avLst/>
          </a:prstGeom>
          <a:solidFill>
            <a:srgbClr val="E7F0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t" anchorCtr="0"/>
          <a:lstStyle>
            <a:lvl1pPr>
              <a:buClr>
                <a:srgbClr val="237864"/>
              </a:buClr>
              <a:buFont typeface="Arial" panose="020B0604020202020204" pitchFamily="34" charset="0"/>
              <a:buChar char="•"/>
            </a:lvl1pPr>
            <a:lvl2pPr>
              <a:buClr>
                <a:srgbClr val="237864"/>
              </a:buClr>
              <a:buFont typeface="Arial" panose="020B0604020202020204" pitchFamily="34" charset="0"/>
              <a:buChar char="•"/>
            </a:lvl2pPr>
            <a:lvl3pPr>
              <a:buClr>
                <a:srgbClr val="237864"/>
              </a:buClr>
              <a:buFont typeface="Symbol" panose="05050102010706020507" pitchFamily="18" charset="2"/>
              <a:buChar char="-"/>
            </a:lvl3pPr>
            <a:lvl4pPr>
              <a:buClr>
                <a:schemeClr val="tx1"/>
              </a:buClr>
              <a:buFont typeface="Symbol" panose="05050102010706020507" pitchFamily="18" charset="2"/>
              <a:buChar char="-"/>
            </a:lvl4pPr>
            <a:lvl5pPr>
              <a:buClr>
                <a:schemeClr val="tx1"/>
              </a:buClr>
              <a:buFont typeface="Symbol" panose="05050102010706020507" pitchFamily="18" charset="2"/>
              <a:buChar char="-"/>
            </a:lvl5pPr>
            <a:lvl6pPr>
              <a:buClr>
                <a:schemeClr val="tx1"/>
              </a:buClr>
              <a:buFont typeface="Symbol" panose="05050102010706020507" pitchFamily="18" charset="2"/>
              <a:buChar char="-"/>
            </a:lvl6pPr>
            <a:lvl7pPr>
              <a:buClr>
                <a:schemeClr val="tx1"/>
              </a:buClr>
              <a:buFont typeface="Symbol" panose="05050102010706020507" pitchFamily="18" charset="2"/>
              <a:buChar char="-"/>
            </a:lvl7pPr>
            <a:lvl8pPr>
              <a:buClr>
                <a:schemeClr val="tx1"/>
              </a:buClr>
              <a:buFont typeface="Symbol" panose="05050102010706020507" pitchFamily="18" charset="2"/>
              <a:buChar char="-"/>
            </a:lvl8pPr>
            <a:lvl9pPr>
              <a:buFont typeface="Arial" panose="020B0604020202020204" pitchFamily="34" charset="0"/>
              <a:buChar char="•"/>
            </a:lvl9pPr>
          </a:lstStyle>
          <a:p>
            <a:pPr marL="342900" indent="-342900">
              <a:spcBef>
                <a:spcPts val="1200"/>
              </a:spcBef>
              <a:buFont typeface="+mj-lt"/>
              <a:buAutoNum type="arabicPeriod"/>
            </a:pPr>
            <a:r>
              <a:rPr lang="en-US" sz="1400" dirty="0">
                <a:solidFill>
                  <a:schemeClr val="dk1"/>
                </a:solidFill>
                <a:latin typeface="Noto Sans" panose="020B0502040504020204" pitchFamily="34" charset="0"/>
              </a:rPr>
              <a:t>HELP/INFO Commands</a:t>
            </a:r>
          </a:p>
          <a:p>
            <a:pPr marL="342900" indent="-342900">
              <a:spcBef>
                <a:spcPts val="1200"/>
              </a:spcBef>
              <a:buFont typeface="+mj-lt"/>
              <a:buAutoNum type="arabicPeriod"/>
            </a:pPr>
            <a:r>
              <a:rPr lang="en-US" sz="1400" dirty="0">
                <a:solidFill>
                  <a:schemeClr val="dk1"/>
                </a:solidFill>
                <a:latin typeface="Noto Sans" panose="020B0502040504020204" pitchFamily="34" charset="0"/>
              </a:rPr>
              <a:t>Remote-mode gating</a:t>
            </a:r>
          </a:p>
          <a:p>
            <a:pPr marL="342900" indent="-342900">
              <a:spcBef>
                <a:spcPts val="1200"/>
              </a:spcBef>
              <a:buFont typeface="+mj-lt"/>
              <a:buAutoNum type="arabicPeriod"/>
            </a:pPr>
            <a:r>
              <a:rPr lang="en-US" sz="1400" dirty="0">
                <a:solidFill>
                  <a:schemeClr val="dk1"/>
                </a:solidFill>
                <a:latin typeface="Noto Sans" panose="020B0502040504020204" pitchFamily="34" charset="0"/>
              </a:rPr>
              <a:t>Standard Response</a:t>
            </a:r>
          </a:p>
          <a:p>
            <a:pPr marL="342900" indent="-342900">
              <a:spcBef>
                <a:spcPts val="1200"/>
              </a:spcBef>
              <a:buFont typeface="+mj-lt"/>
              <a:buAutoNum type="arabicPeriod"/>
            </a:pPr>
            <a:r>
              <a:rPr lang="en-US" sz="1400" dirty="0">
                <a:solidFill>
                  <a:schemeClr val="dk1"/>
                </a:solidFill>
                <a:latin typeface="Noto Sans" panose="020B0502040504020204" pitchFamily="34" charset="0"/>
              </a:rPr>
              <a:t>Error Codes</a:t>
            </a:r>
          </a:p>
          <a:p>
            <a:pPr marL="342900" indent="-342900">
              <a:spcBef>
                <a:spcPts val="1200"/>
              </a:spcBef>
              <a:buFont typeface="+mj-lt"/>
              <a:buAutoNum type="arabicPeriod"/>
            </a:pPr>
            <a:r>
              <a:rPr lang="en-US" sz="1400" dirty="0">
                <a:solidFill>
                  <a:schemeClr val="dk1"/>
                </a:solidFill>
                <a:latin typeface="Noto Sans" panose="020B0502040504020204" pitchFamily="34" charset="0"/>
              </a:rPr>
              <a:t>Mode Control Commands</a:t>
            </a:r>
          </a:p>
          <a:p>
            <a:pPr marL="342900" indent="-342900">
              <a:spcBef>
                <a:spcPts val="1200"/>
              </a:spcBef>
              <a:buFont typeface="+mj-lt"/>
              <a:buAutoNum type="arabicPeriod"/>
            </a:pPr>
            <a:r>
              <a:rPr lang="en-US" sz="1400" dirty="0">
                <a:solidFill>
                  <a:schemeClr val="dk1"/>
                </a:solidFill>
                <a:latin typeface="Noto Sans" panose="020B0502040504020204" pitchFamily="34" charset="0"/>
              </a:rPr>
              <a:t>RELAY Commands</a:t>
            </a:r>
          </a:p>
          <a:p>
            <a:pPr marL="342900" indent="-342900">
              <a:spcBef>
                <a:spcPts val="1200"/>
              </a:spcBef>
              <a:buFont typeface="+mj-lt"/>
              <a:buAutoNum type="arabicPeriod"/>
            </a:pPr>
            <a:r>
              <a:rPr lang="en-US" sz="1400" dirty="0">
                <a:solidFill>
                  <a:schemeClr val="dk1"/>
                </a:solidFill>
                <a:latin typeface="Noto Sans" panose="020B0502040504020204" pitchFamily="34" charset="0"/>
              </a:rPr>
              <a:t>MOSFET &amp; MUX Commands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77FB8D78-7F09-A131-EB22-7E7055D93E7C}"/>
              </a:ext>
            </a:extLst>
          </p:cNvPr>
          <p:cNvSpPr/>
          <p:nvPr/>
        </p:nvSpPr>
        <p:spPr>
          <a:xfrm>
            <a:off x="4271392" y="2841573"/>
            <a:ext cx="7209286" cy="537034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t" anchorCtr="0">
            <a:spAutoFit/>
          </a:bodyPr>
          <a:lstStyle/>
          <a:p>
            <a:pPr>
              <a:spcBef>
                <a:spcPts val="600"/>
              </a:spcBef>
              <a:buClr>
                <a:srgbClr val="619685"/>
              </a:buClr>
            </a:pPr>
            <a:r>
              <a:rPr lang="en-US" sz="1600" b="1" dirty="0">
                <a:solidFill>
                  <a:schemeClr val="bg1"/>
                </a:solidFill>
                <a:latin typeface="+mj-lt"/>
              </a:rPr>
              <a:t>Categories in help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D36F4D2-409D-9D02-D2B5-E29C57577175}"/>
              </a:ext>
            </a:extLst>
          </p:cNvPr>
          <p:cNvSpPr/>
          <p:nvPr/>
        </p:nvSpPr>
        <p:spPr>
          <a:xfrm>
            <a:off x="7687461" y="3378607"/>
            <a:ext cx="3793217" cy="2633642"/>
          </a:xfrm>
          <a:prstGeom prst="rect">
            <a:avLst/>
          </a:prstGeom>
          <a:solidFill>
            <a:srgbClr val="E7F0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t" anchorCtr="0"/>
          <a:lstStyle>
            <a:lvl1pPr>
              <a:buClr>
                <a:srgbClr val="237864"/>
              </a:buClr>
              <a:buFont typeface="Arial" panose="020B0604020202020204" pitchFamily="34" charset="0"/>
              <a:buChar char="•"/>
            </a:lvl1pPr>
            <a:lvl2pPr>
              <a:buClr>
                <a:srgbClr val="237864"/>
              </a:buClr>
              <a:buFont typeface="Arial" panose="020B0604020202020204" pitchFamily="34" charset="0"/>
              <a:buChar char="•"/>
            </a:lvl2pPr>
            <a:lvl3pPr>
              <a:buClr>
                <a:srgbClr val="237864"/>
              </a:buClr>
              <a:buFont typeface="Symbol" panose="05050102010706020507" pitchFamily="18" charset="2"/>
              <a:buChar char="-"/>
            </a:lvl3pPr>
            <a:lvl4pPr>
              <a:buClr>
                <a:schemeClr val="tx1"/>
              </a:buClr>
              <a:buFont typeface="Symbol" panose="05050102010706020507" pitchFamily="18" charset="2"/>
              <a:buChar char="-"/>
            </a:lvl4pPr>
            <a:lvl5pPr>
              <a:buClr>
                <a:schemeClr val="tx1"/>
              </a:buClr>
              <a:buFont typeface="Symbol" panose="05050102010706020507" pitchFamily="18" charset="2"/>
              <a:buChar char="-"/>
            </a:lvl5pPr>
            <a:lvl6pPr>
              <a:buClr>
                <a:schemeClr val="tx1"/>
              </a:buClr>
              <a:buFont typeface="Symbol" panose="05050102010706020507" pitchFamily="18" charset="2"/>
              <a:buChar char="-"/>
            </a:lvl6pPr>
            <a:lvl7pPr>
              <a:buClr>
                <a:schemeClr val="tx1"/>
              </a:buClr>
              <a:buFont typeface="Symbol" panose="05050102010706020507" pitchFamily="18" charset="2"/>
              <a:buChar char="-"/>
            </a:lvl7pPr>
            <a:lvl8pPr>
              <a:buClr>
                <a:schemeClr val="tx1"/>
              </a:buClr>
              <a:buFont typeface="Symbol" panose="05050102010706020507" pitchFamily="18" charset="2"/>
              <a:buChar char="-"/>
            </a:lvl8pPr>
            <a:lvl9pPr>
              <a:buFont typeface="Arial" panose="020B0604020202020204" pitchFamily="34" charset="0"/>
              <a:buChar char="•"/>
            </a:lvl9pPr>
          </a:lstStyle>
          <a:p>
            <a:pPr marL="342900" indent="-342900">
              <a:lnSpc>
                <a:spcPct val="150000"/>
              </a:lnSpc>
              <a:spcBef>
                <a:spcPts val="1200"/>
              </a:spcBef>
              <a:buFont typeface="+mj-lt"/>
              <a:buAutoNum type="arabicPeriod" startAt="8"/>
            </a:pPr>
            <a:r>
              <a:rPr lang="en-US" sz="1400" dirty="0">
                <a:solidFill>
                  <a:schemeClr val="dk1"/>
                </a:solidFill>
                <a:latin typeface="Noto Sans" panose="020B0502040504020204" pitchFamily="34" charset="0"/>
              </a:rPr>
              <a:t>TEST CONTROL Commands</a:t>
            </a:r>
          </a:p>
          <a:p>
            <a:pPr marL="342900" indent="-342900">
              <a:lnSpc>
                <a:spcPct val="150000"/>
              </a:lnSpc>
              <a:spcBef>
                <a:spcPts val="1200"/>
              </a:spcBef>
              <a:buFont typeface="+mj-lt"/>
              <a:buAutoNum type="arabicPeriod" startAt="8"/>
            </a:pPr>
            <a:r>
              <a:rPr lang="en-US" sz="1400" dirty="0">
                <a:solidFill>
                  <a:schemeClr val="dk1"/>
                </a:solidFill>
                <a:latin typeface="Noto Sans" panose="020B0502040504020204" pitchFamily="34" charset="0"/>
              </a:rPr>
              <a:t>PARAMETER SETTING Commands</a:t>
            </a:r>
          </a:p>
          <a:p>
            <a:pPr marL="342900" indent="-342900">
              <a:lnSpc>
                <a:spcPct val="150000"/>
              </a:lnSpc>
              <a:spcBef>
                <a:spcPts val="1200"/>
              </a:spcBef>
              <a:buFont typeface="+mj-lt"/>
              <a:buAutoNum type="arabicPeriod" startAt="8"/>
            </a:pPr>
            <a:r>
              <a:rPr lang="en-US" sz="1400" dirty="0">
                <a:solidFill>
                  <a:schemeClr val="dk1"/>
                </a:solidFill>
                <a:latin typeface="Noto Sans" panose="020B0502040504020204" pitchFamily="34" charset="0"/>
              </a:rPr>
              <a:t>PROFILE MANAGEMENT Commands</a:t>
            </a:r>
          </a:p>
          <a:p>
            <a:pPr marL="342900" indent="-342900">
              <a:lnSpc>
                <a:spcPct val="150000"/>
              </a:lnSpc>
              <a:spcBef>
                <a:spcPts val="1200"/>
              </a:spcBef>
              <a:buFont typeface="+mj-lt"/>
              <a:buAutoNum type="arabicPeriod" startAt="8"/>
            </a:pPr>
            <a:r>
              <a:rPr lang="en-US" sz="1400" dirty="0">
                <a:solidFill>
                  <a:schemeClr val="dk1"/>
                </a:solidFill>
                <a:latin typeface="Noto Sans" panose="020B0502040504020204" pitchFamily="34" charset="0"/>
              </a:rPr>
              <a:t>USB OUTPUT DESCRIPTION</a:t>
            </a:r>
          </a:p>
          <a:p>
            <a:pPr marL="342900" indent="-342900">
              <a:lnSpc>
                <a:spcPct val="150000"/>
              </a:lnSpc>
              <a:spcBef>
                <a:spcPts val="1200"/>
              </a:spcBef>
              <a:buFont typeface="+mj-lt"/>
              <a:buAutoNum type="arabicPeriod" startAt="8"/>
            </a:pPr>
            <a:r>
              <a:rPr lang="en-US" sz="1400" dirty="0">
                <a:solidFill>
                  <a:schemeClr val="dk1"/>
                </a:solidFill>
                <a:latin typeface="Noto Sans" panose="020B0502040504020204" pitchFamily="34" charset="0"/>
              </a:rPr>
              <a:t>CAN OUTPUT DESCRIPTION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94893992"/>
      </p:ext>
    </p:extLst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E7C264-91B0-EC4C-D748-C98D8D7EA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03E57624-2A25-6C42-29C7-47FFA3FCCCB6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/>
          <a:p>
            <a:r>
              <a:rPr lang="en-US" dirty="0">
                <a:solidFill>
                  <a:schemeClr val="dk1"/>
                </a:solidFill>
              </a:rPr>
              <a:t>Relay cycle counter </a:t>
            </a:r>
            <a:r>
              <a:rPr lang="en-US" dirty="0" err="1">
                <a:solidFill>
                  <a:schemeClr val="dk1"/>
                </a:solidFill>
              </a:rPr>
              <a:t>managment</a:t>
            </a:r>
            <a:r>
              <a:rPr lang="en-US" dirty="0">
                <a:solidFill>
                  <a:schemeClr val="dk1"/>
                </a:solidFill>
              </a:rPr>
              <a:t> 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3723C4B-C80C-EC4F-F201-1623A6A160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Diploma thesis: E-box </a:t>
            </a:r>
            <a:r>
              <a:rPr lang="en-US" dirty="0" err="1"/>
              <a:t>aets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8A8B13-88FE-967C-2A5D-0B7A6D2893F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95407" y="4427652"/>
            <a:ext cx="4005532" cy="1600642"/>
          </a:xfrm>
          <a:prstGeom prst="rect">
            <a:avLst/>
          </a:prstGeom>
        </p:spPr>
      </p:pic>
      <p:sp>
        <p:nvSpPr>
          <p:cNvPr id="10" name="Rechteck 24">
            <a:extLst>
              <a:ext uri="{FF2B5EF4-FFF2-40B4-BE49-F238E27FC236}">
                <a16:creationId xmlns:a16="http://schemas.microsoft.com/office/drawing/2014/main" id="{46D40F12-BF7E-5185-EA2C-69E7405E1E8C}"/>
              </a:ext>
            </a:extLst>
          </p:cNvPr>
          <p:cNvSpPr/>
          <p:nvPr/>
        </p:nvSpPr>
        <p:spPr>
          <a:xfrm>
            <a:off x="5512271" y="4427652"/>
            <a:ext cx="4934318" cy="1600642"/>
          </a:xfrm>
          <a:prstGeom prst="rect">
            <a:avLst/>
          </a:prstGeom>
          <a:solidFill>
            <a:srgbClr val="EBEBEB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grpSp>
        <p:nvGrpSpPr>
          <p:cNvPr id="11" name="Gruppieren 29">
            <a:extLst>
              <a:ext uri="{FF2B5EF4-FFF2-40B4-BE49-F238E27FC236}">
                <a16:creationId xmlns:a16="http://schemas.microsoft.com/office/drawing/2014/main" id="{13D18A1A-4D9F-5BE4-7C0A-8A1D93C60EFE}"/>
              </a:ext>
            </a:extLst>
          </p:cNvPr>
          <p:cNvGrpSpPr/>
          <p:nvPr/>
        </p:nvGrpSpPr>
        <p:grpSpPr>
          <a:xfrm>
            <a:off x="5624414" y="4606149"/>
            <a:ext cx="4016491" cy="1050594"/>
            <a:chOff x="609509" y="1627200"/>
            <a:chExt cx="4016491" cy="1050594"/>
          </a:xfrm>
        </p:grpSpPr>
        <p:sp>
          <p:nvSpPr>
            <p:cNvPr id="12" name="Basic text boxes / 1/4 page / right">
              <a:extLst>
                <a:ext uri="{FF2B5EF4-FFF2-40B4-BE49-F238E27FC236}">
                  <a16:creationId xmlns:a16="http://schemas.microsoft.com/office/drawing/2014/main" id="{429F43DB-D516-468D-5000-9142A30AC26A}"/>
                </a:ext>
              </a:extLst>
            </p:cNvPr>
            <p:cNvSpPr txBox="1">
              <a:spLocks/>
            </p:cNvSpPr>
            <p:nvPr>
              <p:custDataLst>
                <p:tags r:id="rId2"/>
              </p:custDataLst>
            </p:nvPr>
          </p:nvSpPr>
          <p:spPr>
            <a:xfrm>
              <a:off x="766800" y="1627200"/>
              <a:ext cx="3859200" cy="324498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lIns="0" tIns="0" rIns="0" bIns="108000">
              <a:sp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4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82880" indent="-18288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6E5D"/>
                </a:buClr>
                <a:buSzPct val="100000"/>
                <a:buFont typeface="Calibri" panose="020F0502020204030204" pitchFamily="34" charset="0"/>
                <a:buChar char="•"/>
                <a:defRPr lang="en-US" sz="14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56616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chemeClr val="tx1"/>
                </a:buClr>
                <a:buSzPct val="100000"/>
                <a:buFont typeface="Symbol" panose="05050102010706020507" pitchFamily="18" charset="2"/>
                <a:buChar char="-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39496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Font typeface="Calibri" panose="020F0502020204030204" pitchFamily="34" charset="0"/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539496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Font typeface="Calibri" panose="020F0502020204030204" pitchFamily="34" charset="0"/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539496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Font typeface="Calibri" panose="020F0502020204030204" pitchFamily="34" charset="0"/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39496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Font typeface="Calibri" panose="020F0502020204030204" pitchFamily="34" charset="0"/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539496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Font typeface="Calibri" panose="020F0502020204030204" pitchFamily="34" charset="0"/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39496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Font typeface="Calibri" panose="020F0502020204030204" pitchFamily="34" charset="0"/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2C2C2C"/>
                  </a:solidFill>
                  <a:effectLst/>
                  <a:uLnTx/>
                  <a:uFillTx/>
                  <a:latin typeface="Noto Sans"/>
                  <a:ea typeface="+mn-ea"/>
                  <a:cs typeface="+mn-cs"/>
                </a:rPr>
                <a:t>Prevention of excess relay use</a:t>
              </a:r>
            </a:p>
          </p:txBody>
        </p:sp>
        <p:sp>
          <p:nvSpPr>
            <p:cNvPr id="13" name="Basic text boxes / 1/4 page / right">
              <a:extLst>
                <a:ext uri="{FF2B5EF4-FFF2-40B4-BE49-F238E27FC236}">
                  <a16:creationId xmlns:a16="http://schemas.microsoft.com/office/drawing/2014/main" id="{45729E9D-BB02-536C-3B03-8BB4D53AD09A}"/>
                </a:ext>
              </a:extLst>
            </p:cNvPr>
            <p:cNvSpPr txBox="1">
              <a:spLocks/>
            </p:cNvSpPr>
            <p:nvPr>
              <p:custDataLst>
                <p:tags r:id="rId3"/>
              </p:custDataLst>
            </p:nvPr>
          </p:nvSpPr>
          <p:spPr>
            <a:xfrm>
              <a:off x="609509" y="1951698"/>
              <a:ext cx="4016491" cy="726096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>
              <a:lvl1pPr marL="0" indent="0" algn="l" defTabSz="914400" rtl="0" eaLnBrk="1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82880" indent="-182880" algn="l" defTabSz="914400" rtl="0" eaLnBrk="1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619685"/>
                </a:buClr>
                <a:buSzPct val="100000"/>
                <a:buFont typeface="Calibri" panose="020F0502020204030204" pitchFamily="34" charset="0"/>
                <a:buChar char="•"/>
                <a:defRPr lang="en-US" sz="12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56616" indent="-180000" algn="l" defTabSz="914400" rtl="0" eaLnBrk="1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0"/>
                </a:spcAft>
                <a:buClr>
                  <a:schemeClr val="tx1"/>
                </a:buClr>
                <a:buSzPct val="100000"/>
                <a:buFont typeface="Symbol" panose="05050102010706020507" pitchFamily="18" charset="2"/>
                <a:buChar char="-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39496" indent="-180000" algn="l" defTabSz="914400" rtl="0" eaLnBrk="1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0"/>
                </a:spcAft>
                <a:buClrTx/>
                <a:buFont typeface="Calibri" panose="020F0502020204030204" pitchFamily="34" charset="0"/>
                <a:buChar char="–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539496" indent="-180000" algn="l" defTabSz="914400" rtl="0" eaLnBrk="1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0"/>
                </a:spcAft>
                <a:buClrTx/>
                <a:buFont typeface="Calibri" panose="020F0502020204030204" pitchFamily="34" charset="0"/>
                <a:buChar char="–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539496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Font typeface="Calibri" panose="020F0502020204030204" pitchFamily="34" charset="0"/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39496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Font typeface="Calibri" panose="020F0502020204030204" pitchFamily="34" charset="0"/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539496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Font typeface="Calibri" panose="020F0502020204030204" pitchFamily="34" charset="0"/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39496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Font typeface="Calibri" panose="020F0502020204030204" pitchFamily="34" charset="0"/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1" indent="0">
                <a:lnSpc>
                  <a:spcPct val="120000"/>
                </a:lnSpc>
                <a:buClrTx/>
                <a:buSzTx/>
                <a:buNone/>
              </a:pPr>
              <a:r>
                <a:rPr lang="en-US" dirty="0">
                  <a:solidFill>
                    <a:srgbClr val="2C2C2C"/>
                  </a:solidFill>
                  <a:ea typeface="Noto Sans Black" panose="020B0A02040504020204" pitchFamily="34" charset="0"/>
                  <a:cs typeface="Noto Sans Black" panose="020B0A02040504020204" pitchFamily="34" charset="0"/>
                </a:rPr>
                <a:t>If you set switch count higher, than the relay has remaining, this screen will appear to notify you.</a:t>
              </a:r>
            </a:p>
            <a:p>
              <a:pPr lvl="1" indent="0">
                <a:lnSpc>
                  <a:spcPct val="120000"/>
                </a:lnSpc>
                <a:buClrTx/>
                <a:buSzTx/>
                <a:buNone/>
              </a:pPr>
              <a:r>
                <a:rPr lang="en-US" dirty="0">
                  <a:solidFill>
                    <a:srgbClr val="2C2C2C"/>
                  </a:solidFill>
                  <a:ea typeface="Noto Sans Black" panose="020B0A02040504020204" pitchFamily="34" charset="0"/>
                  <a:cs typeface="Noto Sans Black" panose="020B0A02040504020204" pitchFamily="34" charset="0"/>
                </a:rPr>
                <a:t>You </a:t>
              </a:r>
              <a:r>
                <a:rPr lang="en-US" b="1" dirty="0">
                  <a:solidFill>
                    <a:srgbClr val="2C2C2C"/>
                  </a:solidFill>
                  <a:ea typeface="Noto Sans Black" panose="020B0A02040504020204" pitchFamily="34" charset="0"/>
                  <a:cs typeface="Noto Sans Black" panose="020B0A02040504020204" pitchFamily="34" charset="0"/>
                </a:rPr>
                <a:t>can’t</a:t>
              </a:r>
              <a:r>
                <a:rPr lang="en-US" dirty="0">
                  <a:solidFill>
                    <a:srgbClr val="2C2C2C"/>
                  </a:solidFill>
                  <a:ea typeface="Noto Sans Black" panose="020B0A02040504020204" pitchFamily="34" charset="0"/>
                  <a:cs typeface="Noto Sans Black" panose="020B0A02040504020204" pitchFamily="34" charset="0"/>
                </a:rPr>
                <a:t> start a test in this condition.</a:t>
              </a:r>
            </a:p>
          </p:txBody>
        </p:sp>
      </p:grpSp>
      <p:sp>
        <p:nvSpPr>
          <p:cNvPr id="14" name="Inhaltsplatzhalter 12">
            <a:extLst>
              <a:ext uri="{FF2B5EF4-FFF2-40B4-BE49-F238E27FC236}">
                <a16:creationId xmlns:a16="http://schemas.microsoft.com/office/drawing/2014/main" id="{A7A5451F-81A6-36EF-2D26-D8D9209A8187}"/>
              </a:ext>
            </a:extLst>
          </p:cNvPr>
          <p:cNvSpPr txBox="1">
            <a:spLocks/>
          </p:cNvSpPr>
          <p:nvPr/>
        </p:nvSpPr>
        <p:spPr>
          <a:xfrm>
            <a:off x="6271395" y="1642508"/>
            <a:ext cx="3644369" cy="2084400"/>
          </a:xfrm>
          <a:prstGeom prst="rect">
            <a:avLst/>
          </a:prstGeom>
          <a:solidFill>
            <a:srgbClr val="E7F0E7"/>
          </a:solidFill>
          <a:ln w="6350" cap="flat" cmpd="sng" algn="ctr">
            <a:solidFill>
              <a:srgbClr val="C6C6C6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288000" tIns="288000" rIns="288000" bIns="14400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6E5D"/>
              </a:buClr>
              <a:buSzPct val="100000"/>
              <a:buFont typeface="Calibri" panose="020F050202020403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661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600" b="1" dirty="0">
                <a:solidFill>
                  <a:srgbClr val="2C2C2C"/>
                </a:solidFill>
                <a:latin typeface="Noto Sans"/>
              </a:rPr>
              <a:t>Brownout event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2C2C2C"/>
              </a:solidFill>
              <a:effectLst/>
              <a:uLnTx/>
              <a:uFillTx/>
              <a:latin typeface="Noto Sans"/>
              <a:ea typeface="+mn-ea"/>
              <a:cs typeface="+mn-cs"/>
            </a:endParaRPr>
          </a:p>
          <a:p>
            <a:pPr lvl="0">
              <a:lnSpc>
                <a:spcPct val="120000"/>
              </a:lnSpc>
            </a:pPr>
            <a:r>
              <a:rPr lang="en-US" dirty="0">
                <a:solidFill>
                  <a:srgbClr val="646464"/>
                </a:solidFill>
                <a:ea typeface="Noto Sans" panose="020B0502040504020204" pitchFamily="34"/>
                <a:cs typeface="Noto Sans" panose="020B0502040504020204" pitchFamily="34"/>
              </a:rPr>
              <a:t>If supply voltage of the device drops below a certain threshold, the device will stop all the current operations and save all important data to EEPROM. This includes relay cycles.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646464"/>
              </a:solidFill>
              <a:effectLst/>
              <a:uLnTx/>
              <a:uFillTx/>
              <a:latin typeface="Noto Sans"/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15" name="Inhaltsplatzhalter 12">
            <a:extLst>
              <a:ext uri="{FF2B5EF4-FFF2-40B4-BE49-F238E27FC236}">
                <a16:creationId xmlns:a16="http://schemas.microsoft.com/office/drawing/2014/main" id="{510E9963-9C4E-BD7A-36B5-A4F166AEA791}"/>
              </a:ext>
            </a:extLst>
          </p:cNvPr>
          <p:cNvSpPr txBox="1">
            <a:spLocks/>
          </p:cNvSpPr>
          <p:nvPr/>
        </p:nvSpPr>
        <p:spPr>
          <a:xfrm>
            <a:off x="1515451" y="1642508"/>
            <a:ext cx="3644369" cy="2083336"/>
          </a:xfrm>
          <a:prstGeom prst="rect">
            <a:avLst/>
          </a:prstGeom>
          <a:solidFill>
            <a:srgbClr val="E7F0E7"/>
          </a:solidFill>
          <a:ln w="6350" cap="flat" cmpd="sng" algn="ctr">
            <a:solidFill>
              <a:srgbClr val="C6C6C6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288000" tIns="288000" rIns="288000" bIns="14400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6E5D"/>
              </a:buClr>
              <a:buSzPct val="100000"/>
              <a:buFont typeface="Calibri" panose="020F050202020403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661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600" b="1" dirty="0">
                <a:solidFill>
                  <a:srgbClr val="2C2C2C"/>
                </a:solidFill>
                <a:latin typeface="Noto Sans"/>
              </a:rPr>
              <a:t>Switch count value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2C2C2C"/>
              </a:solidFill>
              <a:effectLst/>
              <a:uLnTx/>
              <a:uFillTx/>
              <a:latin typeface="Noto Sans"/>
              <a:ea typeface="+mn-ea"/>
              <a:cs typeface="+mn-cs"/>
            </a:endParaRPr>
          </a:p>
          <a:p>
            <a:pPr lvl="0">
              <a:lnSpc>
                <a:spcPct val="120000"/>
              </a:lnSpc>
            </a:pPr>
            <a:r>
              <a:rPr lang="en-US" dirty="0">
                <a:solidFill>
                  <a:srgbClr val="646464"/>
                </a:solidFill>
                <a:ea typeface="Noto Sans" panose="020B0502040504020204" pitchFamily="34"/>
                <a:cs typeface="Noto Sans" panose="020B0502040504020204" pitchFamily="34"/>
              </a:rPr>
              <a:t>The value of the number of switches was determined from datasheet and verified in test to be 3 million cycles.</a:t>
            </a:r>
          </a:p>
          <a:p>
            <a:pPr lvl="0">
              <a:lnSpc>
                <a:spcPct val="120000"/>
              </a:lnSpc>
            </a:pPr>
            <a:r>
              <a:rPr lang="en-US" dirty="0">
                <a:solidFill>
                  <a:srgbClr val="646464"/>
                </a:solidFill>
                <a:ea typeface="Noto Sans" panose="020B0502040504020204" pitchFamily="34"/>
                <a:cs typeface="Noto Sans" panose="020B0502040504020204" pitchFamily="34"/>
              </a:rPr>
              <a:t>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08740354"/>
      </p:ext>
    </p:extLst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6CBD8-5EFA-828B-6506-E327A605FA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2A5A991D-BF01-1F98-3977-7A510B006919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/>
          <a:p>
            <a:r>
              <a:rPr lang="en-US" dirty="0">
                <a:solidFill>
                  <a:schemeClr val="dk1"/>
                </a:solidFill>
              </a:rPr>
              <a:t>Reading/editing relay cycles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8F506E3-2A77-641E-BD93-4B5F4A0D62F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Diploma thesis: E-box </a:t>
            </a:r>
            <a:r>
              <a:rPr lang="en-US" dirty="0" err="1"/>
              <a:t>aets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A6D10D4-74B3-5072-3CE4-99D1214B18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794" y="4545749"/>
            <a:ext cx="3905127" cy="155803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75624B8-61B8-1B81-6193-6A22B9A664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5511" y="1818024"/>
            <a:ext cx="3905127" cy="152925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10B9A30-50EE-BBFF-B332-CBF7DA8D835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64189" y="1863291"/>
            <a:ext cx="3905127" cy="1540366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72930C3-A71B-6814-C4E8-50A992C28C85}"/>
              </a:ext>
            </a:extLst>
          </p:cNvPr>
          <p:cNvCxnSpPr>
            <a:cxnSpLocks/>
            <a:endCxn id="11" idx="1"/>
          </p:cNvCxnSpPr>
          <p:nvPr/>
        </p:nvCxnSpPr>
        <p:spPr>
          <a:xfrm flipV="1">
            <a:off x="3217653" y="2633474"/>
            <a:ext cx="2946536" cy="65434"/>
          </a:xfrm>
          <a:prstGeom prst="straightConnector1">
            <a:avLst/>
          </a:prstGeom>
          <a:ln w="57150" cap="rnd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512B45C-088D-BD55-7073-B71723E95DF7}"/>
              </a:ext>
            </a:extLst>
          </p:cNvPr>
          <p:cNvCxnSpPr>
            <a:cxnSpLocks/>
          </p:cNvCxnSpPr>
          <p:nvPr/>
        </p:nvCxnSpPr>
        <p:spPr>
          <a:xfrm>
            <a:off x="1621766" y="3152072"/>
            <a:ext cx="0" cy="1130392"/>
          </a:xfrm>
          <a:prstGeom prst="straightConnector1">
            <a:avLst/>
          </a:prstGeom>
          <a:ln w="57150" cap="rnd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5A394F37-D53F-CD5D-2629-715F15A27382}"/>
              </a:ext>
            </a:extLst>
          </p:cNvPr>
          <p:cNvSpPr txBox="1"/>
          <p:nvPr/>
        </p:nvSpPr>
        <p:spPr>
          <a:xfrm>
            <a:off x="6607129" y="1015363"/>
            <a:ext cx="3019246" cy="67183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r>
              <a:rPr lang="en-US" dirty="0">
                <a:solidFill>
                  <a:schemeClr val="accent1"/>
                </a:solidFill>
              </a:rPr>
              <a:t>Remain Count</a:t>
            </a:r>
          </a:p>
          <a:p>
            <a:pPr algn="ctr">
              <a:lnSpc>
                <a:spcPct val="120000"/>
              </a:lnSpc>
              <a:spcBef>
                <a:spcPts val="600"/>
              </a:spcBef>
            </a:pPr>
            <a:r>
              <a:rPr lang="en-US" dirty="0">
                <a:solidFill>
                  <a:schemeClr val="accent1"/>
                </a:solidFill>
              </a:rPr>
              <a:t>read only information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DB96165-7D97-0EA0-526A-CBBF2C77BA52}"/>
              </a:ext>
            </a:extLst>
          </p:cNvPr>
          <p:cNvSpPr txBox="1"/>
          <p:nvPr/>
        </p:nvSpPr>
        <p:spPr>
          <a:xfrm>
            <a:off x="1556979" y="3690485"/>
            <a:ext cx="3019246" cy="67183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r>
              <a:rPr lang="en-US" dirty="0">
                <a:solidFill>
                  <a:schemeClr val="accent1"/>
                </a:solidFill>
              </a:rPr>
              <a:t>Set Count</a:t>
            </a:r>
          </a:p>
          <a:p>
            <a:pPr algn="ctr">
              <a:lnSpc>
                <a:spcPct val="120000"/>
              </a:lnSpc>
              <a:spcBef>
                <a:spcPts val="600"/>
              </a:spcBef>
            </a:pPr>
            <a:r>
              <a:rPr lang="en-US" dirty="0">
                <a:solidFill>
                  <a:schemeClr val="accent1"/>
                </a:solidFill>
              </a:rPr>
              <a:t>read/write information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22CFDAB-E9FD-36BC-1F17-74CF06D0F7D8}"/>
              </a:ext>
            </a:extLst>
          </p:cNvPr>
          <p:cNvSpPr txBox="1"/>
          <p:nvPr/>
        </p:nvSpPr>
        <p:spPr>
          <a:xfrm>
            <a:off x="818451" y="1407093"/>
            <a:ext cx="3019246" cy="67183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r>
              <a:rPr lang="en-US" dirty="0">
                <a:solidFill>
                  <a:schemeClr val="accent1"/>
                </a:solidFill>
              </a:rPr>
              <a:t>Relay menu screen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7DA8669-7E22-2F08-D1C3-90954D937A3D}"/>
              </a:ext>
            </a:extLst>
          </p:cNvPr>
          <p:cNvCxnSpPr>
            <a:cxnSpLocks/>
          </p:cNvCxnSpPr>
          <p:nvPr/>
        </p:nvCxnSpPr>
        <p:spPr>
          <a:xfrm>
            <a:off x="4382219" y="5193102"/>
            <a:ext cx="1587260" cy="0"/>
          </a:xfrm>
          <a:prstGeom prst="straightConnector1">
            <a:avLst/>
          </a:prstGeom>
          <a:ln w="57150" cap="rnd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Picture 24">
            <a:extLst>
              <a:ext uri="{FF2B5EF4-FFF2-40B4-BE49-F238E27FC236}">
                <a16:creationId xmlns:a16="http://schemas.microsoft.com/office/drawing/2014/main" id="{35CF88D3-C965-9AE8-2739-86A0C18A978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31084" y="4545749"/>
            <a:ext cx="4682160" cy="1540366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C35A72EB-1494-7024-48FA-2DD27D567A48}"/>
              </a:ext>
            </a:extLst>
          </p:cNvPr>
          <p:cNvSpPr txBox="1"/>
          <p:nvPr/>
        </p:nvSpPr>
        <p:spPr>
          <a:xfrm>
            <a:off x="7051203" y="3717268"/>
            <a:ext cx="3472480" cy="67183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r>
              <a:rPr lang="en-US" dirty="0">
                <a:solidFill>
                  <a:schemeClr val="accent1"/>
                </a:solidFill>
              </a:rPr>
              <a:t>Value editor</a:t>
            </a:r>
          </a:p>
          <a:p>
            <a:pPr algn="ctr">
              <a:lnSpc>
                <a:spcPct val="120000"/>
              </a:lnSpc>
              <a:spcBef>
                <a:spcPts val="600"/>
              </a:spcBef>
            </a:pPr>
            <a:r>
              <a:rPr lang="en-US" dirty="0">
                <a:solidFill>
                  <a:schemeClr val="accent1"/>
                </a:solidFill>
              </a:rPr>
              <a:t>Universal style for the device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01426891"/>
      </p:ext>
    </p:extLst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454DF2-8781-5067-EF8A-79D4DD70A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D4B0A5BF-727D-0CF5-2F65-F9D0BC797EF4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/>
          <a:p>
            <a:r>
              <a:rPr lang="en-US" dirty="0">
                <a:solidFill>
                  <a:schemeClr val="dk1"/>
                </a:solidFill>
              </a:rPr>
              <a:t>Maximum values and performance 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94E8316-4F74-DD30-3494-9F2340B17EC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Diploma thesis: E-box </a:t>
            </a:r>
            <a:r>
              <a:rPr lang="en-US" dirty="0" err="1"/>
              <a:t>aets</a:t>
            </a:r>
            <a:endParaRPr lang="en-US" dirty="0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154BD0A9-746C-4D7A-8BA5-8C4AE1559EC2}"/>
              </a:ext>
            </a:extLst>
          </p:cNvPr>
          <p:cNvSpPr/>
          <p:nvPr/>
        </p:nvSpPr>
        <p:spPr>
          <a:xfrm>
            <a:off x="479375" y="2506167"/>
            <a:ext cx="3648016" cy="2695559"/>
          </a:xfrm>
          <a:prstGeom prst="rect">
            <a:avLst/>
          </a:prstGeom>
          <a:solidFill>
            <a:srgbClr val="E7F0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t" anchorCtr="0"/>
          <a:lstStyle>
            <a:lvl1pPr>
              <a:buClr>
                <a:srgbClr val="237864"/>
              </a:buClr>
              <a:buFont typeface="Arial" panose="020B0604020202020204" pitchFamily="34" charset="0"/>
              <a:buChar char="•"/>
            </a:lvl1pPr>
            <a:lvl2pPr>
              <a:buClr>
                <a:srgbClr val="237864"/>
              </a:buClr>
              <a:buFont typeface="Arial" panose="020B0604020202020204" pitchFamily="34" charset="0"/>
              <a:buChar char="•"/>
            </a:lvl2pPr>
            <a:lvl3pPr>
              <a:buClr>
                <a:srgbClr val="237864"/>
              </a:buClr>
              <a:buFont typeface="Symbol" panose="05050102010706020507" pitchFamily="18" charset="2"/>
              <a:buChar char="-"/>
            </a:lvl3pPr>
            <a:lvl4pPr>
              <a:buClr>
                <a:schemeClr val="tx1"/>
              </a:buClr>
              <a:buFont typeface="Symbol" panose="05050102010706020507" pitchFamily="18" charset="2"/>
              <a:buChar char="-"/>
            </a:lvl4pPr>
            <a:lvl5pPr>
              <a:buClr>
                <a:schemeClr val="tx1"/>
              </a:buClr>
              <a:buFont typeface="Symbol" panose="05050102010706020507" pitchFamily="18" charset="2"/>
              <a:buChar char="-"/>
            </a:lvl5pPr>
            <a:lvl6pPr>
              <a:buClr>
                <a:schemeClr val="tx1"/>
              </a:buClr>
              <a:buFont typeface="Symbol" panose="05050102010706020507" pitchFamily="18" charset="2"/>
              <a:buChar char="-"/>
            </a:lvl6pPr>
            <a:lvl7pPr>
              <a:buClr>
                <a:schemeClr val="tx1"/>
              </a:buClr>
              <a:buFont typeface="Symbol" panose="05050102010706020507" pitchFamily="18" charset="2"/>
              <a:buChar char="-"/>
            </a:lvl7pPr>
            <a:lvl8pPr>
              <a:buClr>
                <a:schemeClr val="tx1"/>
              </a:buClr>
              <a:buFont typeface="Symbol" panose="05050102010706020507" pitchFamily="18" charset="2"/>
              <a:buChar char="-"/>
            </a:lvl8pPr>
            <a:lvl9pPr>
              <a:buFont typeface="Arial" panose="020B0604020202020204" pitchFamily="34" charset="0"/>
              <a:buChar char="•"/>
            </a:lvl9pPr>
          </a:lstStyle>
          <a:p>
            <a:pPr marL="171450" indent="-171450">
              <a:lnSpc>
                <a:spcPct val="150000"/>
              </a:lnSpc>
              <a:spcBef>
                <a:spcPts val="1200"/>
              </a:spcBef>
            </a:pPr>
            <a:r>
              <a:rPr lang="en-US" sz="1400" dirty="0">
                <a:solidFill>
                  <a:schemeClr val="dk1"/>
                </a:solidFill>
                <a:latin typeface="Noto Sans" panose="020B0502040504020204" pitchFamily="34" charset="0"/>
              </a:rPr>
              <a:t>4 channels</a:t>
            </a:r>
          </a:p>
          <a:p>
            <a:pPr marL="171450" indent="-171450">
              <a:lnSpc>
                <a:spcPct val="150000"/>
              </a:lnSpc>
              <a:spcBef>
                <a:spcPts val="1200"/>
              </a:spcBef>
            </a:pPr>
            <a:r>
              <a:rPr lang="en-US" sz="1400" dirty="0">
                <a:solidFill>
                  <a:schemeClr val="dk1"/>
                </a:solidFill>
                <a:latin typeface="Noto Sans" panose="020B0502040504020204" pitchFamily="34" charset="0"/>
              </a:rPr>
              <a:t>Continuous current per branch:</a:t>
            </a:r>
          </a:p>
          <a:p>
            <a:pPr marL="628650" lvl="1" indent="-171450">
              <a:spcBef>
                <a:spcPts val="1200"/>
              </a:spcBef>
            </a:pPr>
            <a:r>
              <a:rPr lang="en-US" sz="1400" dirty="0">
                <a:solidFill>
                  <a:schemeClr val="dk1"/>
                </a:solidFill>
                <a:latin typeface="Noto Sans" panose="020B0502040504020204" pitchFamily="34" charset="0"/>
              </a:rPr>
              <a:t>Min. current: 10 mA</a:t>
            </a:r>
          </a:p>
          <a:p>
            <a:pPr marL="628650" lvl="1" indent="-171450">
              <a:spcBef>
                <a:spcPts val="1200"/>
              </a:spcBef>
            </a:pPr>
            <a:r>
              <a:rPr lang="en-US" sz="1400" dirty="0">
                <a:solidFill>
                  <a:schemeClr val="dk1"/>
                </a:solidFill>
                <a:latin typeface="Noto Sans" panose="020B0502040504020204" pitchFamily="34" charset="0"/>
              </a:rPr>
              <a:t>Max. current: 2.5 A</a:t>
            </a:r>
          </a:p>
          <a:p>
            <a:pPr marL="171450" indent="-171450">
              <a:lnSpc>
                <a:spcPct val="150000"/>
              </a:lnSpc>
              <a:spcBef>
                <a:spcPts val="1200"/>
              </a:spcBef>
            </a:pPr>
            <a:r>
              <a:rPr lang="en-US" sz="1400" dirty="0">
                <a:solidFill>
                  <a:schemeClr val="dk1"/>
                </a:solidFill>
                <a:latin typeface="Noto Sans" panose="020B0502040504020204" pitchFamily="34" charset="0"/>
              </a:rPr>
              <a:t>Max. switching voltage: 60 VDC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439C5D0-7FC1-54BB-4E14-D68CA8603436}"/>
              </a:ext>
            </a:extLst>
          </p:cNvPr>
          <p:cNvSpPr/>
          <p:nvPr/>
        </p:nvSpPr>
        <p:spPr>
          <a:xfrm>
            <a:off x="479375" y="2030690"/>
            <a:ext cx="3648016" cy="537034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t" anchorCtr="0">
            <a:spAutoFit/>
          </a:bodyPr>
          <a:lstStyle/>
          <a:p>
            <a:pPr>
              <a:spcBef>
                <a:spcPts val="600"/>
              </a:spcBef>
              <a:buClr>
                <a:srgbClr val="619685"/>
              </a:buClr>
            </a:pPr>
            <a:r>
              <a:rPr lang="en-US" sz="1600" b="1" dirty="0">
                <a:solidFill>
                  <a:schemeClr val="bg1"/>
                </a:solidFill>
                <a:latin typeface="+mj-lt"/>
              </a:rPr>
              <a:t>RELAYS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4839D3C-857A-3D74-1F83-0A7B90F4D2E2}"/>
              </a:ext>
            </a:extLst>
          </p:cNvPr>
          <p:cNvSpPr/>
          <p:nvPr/>
        </p:nvSpPr>
        <p:spPr>
          <a:xfrm>
            <a:off x="4271392" y="2506168"/>
            <a:ext cx="3648016" cy="2695558"/>
          </a:xfrm>
          <a:prstGeom prst="rect">
            <a:avLst/>
          </a:prstGeom>
          <a:solidFill>
            <a:srgbClr val="E7F0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t" anchorCtr="0"/>
          <a:lstStyle>
            <a:lvl1pPr>
              <a:buClr>
                <a:srgbClr val="237864"/>
              </a:buClr>
              <a:buFont typeface="Arial" panose="020B0604020202020204" pitchFamily="34" charset="0"/>
              <a:buChar char="•"/>
            </a:lvl1pPr>
            <a:lvl2pPr>
              <a:buClr>
                <a:srgbClr val="237864"/>
              </a:buClr>
              <a:buFont typeface="Arial" panose="020B0604020202020204" pitchFamily="34" charset="0"/>
              <a:buChar char="•"/>
            </a:lvl2pPr>
            <a:lvl3pPr>
              <a:buClr>
                <a:srgbClr val="237864"/>
              </a:buClr>
              <a:buFont typeface="Symbol" panose="05050102010706020507" pitchFamily="18" charset="2"/>
              <a:buChar char="-"/>
            </a:lvl3pPr>
            <a:lvl4pPr>
              <a:buClr>
                <a:schemeClr val="tx1"/>
              </a:buClr>
              <a:buFont typeface="Symbol" panose="05050102010706020507" pitchFamily="18" charset="2"/>
              <a:buChar char="-"/>
            </a:lvl4pPr>
            <a:lvl5pPr>
              <a:buClr>
                <a:schemeClr val="tx1"/>
              </a:buClr>
              <a:buFont typeface="Symbol" panose="05050102010706020507" pitchFamily="18" charset="2"/>
              <a:buChar char="-"/>
            </a:lvl5pPr>
            <a:lvl6pPr>
              <a:buClr>
                <a:schemeClr val="tx1"/>
              </a:buClr>
              <a:buFont typeface="Symbol" panose="05050102010706020507" pitchFamily="18" charset="2"/>
              <a:buChar char="-"/>
            </a:lvl6pPr>
            <a:lvl7pPr>
              <a:buClr>
                <a:schemeClr val="tx1"/>
              </a:buClr>
              <a:buFont typeface="Symbol" panose="05050102010706020507" pitchFamily="18" charset="2"/>
              <a:buChar char="-"/>
            </a:lvl7pPr>
            <a:lvl8pPr>
              <a:buClr>
                <a:schemeClr val="tx1"/>
              </a:buClr>
              <a:buFont typeface="Symbol" panose="05050102010706020507" pitchFamily="18" charset="2"/>
              <a:buChar char="-"/>
            </a:lvl8pPr>
            <a:lvl9pPr>
              <a:buFont typeface="Arial" panose="020B0604020202020204" pitchFamily="34" charset="0"/>
              <a:buChar char="•"/>
            </a:lvl9pPr>
          </a:lstStyle>
          <a:p>
            <a:pPr marL="171450" indent="-171450">
              <a:lnSpc>
                <a:spcPct val="150000"/>
              </a:lnSpc>
              <a:spcBef>
                <a:spcPts val="1200"/>
              </a:spcBef>
            </a:pPr>
            <a:r>
              <a:rPr lang="en-US" sz="1400" dirty="0">
                <a:solidFill>
                  <a:schemeClr val="dk1"/>
                </a:solidFill>
                <a:latin typeface="Noto Sans" panose="020B0502040504020204" pitchFamily="34" charset="0"/>
              </a:rPr>
              <a:t>2 pairs of back-to-back MOSFETs</a:t>
            </a:r>
          </a:p>
          <a:p>
            <a:pPr marL="171450" indent="-171450">
              <a:lnSpc>
                <a:spcPct val="150000"/>
              </a:lnSpc>
              <a:spcBef>
                <a:spcPts val="1200"/>
              </a:spcBef>
            </a:pPr>
            <a:r>
              <a:rPr lang="en-US" sz="1400" dirty="0">
                <a:solidFill>
                  <a:schemeClr val="dk1"/>
                </a:solidFill>
                <a:latin typeface="Noto Sans" panose="020B0502040504020204" pitchFamily="34" charset="0"/>
              </a:rPr>
              <a:t>Continuous current per pair:</a:t>
            </a:r>
          </a:p>
          <a:p>
            <a:pPr marL="628650" lvl="1" indent="-171450">
              <a:lnSpc>
                <a:spcPct val="150000"/>
              </a:lnSpc>
              <a:spcBef>
                <a:spcPts val="1200"/>
              </a:spcBef>
            </a:pPr>
            <a:r>
              <a:rPr lang="en-US" sz="1400" dirty="0">
                <a:solidFill>
                  <a:schemeClr val="dk1"/>
                </a:solidFill>
                <a:latin typeface="Noto Sans" panose="020B0502040504020204" pitchFamily="34" charset="0"/>
              </a:rPr>
              <a:t>Max. current: 5 A</a:t>
            </a:r>
          </a:p>
          <a:p>
            <a:pPr marL="171450" indent="-171450">
              <a:lnSpc>
                <a:spcPct val="150000"/>
              </a:lnSpc>
              <a:spcBef>
                <a:spcPts val="1200"/>
              </a:spcBef>
            </a:pPr>
            <a:r>
              <a:rPr lang="en-US" sz="1400" dirty="0">
                <a:solidFill>
                  <a:schemeClr val="dk1"/>
                </a:solidFill>
                <a:latin typeface="Noto Sans" panose="020B0502040504020204" pitchFamily="34" charset="0"/>
              </a:rPr>
              <a:t>Max. inrush current (&lt;300 µs): 40 A</a:t>
            </a:r>
          </a:p>
          <a:p>
            <a:pPr marL="171450" indent="-171450">
              <a:lnSpc>
                <a:spcPct val="150000"/>
              </a:lnSpc>
              <a:spcBef>
                <a:spcPts val="1200"/>
              </a:spcBef>
            </a:pPr>
            <a:r>
              <a:rPr lang="en-US" sz="1400" dirty="0">
                <a:solidFill>
                  <a:schemeClr val="dk1"/>
                </a:solidFill>
                <a:latin typeface="Noto Sans" panose="020B0502040504020204" pitchFamily="34" charset="0"/>
              </a:rPr>
              <a:t>Max. switching voltage: 80 VDC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E3AFFA02-40CE-2EF7-73CA-E47F72925ACF}"/>
              </a:ext>
            </a:extLst>
          </p:cNvPr>
          <p:cNvSpPr/>
          <p:nvPr/>
        </p:nvSpPr>
        <p:spPr>
          <a:xfrm>
            <a:off x="4271392" y="2030690"/>
            <a:ext cx="3648016" cy="537034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t" anchorCtr="0">
            <a:spAutoFit/>
          </a:bodyPr>
          <a:lstStyle/>
          <a:p>
            <a:pPr>
              <a:spcBef>
                <a:spcPts val="600"/>
              </a:spcBef>
              <a:buClr>
                <a:srgbClr val="619685"/>
              </a:buClr>
            </a:pPr>
            <a:r>
              <a:rPr lang="en-US" sz="1600" b="1" dirty="0">
                <a:solidFill>
                  <a:schemeClr val="bg1"/>
                </a:solidFill>
                <a:latin typeface="+mj-lt"/>
              </a:rPr>
              <a:t>MOSFETS</a:t>
            </a:r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F4E40AA1-0175-BD49-AF98-C4F5471246E8}"/>
              </a:ext>
            </a:extLst>
          </p:cNvPr>
          <p:cNvSpPr/>
          <p:nvPr/>
        </p:nvSpPr>
        <p:spPr>
          <a:xfrm>
            <a:off x="8063408" y="2506167"/>
            <a:ext cx="3648016" cy="2695559"/>
          </a:xfrm>
          <a:prstGeom prst="rect">
            <a:avLst/>
          </a:prstGeom>
          <a:solidFill>
            <a:srgbClr val="E7F0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t" anchorCtr="0"/>
          <a:lstStyle>
            <a:lvl1pPr>
              <a:buClr>
                <a:srgbClr val="237864"/>
              </a:buClr>
              <a:buFont typeface="Arial" panose="020B0604020202020204" pitchFamily="34" charset="0"/>
              <a:buChar char="•"/>
            </a:lvl1pPr>
            <a:lvl2pPr>
              <a:buClr>
                <a:srgbClr val="237864"/>
              </a:buClr>
              <a:buFont typeface="Arial" panose="020B0604020202020204" pitchFamily="34" charset="0"/>
              <a:buChar char="•"/>
            </a:lvl2pPr>
            <a:lvl3pPr>
              <a:buClr>
                <a:srgbClr val="237864"/>
              </a:buClr>
              <a:buFont typeface="Symbol" panose="05050102010706020507" pitchFamily="18" charset="2"/>
              <a:buChar char="-"/>
            </a:lvl3pPr>
            <a:lvl4pPr>
              <a:buClr>
                <a:schemeClr val="tx1"/>
              </a:buClr>
              <a:buFont typeface="Symbol" panose="05050102010706020507" pitchFamily="18" charset="2"/>
              <a:buChar char="-"/>
            </a:lvl4pPr>
            <a:lvl5pPr>
              <a:buClr>
                <a:schemeClr val="tx1"/>
              </a:buClr>
              <a:buFont typeface="Symbol" panose="05050102010706020507" pitchFamily="18" charset="2"/>
              <a:buChar char="-"/>
            </a:lvl5pPr>
            <a:lvl6pPr>
              <a:buClr>
                <a:schemeClr val="tx1"/>
              </a:buClr>
              <a:buFont typeface="Symbol" panose="05050102010706020507" pitchFamily="18" charset="2"/>
              <a:buChar char="-"/>
            </a:lvl6pPr>
            <a:lvl7pPr>
              <a:buClr>
                <a:schemeClr val="tx1"/>
              </a:buClr>
              <a:buFont typeface="Symbol" panose="05050102010706020507" pitchFamily="18" charset="2"/>
              <a:buChar char="-"/>
            </a:lvl7pPr>
            <a:lvl8pPr>
              <a:buClr>
                <a:schemeClr val="tx1"/>
              </a:buClr>
              <a:buFont typeface="Symbol" panose="05050102010706020507" pitchFamily="18" charset="2"/>
              <a:buChar char="-"/>
            </a:lvl8pPr>
            <a:lvl9pPr>
              <a:buFont typeface="Arial" panose="020B0604020202020204" pitchFamily="34" charset="0"/>
              <a:buChar char="•"/>
            </a:lvl9pPr>
          </a:lstStyle>
          <a:p>
            <a:pPr marL="171450" indent="-171450">
              <a:spcBef>
                <a:spcPts val="1200"/>
              </a:spcBef>
            </a:pPr>
            <a:r>
              <a:rPr lang="en-US" sz="1400" dirty="0">
                <a:solidFill>
                  <a:schemeClr val="dk1"/>
                </a:solidFill>
                <a:latin typeface="Noto Sans" panose="020B0502040504020204" pitchFamily="34" charset="0"/>
              </a:rPr>
              <a:t>Relay typical response time: 7 </a:t>
            </a:r>
            <a:r>
              <a:rPr lang="en-US" sz="1400" dirty="0" err="1">
                <a:solidFill>
                  <a:schemeClr val="dk1"/>
                </a:solidFill>
                <a:latin typeface="Noto Sans" panose="020B0502040504020204" pitchFamily="34" charset="0"/>
              </a:rPr>
              <a:t>ms</a:t>
            </a:r>
            <a:endParaRPr lang="en-US" sz="1400" dirty="0">
              <a:solidFill>
                <a:schemeClr val="dk1"/>
              </a:solidFill>
              <a:latin typeface="Noto Sans" panose="020B0502040504020204" pitchFamily="34" charset="0"/>
            </a:endParaRPr>
          </a:p>
          <a:p>
            <a:pPr marL="171450" indent="-171450">
              <a:spcBef>
                <a:spcPts val="1200"/>
              </a:spcBef>
            </a:pPr>
            <a:r>
              <a:rPr lang="en-US" sz="1400" dirty="0">
                <a:solidFill>
                  <a:schemeClr val="dk1"/>
                </a:solidFill>
                <a:latin typeface="Noto Sans" panose="020B0502040504020204" pitchFamily="34" charset="0"/>
              </a:rPr>
              <a:t>Relay typical release time: 3 </a:t>
            </a:r>
            <a:r>
              <a:rPr lang="en-US" sz="1400" dirty="0" err="1">
                <a:solidFill>
                  <a:schemeClr val="dk1"/>
                </a:solidFill>
                <a:latin typeface="Noto Sans" panose="020B0502040504020204" pitchFamily="34" charset="0"/>
              </a:rPr>
              <a:t>ms</a:t>
            </a:r>
            <a:endParaRPr lang="en-US" sz="1400" dirty="0">
              <a:solidFill>
                <a:schemeClr val="dk1"/>
              </a:solidFill>
              <a:latin typeface="Noto Sans" panose="020B0502040504020204" pitchFamily="34" charset="0"/>
            </a:endParaRPr>
          </a:p>
          <a:p>
            <a:pPr marL="171450" indent="-171450">
              <a:spcBef>
                <a:spcPts val="1200"/>
              </a:spcBef>
            </a:pPr>
            <a:r>
              <a:rPr lang="en-US" sz="1400" dirty="0">
                <a:solidFill>
                  <a:schemeClr val="dk1"/>
                </a:solidFill>
                <a:latin typeface="Noto Sans" panose="020B0502040504020204" pitchFamily="34" charset="0"/>
              </a:rPr>
              <a:t>Relay bounce time: ~2 </a:t>
            </a:r>
            <a:r>
              <a:rPr lang="en-US" sz="1400" dirty="0" err="1">
                <a:solidFill>
                  <a:schemeClr val="dk1"/>
                </a:solidFill>
                <a:latin typeface="Noto Sans" panose="020B0502040504020204" pitchFamily="34" charset="0"/>
              </a:rPr>
              <a:t>ms</a:t>
            </a:r>
            <a:endParaRPr lang="en-US" sz="1400" dirty="0">
              <a:solidFill>
                <a:schemeClr val="dk1"/>
              </a:solidFill>
              <a:latin typeface="Noto Sans" panose="020B0502040504020204" pitchFamily="34" charset="0"/>
            </a:endParaRPr>
          </a:p>
          <a:p>
            <a:pPr marL="171450" indent="-171450">
              <a:spcBef>
                <a:spcPts val="1200"/>
              </a:spcBef>
            </a:pPr>
            <a:r>
              <a:rPr lang="en-US" sz="1400" dirty="0">
                <a:solidFill>
                  <a:schemeClr val="dk1"/>
                </a:solidFill>
                <a:latin typeface="Noto Sans" panose="020B0502040504020204" pitchFamily="34" charset="0"/>
              </a:rPr>
              <a:t>MOSFET rise time:</a:t>
            </a:r>
          </a:p>
          <a:p>
            <a:pPr marL="628650" lvl="1" indent="-171450">
              <a:spcBef>
                <a:spcPts val="1200"/>
              </a:spcBef>
            </a:pPr>
            <a:r>
              <a:rPr lang="en-US" sz="1400" dirty="0">
                <a:solidFill>
                  <a:schemeClr val="dk1"/>
                </a:solidFill>
                <a:latin typeface="Noto Sans" panose="020B0502040504020204" pitchFamily="34" charset="0"/>
              </a:rPr>
              <a:t>min: 700 ns   max: 1000 µs </a:t>
            </a:r>
          </a:p>
          <a:p>
            <a:pPr marL="171450" indent="-171450">
              <a:spcBef>
                <a:spcPts val="1200"/>
              </a:spcBef>
            </a:pPr>
            <a:r>
              <a:rPr lang="en-US" sz="1400" dirty="0">
                <a:solidFill>
                  <a:schemeClr val="dk1"/>
                </a:solidFill>
                <a:latin typeface="Noto Sans" panose="020B0502040504020204" pitchFamily="34" charset="0"/>
              </a:rPr>
              <a:t>MOSFET fall time:</a:t>
            </a:r>
          </a:p>
          <a:p>
            <a:pPr marL="628650" lvl="1" indent="-171450">
              <a:spcBef>
                <a:spcPts val="1200"/>
              </a:spcBef>
            </a:pPr>
            <a:r>
              <a:rPr lang="en-US" sz="1400" dirty="0">
                <a:solidFill>
                  <a:schemeClr val="dk1"/>
                </a:solidFill>
                <a:latin typeface="Noto Sans" panose="020B0502040504020204" pitchFamily="34" charset="0"/>
              </a:rPr>
              <a:t>min: 2 µs     max: 4 µs</a:t>
            </a: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B155530F-A626-F496-4966-60453C54538C}"/>
              </a:ext>
            </a:extLst>
          </p:cNvPr>
          <p:cNvSpPr/>
          <p:nvPr/>
        </p:nvSpPr>
        <p:spPr>
          <a:xfrm>
            <a:off x="8063408" y="2030690"/>
            <a:ext cx="3648016" cy="537034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t" anchorCtr="0">
            <a:spAutoFit/>
          </a:bodyPr>
          <a:lstStyle/>
          <a:p>
            <a:pPr>
              <a:spcBef>
                <a:spcPts val="600"/>
              </a:spcBef>
              <a:buClr>
                <a:srgbClr val="619685"/>
              </a:buClr>
            </a:pPr>
            <a:r>
              <a:rPr lang="en-US" sz="1600" b="1" dirty="0">
                <a:solidFill>
                  <a:schemeClr val="bg1"/>
                </a:solidFill>
                <a:latin typeface="+mj-lt"/>
              </a:rPr>
              <a:t>Switching dynamics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05707968"/>
      </p:ext>
    </p:extLst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9CEA0-7775-7EDE-B61E-D34C9F030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28A38950-127E-0086-9E98-963EA095746A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/>
          <a:p>
            <a:r>
              <a:rPr lang="en-US" dirty="0">
                <a:solidFill>
                  <a:schemeClr val="dk1"/>
                </a:solidFill>
              </a:rPr>
              <a:t>Relay voltage / ampere curve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21867D6-D449-AEC8-DEF0-A6BB8873A09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Diploma thesis: E-box </a:t>
            </a:r>
            <a:r>
              <a:rPr lang="en-US" dirty="0" err="1"/>
              <a:t>aets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351FD5-5F3F-0634-9FDE-01B148BDA0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991" y="1255144"/>
            <a:ext cx="6529522" cy="5126832"/>
          </a:xfrm>
          <a:prstGeom prst="rect">
            <a:avLst/>
          </a:prstGeom>
        </p:spPr>
      </p:pic>
      <p:sp>
        <p:nvSpPr>
          <p:cNvPr id="7" name="Rectangle 3">
            <a:extLst>
              <a:ext uri="{FF2B5EF4-FFF2-40B4-BE49-F238E27FC236}">
                <a16:creationId xmlns:a16="http://schemas.microsoft.com/office/drawing/2014/main" id="{632A39DA-D9B6-5D4E-A191-B865B5C054DF}"/>
              </a:ext>
            </a:extLst>
          </p:cNvPr>
          <p:cNvSpPr/>
          <p:nvPr/>
        </p:nvSpPr>
        <p:spPr>
          <a:xfrm>
            <a:off x="7729270" y="1564874"/>
            <a:ext cx="3959522" cy="783255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t" anchorCtr="0">
            <a:spAutoFit/>
          </a:bodyPr>
          <a:lstStyle/>
          <a:p>
            <a:pPr>
              <a:spcBef>
                <a:spcPts val="600"/>
              </a:spcBef>
              <a:buClr>
                <a:srgbClr val="619685"/>
              </a:buClr>
            </a:pPr>
            <a:r>
              <a:rPr lang="en-US" sz="1600" b="1" dirty="0">
                <a:solidFill>
                  <a:schemeClr val="bg1"/>
                </a:solidFill>
                <a:latin typeface="+mj-lt"/>
              </a:rPr>
              <a:t>Maximum current for commonly used voltage values (with reserve)*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CE7D645-27F4-0A68-6163-201E771B8E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3341633"/>
              </p:ext>
            </p:extLst>
          </p:nvPr>
        </p:nvGraphicFramePr>
        <p:xfrm>
          <a:off x="7729269" y="2476967"/>
          <a:ext cx="39595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9760">
                  <a:extLst>
                    <a:ext uri="{9D8B030D-6E8A-4147-A177-3AD203B41FA5}">
                      <a16:colId xmlns:a16="http://schemas.microsoft.com/office/drawing/2014/main" val="2007044882"/>
                    </a:ext>
                  </a:extLst>
                </a:gridCol>
                <a:gridCol w="1979760">
                  <a:extLst>
                    <a:ext uri="{9D8B030D-6E8A-4147-A177-3AD203B41FA5}">
                      <a16:colId xmlns:a16="http://schemas.microsoft.com/office/drawing/2014/main" val="44028487"/>
                    </a:ext>
                  </a:extLst>
                </a:gridCol>
              </a:tblGrid>
              <a:tr h="32395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Voltage [V]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Current [A]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9917420"/>
                  </a:ext>
                </a:extLst>
              </a:tr>
              <a:tr h="32449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8619489"/>
                  </a:ext>
                </a:extLst>
              </a:tr>
              <a:tr h="32395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5228606"/>
                  </a:ext>
                </a:extLst>
              </a:tr>
              <a:tr h="32395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9583557"/>
                  </a:ext>
                </a:extLst>
              </a:tr>
              <a:tr h="32395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8186087"/>
                  </a:ext>
                </a:extLst>
              </a:tr>
              <a:tr h="32395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4707952"/>
                  </a:ext>
                </a:extLst>
              </a:tr>
              <a:tr h="32395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4852110"/>
                  </a:ext>
                </a:extLst>
              </a:tr>
              <a:tr h="32395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9311761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FB87B609-EB99-2F1F-1E5F-BD771E1B0EEA}"/>
              </a:ext>
            </a:extLst>
          </p:cNvPr>
          <p:cNvSpPr txBox="1"/>
          <p:nvPr/>
        </p:nvSpPr>
        <p:spPr>
          <a:xfrm>
            <a:off x="7572039" y="6262778"/>
            <a:ext cx="4273980" cy="37956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lang="en-US" sz="1050" dirty="0"/>
              <a:t>*These are extremes. If you go above specified range of 0 - 2.5 A, you may damage the relay based on your load/time configuration.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10559938"/>
      </p:ext>
    </p:extLst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D0DFE5-ECD7-DBE7-C772-E647FD36A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32A46358-801C-66BF-F575-AB66F4690EEA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/>
          <a:p>
            <a:r>
              <a:rPr lang="en-US" dirty="0">
                <a:solidFill>
                  <a:schemeClr val="dk1"/>
                </a:solidFill>
              </a:rPr>
              <a:t>Relay response time test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7403A66-1233-61FD-F2EE-4411DDFE060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Diploma thesis: E-box </a:t>
            </a:r>
            <a:r>
              <a:rPr lang="en-US" dirty="0" err="1"/>
              <a:t>aets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2DB6567-E587-967D-8C13-54AB7413C05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122" t="18934" b="23930"/>
          <a:stretch>
            <a:fillRect/>
          </a:stretch>
        </p:blipFill>
        <p:spPr>
          <a:xfrm>
            <a:off x="293296" y="1504655"/>
            <a:ext cx="11654287" cy="375745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217917180"/>
      </p:ext>
    </p:extLst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3D7519-EC4D-2D99-EF7E-7A85E37E6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2AA36AEB-FC76-CAF1-83A4-FBAD7DA023F7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/>
          <a:p>
            <a:r>
              <a:rPr lang="en-US" dirty="0">
                <a:solidFill>
                  <a:schemeClr val="dk1"/>
                </a:solidFill>
              </a:rPr>
              <a:t>MOSFET inrush current test – peak current test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C1D0A4A-9C7D-5F4C-5BDC-2151EB7EB67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Diploma thesis: E-box </a:t>
            </a:r>
            <a:r>
              <a:rPr lang="en-US" dirty="0" err="1"/>
              <a:t>aets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F880267-3435-26C5-BA05-B0BCE7185D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1200" y="1189313"/>
            <a:ext cx="7619048" cy="4876190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893C4A8-9010-84AE-07C4-24C113216224}"/>
              </a:ext>
            </a:extLst>
          </p:cNvPr>
          <p:cNvCxnSpPr>
            <a:cxnSpLocks/>
          </p:cNvCxnSpPr>
          <p:nvPr/>
        </p:nvCxnSpPr>
        <p:spPr>
          <a:xfrm>
            <a:off x="8436634" y="2242868"/>
            <a:ext cx="819509" cy="0"/>
          </a:xfrm>
          <a:prstGeom prst="straightConnector1">
            <a:avLst/>
          </a:prstGeom>
          <a:ln w="57150" cap="rnd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865283435"/>
      </p:ext>
    </p:extLst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FA8D06-BE0A-93B6-A9D7-36F61B7BD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D04B7F23-B64C-51B9-0CF2-8697ABFD4769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/>
          <a:p>
            <a:r>
              <a:rPr lang="en-US" dirty="0">
                <a:solidFill>
                  <a:schemeClr val="dk1"/>
                </a:solidFill>
              </a:rPr>
              <a:t>MOSFET inrush current test – rise &amp; fall time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A30BA06-19E1-5CF3-0B78-E850B9B0219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Diploma thesis: E-box </a:t>
            </a:r>
            <a:r>
              <a:rPr lang="en-US" dirty="0" err="1"/>
              <a:t>aets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586F09F-5FF7-1E8C-D8CD-D51E23561E02}"/>
              </a:ext>
            </a:extLst>
          </p:cNvPr>
          <p:cNvSpPr txBox="1"/>
          <p:nvPr/>
        </p:nvSpPr>
        <p:spPr>
          <a:xfrm>
            <a:off x="1483039" y="2050723"/>
            <a:ext cx="3019246" cy="31310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r>
              <a:rPr lang="en-US" dirty="0">
                <a:solidFill>
                  <a:schemeClr val="accent1"/>
                </a:solidFill>
              </a:rPr>
              <a:t>Rise time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A4143C-56A1-F412-7D2F-DEEDC245C6F1}"/>
              </a:ext>
            </a:extLst>
          </p:cNvPr>
          <p:cNvSpPr txBox="1"/>
          <p:nvPr/>
        </p:nvSpPr>
        <p:spPr>
          <a:xfrm>
            <a:off x="7624665" y="2050724"/>
            <a:ext cx="3019246" cy="31310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r>
              <a:rPr lang="en-US" dirty="0">
                <a:solidFill>
                  <a:schemeClr val="accent1"/>
                </a:solidFill>
              </a:rPr>
              <a:t>Fall time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4930B6D-859F-5C78-F48F-1311106628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3725" y="2545632"/>
            <a:ext cx="5921126" cy="295316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2ECCFA0-A83C-5BB7-7510-F398296A8B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49" y="2545632"/>
            <a:ext cx="5911796" cy="2948508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794B9DC-0A30-D712-1644-3AD19C36CCA8}"/>
              </a:ext>
            </a:extLst>
          </p:cNvPr>
          <p:cNvCxnSpPr>
            <a:cxnSpLocks/>
          </p:cNvCxnSpPr>
          <p:nvPr/>
        </p:nvCxnSpPr>
        <p:spPr>
          <a:xfrm>
            <a:off x="5046453" y="2967487"/>
            <a:ext cx="491705" cy="0"/>
          </a:xfrm>
          <a:prstGeom prst="straightConnector1">
            <a:avLst/>
          </a:prstGeom>
          <a:ln w="57150" cap="rnd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41CDA8A-EEF8-7FC6-B028-D4F162E8741F}"/>
              </a:ext>
            </a:extLst>
          </p:cNvPr>
          <p:cNvCxnSpPr>
            <a:cxnSpLocks/>
          </p:cNvCxnSpPr>
          <p:nvPr/>
        </p:nvCxnSpPr>
        <p:spPr>
          <a:xfrm>
            <a:off x="11179834" y="2967487"/>
            <a:ext cx="457199" cy="0"/>
          </a:xfrm>
          <a:prstGeom prst="straightConnector1">
            <a:avLst/>
          </a:prstGeom>
          <a:ln w="57150" cap="rnd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875770976"/>
      </p:ext>
    </p:extLst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D2C8D5-F630-105D-ACBD-2072A30D4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5CA77027-19C0-4BBE-4088-D1CF15E789D0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/>
          <a:p>
            <a:r>
              <a:rPr lang="en-US" dirty="0">
                <a:solidFill>
                  <a:schemeClr val="dk1"/>
                </a:solidFill>
              </a:rPr>
              <a:t>Device disassembly &amp; service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7EB601A-B5A9-3ABA-C073-2A945148AE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Diploma thesis: E-box </a:t>
            </a:r>
            <a:r>
              <a:rPr lang="en-US" dirty="0" err="1"/>
              <a:t>aets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79D4069-7F61-E02D-B4C1-45682E241C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6124" y="1250993"/>
            <a:ext cx="9859751" cy="488700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059115923"/>
      </p:ext>
    </p:extLst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992F9-F0B0-7A4C-6DBC-6E29EC075B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D3B6AD10-CF64-872E-5F3C-DA5B2F3074C0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/>
          <a:p>
            <a:r>
              <a:rPr lang="en-US" dirty="0">
                <a:solidFill>
                  <a:schemeClr val="dk1"/>
                </a:solidFill>
              </a:rPr>
              <a:t>Device disassembly &amp; service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82F10C8-7EFA-CE2C-23B9-671C7EC6FFB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Diploma thesis: E-box </a:t>
            </a:r>
            <a:r>
              <a:rPr lang="en-US" dirty="0" err="1"/>
              <a:t>aets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868D4D-0645-59A7-276F-44DE34EF74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027" y="1094781"/>
            <a:ext cx="9883762" cy="541376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639483990"/>
      </p:ext>
    </p:extLst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637172-ABEA-0AC0-F49E-7270A4D65C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5991507A-ED43-C434-5B13-C41F3E0A32B9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/>
          <a:p>
            <a:r>
              <a:rPr lang="en-US" dirty="0">
                <a:solidFill>
                  <a:schemeClr val="dk1"/>
                </a:solidFill>
              </a:rPr>
              <a:t>Device disassembly &amp; service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9CAC7C4-5FED-AFA2-A792-1D410462694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Diploma thesis: E-box </a:t>
            </a:r>
            <a:r>
              <a:rPr lang="en-US" dirty="0" err="1"/>
              <a:t>aets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32A2878-26E4-AB61-43C6-2615E8AB6E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0012" y="1094585"/>
            <a:ext cx="8270495" cy="547920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208324044"/>
      </p:ext>
    </p:extLst>
  </p:cSld>
  <p:clrMapOvr>
    <a:masterClrMapping/>
  </p:clrMapOvr>
  <p:transition spd="med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09E9B5-52F6-C8AB-98B9-8BD94F6CC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698E4ED3-28C3-3BBA-3875-990FD831B8B1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/>
          <a:p>
            <a:r>
              <a:rPr lang="en-US" dirty="0">
                <a:solidFill>
                  <a:schemeClr val="dk1"/>
                </a:solidFill>
              </a:rPr>
              <a:t>How can the system make work easier for test engineers?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6866592-E2A0-675A-4AE0-833AEA54BCE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Diploma thesis: E-box </a:t>
            </a:r>
            <a:r>
              <a:rPr lang="en-US" dirty="0" err="1"/>
              <a:t>aets</a:t>
            </a:r>
            <a:endParaRPr lang="en-US" dirty="0"/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2DDEB7CB-DADA-C6E9-E8B7-ADE837DEE5B2}"/>
              </a:ext>
            </a:extLst>
          </p:cNvPr>
          <p:cNvSpPr/>
          <p:nvPr/>
        </p:nvSpPr>
        <p:spPr>
          <a:xfrm>
            <a:off x="479375" y="1708031"/>
            <a:ext cx="7120497" cy="4673946"/>
          </a:xfrm>
          <a:prstGeom prst="rect">
            <a:avLst/>
          </a:prstGeom>
          <a:solidFill>
            <a:srgbClr val="E7F0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t" anchorCtr="0"/>
          <a:lstStyle>
            <a:lvl1pPr>
              <a:buClr>
                <a:srgbClr val="237864"/>
              </a:buClr>
              <a:buFont typeface="Arial" panose="020B0604020202020204" pitchFamily="34" charset="0"/>
              <a:buChar char="•"/>
            </a:lvl1pPr>
            <a:lvl2pPr>
              <a:buClr>
                <a:srgbClr val="237864"/>
              </a:buClr>
              <a:buFont typeface="Arial" panose="020B0604020202020204" pitchFamily="34" charset="0"/>
              <a:buChar char="•"/>
            </a:lvl2pPr>
            <a:lvl3pPr>
              <a:buClr>
                <a:srgbClr val="237864"/>
              </a:buClr>
              <a:buFont typeface="Symbol" panose="05050102010706020507" pitchFamily="18" charset="2"/>
              <a:buChar char="-"/>
            </a:lvl3pPr>
            <a:lvl4pPr>
              <a:buClr>
                <a:schemeClr val="tx1"/>
              </a:buClr>
              <a:buFont typeface="Symbol" panose="05050102010706020507" pitchFamily="18" charset="2"/>
              <a:buChar char="-"/>
            </a:lvl4pPr>
            <a:lvl5pPr>
              <a:buClr>
                <a:schemeClr val="tx1"/>
              </a:buClr>
              <a:buFont typeface="Symbol" panose="05050102010706020507" pitchFamily="18" charset="2"/>
              <a:buChar char="-"/>
            </a:lvl5pPr>
            <a:lvl6pPr>
              <a:buClr>
                <a:schemeClr val="tx1"/>
              </a:buClr>
              <a:buFont typeface="Symbol" panose="05050102010706020507" pitchFamily="18" charset="2"/>
              <a:buChar char="-"/>
            </a:lvl6pPr>
            <a:lvl7pPr>
              <a:buClr>
                <a:schemeClr val="tx1"/>
              </a:buClr>
              <a:buFont typeface="Symbol" panose="05050102010706020507" pitchFamily="18" charset="2"/>
              <a:buChar char="-"/>
            </a:lvl7pPr>
            <a:lvl8pPr>
              <a:buClr>
                <a:schemeClr val="tx1"/>
              </a:buClr>
              <a:buFont typeface="Symbol" panose="05050102010706020507" pitchFamily="18" charset="2"/>
              <a:buChar char="-"/>
            </a:lvl8pPr>
            <a:lvl9pPr>
              <a:buFont typeface="Arial" panose="020B0604020202020204" pitchFamily="34" charset="0"/>
              <a:buChar char="•"/>
            </a:lvl9pPr>
          </a:lstStyle>
          <a:p>
            <a:pPr marL="171450" indent="-171450">
              <a:lnSpc>
                <a:spcPct val="200000"/>
              </a:lnSpc>
              <a:spcBef>
                <a:spcPts val="1200"/>
              </a:spcBef>
            </a:pPr>
            <a:r>
              <a:rPr lang="en-US" sz="1400" dirty="0">
                <a:solidFill>
                  <a:schemeClr val="dk1"/>
                </a:solidFill>
                <a:latin typeface="Noto Sans" panose="020B0502040504020204" pitchFamily="34" charset="0"/>
              </a:rPr>
              <a:t>Faster repetition of test sequences without manual switching </a:t>
            </a:r>
          </a:p>
          <a:p>
            <a:pPr marL="171450" indent="-171450">
              <a:lnSpc>
                <a:spcPct val="200000"/>
              </a:lnSpc>
              <a:spcBef>
                <a:spcPts val="1200"/>
              </a:spcBef>
            </a:pPr>
            <a:r>
              <a:rPr lang="en-US" sz="1400" dirty="0">
                <a:solidFill>
                  <a:schemeClr val="dk1"/>
                </a:solidFill>
                <a:latin typeface="Noto Sans" panose="020B0502040504020204" pitchFamily="34" charset="0"/>
              </a:rPr>
              <a:t>Integration of multiple switching options into a single device</a:t>
            </a:r>
          </a:p>
          <a:p>
            <a:pPr marL="171450" indent="-171450">
              <a:lnSpc>
                <a:spcPct val="200000"/>
              </a:lnSpc>
              <a:spcBef>
                <a:spcPts val="1200"/>
              </a:spcBef>
            </a:pPr>
            <a:r>
              <a:rPr lang="en-US" sz="1400" dirty="0">
                <a:solidFill>
                  <a:schemeClr val="dk1"/>
                </a:solidFill>
                <a:latin typeface="Noto Sans" panose="020B0502040504020204" pitchFamily="34" charset="0"/>
              </a:rPr>
              <a:t>Ability to control the test locally or remotely from a PC depending on the type of task</a:t>
            </a:r>
          </a:p>
          <a:p>
            <a:pPr marL="171450" indent="-171450">
              <a:lnSpc>
                <a:spcPct val="200000"/>
              </a:lnSpc>
              <a:spcBef>
                <a:spcPts val="1200"/>
              </a:spcBef>
            </a:pPr>
            <a:r>
              <a:rPr lang="en-US" sz="1400" dirty="0">
                <a:solidFill>
                  <a:schemeClr val="dk1"/>
                </a:solidFill>
                <a:latin typeface="Noto Sans" panose="020B0502040504020204" pitchFamily="34" charset="0"/>
              </a:rPr>
              <a:t>Easier synchronization with an oscilloscope or generator via trigger/BNC inputs</a:t>
            </a:r>
          </a:p>
          <a:p>
            <a:pPr marL="171450" indent="-171450">
              <a:lnSpc>
                <a:spcPct val="200000"/>
              </a:lnSpc>
              <a:spcBef>
                <a:spcPts val="1200"/>
              </a:spcBef>
            </a:pPr>
            <a:r>
              <a:rPr lang="en-US" sz="1400" dirty="0">
                <a:solidFill>
                  <a:schemeClr val="dk1"/>
                </a:solidFill>
                <a:latin typeface="Noto Sans" panose="020B0502040504020204" pitchFamily="34" charset="0"/>
              </a:rPr>
              <a:t>Storage of operating data and basic diagnostics of error states</a:t>
            </a:r>
          </a:p>
          <a:p>
            <a:pPr marL="171450" indent="-171450">
              <a:lnSpc>
                <a:spcPct val="200000"/>
              </a:lnSpc>
              <a:spcBef>
                <a:spcPts val="1200"/>
              </a:spcBef>
            </a:pPr>
            <a:r>
              <a:rPr lang="en-US" sz="1400" dirty="0">
                <a:solidFill>
                  <a:schemeClr val="dk1"/>
                </a:solidFill>
                <a:latin typeface="Noto Sans" panose="020B0502040504020204" pitchFamily="34" charset="0"/>
              </a:rPr>
              <a:t>Suitable basis for further expansion of test scenario automation in the laboratory</a:t>
            </a:r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2EDF78C2-67DC-4096-2B37-8653506103E2}"/>
              </a:ext>
            </a:extLst>
          </p:cNvPr>
          <p:cNvSpPr/>
          <p:nvPr/>
        </p:nvSpPr>
        <p:spPr>
          <a:xfrm>
            <a:off x="7941224" y="2183508"/>
            <a:ext cx="3648016" cy="4198468"/>
          </a:xfrm>
          <a:prstGeom prst="rect">
            <a:avLst/>
          </a:prstGeom>
          <a:solidFill>
            <a:srgbClr val="E7F0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t" anchorCtr="0"/>
          <a:lstStyle>
            <a:lvl1pPr>
              <a:buClr>
                <a:srgbClr val="237864"/>
              </a:buClr>
              <a:buFont typeface="Arial" panose="020B0604020202020204" pitchFamily="34" charset="0"/>
              <a:buChar char="•"/>
            </a:lvl1pPr>
            <a:lvl2pPr>
              <a:buClr>
                <a:srgbClr val="237864"/>
              </a:buClr>
              <a:buFont typeface="Arial" panose="020B0604020202020204" pitchFamily="34" charset="0"/>
              <a:buChar char="•"/>
            </a:lvl2pPr>
            <a:lvl3pPr>
              <a:buClr>
                <a:srgbClr val="237864"/>
              </a:buClr>
              <a:buFont typeface="Symbol" panose="05050102010706020507" pitchFamily="18" charset="2"/>
              <a:buChar char="-"/>
            </a:lvl3pPr>
            <a:lvl4pPr>
              <a:buClr>
                <a:schemeClr val="tx1"/>
              </a:buClr>
              <a:buFont typeface="Symbol" panose="05050102010706020507" pitchFamily="18" charset="2"/>
              <a:buChar char="-"/>
            </a:lvl4pPr>
            <a:lvl5pPr>
              <a:buClr>
                <a:schemeClr val="tx1"/>
              </a:buClr>
              <a:buFont typeface="Symbol" panose="05050102010706020507" pitchFamily="18" charset="2"/>
              <a:buChar char="-"/>
            </a:lvl5pPr>
            <a:lvl6pPr>
              <a:buClr>
                <a:schemeClr val="tx1"/>
              </a:buClr>
              <a:buFont typeface="Symbol" panose="05050102010706020507" pitchFamily="18" charset="2"/>
              <a:buChar char="-"/>
            </a:lvl6pPr>
            <a:lvl7pPr>
              <a:buClr>
                <a:schemeClr val="tx1"/>
              </a:buClr>
              <a:buFont typeface="Symbol" panose="05050102010706020507" pitchFamily="18" charset="2"/>
              <a:buChar char="-"/>
            </a:lvl7pPr>
            <a:lvl8pPr>
              <a:buClr>
                <a:schemeClr val="tx1"/>
              </a:buClr>
              <a:buFont typeface="Symbol" panose="05050102010706020507" pitchFamily="18" charset="2"/>
              <a:buChar char="-"/>
            </a:lvl8pPr>
            <a:lvl9pPr>
              <a:buFont typeface="Arial" panose="020B0604020202020204" pitchFamily="34" charset="0"/>
              <a:buChar char="•"/>
            </a:lvl9pPr>
          </a:lstStyle>
          <a:p>
            <a:pPr>
              <a:lnSpc>
                <a:spcPct val="150000"/>
              </a:lnSpc>
              <a:spcBef>
                <a:spcPts val="1200"/>
              </a:spcBef>
              <a:buNone/>
            </a:pPr>
            <a:r>
              <a:rPr lang="en-US" sz="1400" dirty="0">
                <a:solidFill>
                  <a:schemeClr val="dk1"/>
                </a:solidFill>
                <a:latin typeface="Noto Sans" panose="020B0502040504020204" pitchFamily="34" charset="0"/>
              </a:rPr>
              <a:t>AETS is a practical laboratory platform that combines:</a:t>
            </a:r>
          </a:p>
          <a:p>
            <a:pPr marL="171450" indent="-171450">
              <a:lnSpc>
                <a:spcPct val="150000"/>
              </a:lnSpc>
              <a:spcBef>
                <a:spcPts val="1200"/>
              </a:spcBef>
            </a:pPr>
            <a:r>
              <a:rPr lang="en-US" sz="1400" dirty="0">
                <a:solidFill>
                  <a:schemeClr val="dk1"/>
                </a:solidFill>
                <a:latin typeface="Noto Sans" panose="020B0502040504020204" pitchFamily="34" charset="0"/>
              </a:rPr>
              <a:t>robust switching</a:t>
            </a:r>
          </a:p>
          <a:p>
            <a:pPr marL="171450" indent="-171450">
              <a:lnSpc>
                <a:spcPct val="150000"/>
              </a:lnSpc>
              <a:spcBef>
                <a:spcPts val="1200"/>
              </a:spcBef>
            </a:pPr>
            <a:r>
              <a:rPr lang="en-US" sz="1400" dirty="0">
                <a:solidFill>
                  <a:schemeClr val="dk1"/>
                </a:solidFill>
                <a:latin typeface="Noto Sans" panose="020B0502040504020204" pitchFamily="34" charset="0"/>
              </a:rPr>
              <a:t>fast MOSFET actions</a:t>
            </a:r>
          </a:p>
          <a:p>
            <a:pPr marL="171450" indent="-171450">
              <a:lnSpc>
                <a:spcPct val="150000"/>
              </a:lnSpc>
              <a:spcBef>
                <a:spcPts val="1200"/>
              </a:spcBef>
            </a:pPr>
            <a:r>
              <a:rPr lang="en-US" sz="1400" dirty="0">
                <a:solidFill>
                  <a:schemeClr val="dk1"/>
                </a:solidFill>
                <a:latin typeface="Noto Sans" panose="020B0502040504020204" pitchFamily="34" charset="0"/>
              </a:rPr>
              <a:t>local and remote control</a:t>
            </a:r>
          </a:p>
          <a:p>
            <a:pPr marL="171450" indent="-171450">
              <a:lnSpc>
                <a:spcPct val="150000"/>
              </a:lnSpc>
              <a:spcBef>
                <a:spcPts val="1200"/>
              </a:spcBef>
            </a:pPr>
            <a:r>
              <a:rPr lang="en-US" sz="1400" dirty="0">
                <a:solidFill>
                  <a:schemeClr val="dk1"/>
                </a:solidFill>
                <a:latin typeface="Noto Sans" panose="020B0502040504020204" pitchFamily="34" charset="0"/>
              </a:rPr>
              <a:t>simple measurement synchronization</a:t>
            </a:r>
          </a:p>
          <a:p>
            <a:pPr>
              <a:lnSpc>
                <a:spcPct val="150000"/>
              </a:lnSpc>
              <a:spcBef>
                <a:spcPts val="1200"/>
              </a:spcBef>
              <a:buNone/>
            </a:pPr>
            <a:endParaRPr lang="en-US" sz="1400" dirty="0">
              <a:solidFill>
                <a:schemeClr val="dk1"/>
              </a:solidFill>
              <a:latin typeface="Noto Sans" panose="020B0502040504020204" pitchFamily="34" charset="0"/>
            </a:endParaRPr>
          </a:p>
          <a:p>
            <a:pPr>
              <a:lnSpc>
                <a:spcPct val="150000"/>
              </a:lnSpc>
              <a:spcBef>
                <a:spcPts val="1200"/>
              </a:spcBef>
              <a:buNone/>
            </a:pPr>
            <a:r>
              <a:rPr lang="en-US" sz="1400" dirty="0">
                <a:solidFill>
                  <a:schemeClr val="dk1"/>
                </a:solidFill>
                <a:latin typeface="Noto Sans" panose="020B0502040504020204" pitchFamily="34" charset="0"/>
              </a:rPr>
              <a:t>Goal: to simplify and speed up electrical component testing.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E8DB0D59-C10B-EAA4-323E-68677D791C0E}"/>
              </a:ext>
            </a:extLst>
          </p:cNvPr>
          <p:cNvSpPr/>
          <p:nvPr/>
        </p:nvSpPr>
        <p:spPr>
          <a:xfrm>
            <a:off x="7941224" y="1708031"/>
            <a:ext cx="3648016" cy="537034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t" anchorCtr="0">
            <a:spAutoFit/>
          </a:bodyPr>
          <a:lstStyle/>
          <a:p>
            <a:pPr>
              <a:spcBef>
                <a:spcPts val="600"/>
              </a:spcBef>
              <a:buClr>
                <a:srgbClr val="619685"/>
              </a:buClr>
            </a:pPr>
            <a:r>
              <a:rPr lang="en-US" sz="1600" b="1" dirty="0">
                <a:solidFill>
                  <a:schemeClr val="bg1"/>
                </a:solidFill>
                <a:latin typeface="+mj-lt"/>
              </a:rPr>
              <a:t>Conclusion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82385831"/>
      </p:ext>
    </p:extLst>
  </p:cSld>
  <p:clrMapOvr>
    <a:masterClrMapping/>
  </p:clrMapOvr>
  <p:transition spd="med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ufnahme in Werkstatt_master">
            <a:extLst>
              <a:ext uri="{FF2B5EF4-FFF2-40B4-BE49-F238E27FC236}">
                <a16:creationId xmlns:a16="http://schemas.microsoft.com/office/drawing/2014/main" id="{D704C848-CE38-2225-5E57-1D3A05BAFD4F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8125" b="18125"/>
          <a:stretch/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B8234AF4-219A-58A2-ABAD-04EF7117225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 bwMode="gray">
          <a:xfrm>
            <a:off x="-1" y="0"/>
            <a:ext cx="12192001" cy="6858000"/>
          </a:xfrm>
          <a:prstGeom prst="rect">
            <a:avLst/>
          </a:prstGeom>
          <a:solidFill>
            <a:schemeClr val="dk1">
              <a:alpha val="60000"/>
            </a:schemeClr>
          </a:solidFill>
        </p:spPr>
        <p:txBody>
          <a:bodyPr vert="horz" wrap="square" lIns="36000" tIns="108000" rIns="36000" bIns="36000" rtlCol="0">
            <a:noAutofit/>
          </a:bodyPr>
          <a:lstStyle/>
          <a:p>
            <a:pPr algn="ctr" rtl="0" eaLnBrk="1" fontAlgn="auto" hangingPunct="1">
              <a:lnSpc>
                <a:spcPct val="100000"/>
              </a:lnSpc>
              <a:spcAft>
                <a:spcPts val="200"/>
              </a:spcAft>
              <a:buClr>
                <a:srgbClr val="00893D"/>
              </a:buClr>
            </a:pPr>
            <a:endParaRPr lang="en-US" sz="700" b="0" i="0" u="none" baseline="0">
              <a:solidFill>
                <a:srgbClr val="FFFFFF"/>
              </a:solidFill>
              <a:latin typeface="+mj-lt"/>
            </a:endParaRPr>
          </a:p>
        </p:txBody>
      </p:sp>
      <p:graphicFrame>
        <p:nvGraphicFramePr>
          <p:cNvPr id="18" name="think-cell data - do not delete" hidden="1">
            <a:extLst>
              <a:ext uri="{FF2B5EF4-FFF2-40B4-BE49-F238E27FC236}">
                <a16:creationId xmlns:a16="http://schemas.microsoft.com/office/drawing/2014/main" id="{7C2AA80F-D6EB-24F3-70D3-63C7CB688A6E}"/>
              </a:ext>
            </a:extLst>
          </p:cNvPr>
          <p:cNvGraphicFramePr>
            <a:graphicFrameLocks noChangeAspect="1"/>
          </p:cNvGraphicFramePr>
          <p:nvPr>
            <p:custDataLst>
              <p:tags r:id="rId3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7" imgW="425" imgH="424" progId="TCLayout.ActiveDocument.1">
                  <p:embed/>
                </p:oleObj>
              </mc:Choice>
              <mc:Fallback>
                <p:oleObj name="think-cell Folie" r:id="rId7" imgW="425" imgH="424" progId="TCLayout.ActiveDocument.1">
                  <p:embed/>
                  <p:pic>
                    <p:nvPicPr>
                      <p:cNvPr id="1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C2AA80F-D6EB-24F3-70D3-63C7CB688A6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1" name="Textfeld 310">
            <a:extLst>
              <a:ext uri="{FF2B5EF4-FFF2-40B4-BE49-F238E27FC236}">
                <a16:creationId xmlns:a16="http://schemas.microsoft.com/office/drawing/2014/main" id="{5F7459B5-5316-8747-E244-CD7105737FEE}"/>
              </a:ext>
            </a:extLst>
          </p:cNvPr>
          <p:cNvSpPr txBox="1"/>
          <p:nvPr/>
        </p:nvSpPr>
        <p:spPr bwMode="gray">
          <a:xfrm>
            <a:off x="2585424" y="2736503"/>
            <a:ext cx="7021153" cy="138499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l" rtl="0" eaLnBrk="1" fontAlgn="auto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93D"/>
              </a:buClr>
            </a:pPr>
            <a:r>
              <a:rPr lang="en-US" sz="9000" b="0" i="0" u="none" baseline="0" dirty="0">
                <a:solidFill>
                  <a:schemeClr val="lt1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THANK YOU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88192051"/>
      </p:ext>
    </p:extLst>
  </p:cSld>
  <p:clrMapOvr>
    <a:masterClrMapping/>
  </p:clrMapOvr>
  <p:transition spd="med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6067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HDS" val="True"/>
  <p:tag name="MIO_UPDATE" val="True"/>
  <p:tag name="MIO_SHOW_DATE" val="True"/>
  <p:tag name="MIO_SHOW_FOOTER" val="True"/>
  <p:tag name="MIO_SHOW_PAGENUMBER" val="True"/>
  <p:tag name="MIO_AVOID_BLANK_LAYOUT" val="True"/>
  <p:tag name="MIO_CD_LAYOUT_VALID_AREA" val="False"/>
  <p:tag name="MIO_PRESI_FIRST_SLIDENUMBER" val="1"/>
  <p:tag name="MIO_LASTEDITORNAME" val="haensch "/>
  <p:tag name="MIO_SKIPVERSION" val="01.01.0001 00:00:00"/>
  <p:tag name="MIO_MATCH_COLOR_SCHEME" val="True"/>
  <p:tag name="MIO_DBID" val="E0259410-156D-4F1A-B326-E95E43C8DB51"/>
  <p:tag name="MIO_FALLBACK_LAYOUT" val="7"/>
  <p:tag name="MIO_NUMBER_OF_VALID_LAYOUTS" val="22"/>
  <p:tag name="MIO_EKGUID" val="c6476605-5e77-479e-b465-e71c20aa6bf7"/>
  <p:tag name="MIO_EMBED_FONT" val="True"/>
  <p:tag name="MIO_VERSION" val="15.01.2024 11:06:04"/>
  <p:tag name="MIO_OBJECTNAME" val="240115_Schaeffler 2.0"/>
  <p:tag name="MIO_LASTDOWNLOADED" val="25.01.2024 08:00:07.032"/>
  <p:tag name="MIO_CDID" val="94cc635b-7ecc-4deb-9b4b-78c085535d7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HDS" val="True"/>
  <p:tag name="MIO_UPDATE" val="True"/>
  <p:tag name="MIO_SHOW_DATE" val="True"/>
  <p:tag name="MIO_SHOW_FOOTER" val="True"/>
  <p:tag name="MIO_SHOW_PAGENUMBER" val="True"/>
  <p:tag name="MIO_AVOID_BLANK_LAYOUT" val="True"/>
  <p:tag name="MIO_CD_LAYOUT_VALID_AREA" val="False"/>
  <p:tag name="MIO_PRESI_FIRST_SLIDENUMBER" val="1"/>
  <p:tag name="MIO_LASTEDITORNAME" val="haensch "/>
  <p:tag name="MIO_SKIPVERSION" val="01.01.0001 00:00:00"/>
  <p:tag name="MIO_EMBED_FONT" val="False"/>
  <p:tag name="MIO_MATCH_COLOR_SCHEME" val="True"/>
  <p:tag name="MIO_EKGUID" val="7033f438-9fc3-44c6-81b6-7109f953a073"/>
  <p:tag name="MIO_DBID" val="E0259410-156D-4F1A-B326-E95E43C8DB51"/>
  <p:tag name="MIO_OBJECTNAME" val="231120_Schaeffler 2.0 _V3"/>
  <p:tag name="MIO_FALLBACK_LAYOUT" val="7"/>
  <p:tag name="MIO_NUMBER_OF_VALID_LAYOUTS" val="22"/>
  <p:tag name="MIO_VERSION" val="20.11.2023 12:55:50"/>
  <p:tag name="MIO_LASTDOWNLOADED" val="20.11.2023 13:55:59.731"/>
  <p:tag name="MIO_CDID" val="94cc635b-7ecc-4deb-9b4b-78c085535d7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Copyright;Insert the right Copyright for your organization"/>
  <p:tag name="MIO_USER_INPUT_LANGUAGE" val="en-US"/>
  <p:tag name="MIO_USER_INPUT_OPTIONS" val="Copyright Schaeffler Sondermaschinenbau AG &amp; Co. KG – All rights reserved. |;Copyright Schaeffler Technologies AG &amp; Co. KG, 2024 – All rights reserved. |;Copyright Schaeffler AG, 2024 – All rights reserved. |;Copyright Schaeffler Automotive Buehl GmbH &amp; Co. KG, 2024 – All rights reserved. |;Copyright Schaeffler Global Services Europe Sp. z o.o. – All rights reserved. |;Copyright Schaeffler Brasil Ltda., 2024 – All rights reserved. |;Copyright Schaeffler AP, 2024 – All rights reserved. |;Copyright Schaeffler Group USA, Inc., 2024 – All rights reserved. | ;Copyright Schaeffler Digital Solutions GmbH, 2024 – All rights reserved. |;Copyright Schaeffler Aerospace Germany GmbH &amp; Co. KG, 2024 – All rights reserved. |;Copyright Schaeffler Automotive Aftermarket GmbH &amp; Co. KG, 2024 – All rights reserved. |;Copyright Schaeffler ByWire Technologie GmbH &amp; Co. KG, 2024 – All rights reserved. |; 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Copyright;Insert the right Copyright for your organization"/>
  <p:tag name="MIO_USER_INPUT_LANGUAGE" val="de-DE"/>
  <p:tag name="MIO_USER_INPUT_OPTIONS" val="Copyright Schaeffler Sondermaschinenbau AG &amp; Co. KG, 2024 – Alle Rechte vorbehalten. |;Copyright Schaeffler Technologies AG &amp; Co. KG, 2024 – Alle Rechte vorbehalten. |;Copyright Schaeffler AG, 2024 – Alle Rechte vorbehalten. |;Copyright Schaeffler Automotive Buehl GmbH &amp; Co. KG, 2024 – Alle Rechte vorbehalten. |;Copyright Schaeffler Global Services Europe Sp. z o.o.  – Alle Rechte vorbehalten. |;Copyright Schaeffler Brasil Ltda., 2024 – Alle Rechte vorbehalten. |;Copyright Schaeffler AP, 2024 – Alle Rechte vorbehalten. |;Copyright Schaeffler Digital Solutions GmbH, 2024 – Alle Rechte vorbehalten. |;Copyright Schaeffler Aerospace Germany GmbH &amp; Co. KG, 2024 – Alle Rechte vorbehalten. |;Copyright Schaeffler Automotive Aftermarket GmbH &amp; Co. KG, 2024 – Alle Rechte vorbehalten. |;Copyright Schaeffler ByWire Technologie GmbH &amp; Co. KG, 2024 – Alle Rechte vorbehalten. |;Copyright Schaeffler Immobilien AG &amp; Co.KG. – Alle Rechte vorbehalten. |; 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Copyright;Insert the right Copyright for your organization"/>
  <p:tag name="MIO_USER_INPUT_LANGUAGE" val="pt-PT"/>
  <p:tag name="MIO_USER_INPUT_OPTIONS" val="Copyright Schaeffler Technologies AG &amp; Co. KG, 2024 – Todos os direitos reservados. |;Copyright Schaeffler AG, 2024 – Todos os direitos reservados. |;Copyright Schaeffler Automotive Buehl GmbH &amp; Co. KG, 2024 – Todos os direitos reservados. |;Copyright Schaeffler Global Services Europe Sp. z o.o. – Todos os direitos reservados. |;Copyright Schaeffler Brasil Ltda., 2024 – Todos os direitos reservados. |;Copyright Schaeffler AP, 2024 – Todos os direitos reservados. |;Copyright Schaeffler Automotive Aftermarket GmbH &amp; Co. KG, 2024 – Todos os direitos reservados. |; 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Copyright;Insert the right Copyright for your organization"/>
  <p:tag name="MIO_USER_INPUT_LANGUAGE" val="zh-SG"/>
  <p:tag name="MIO_USER_INPUT_OPTIONS" val="版权所有Schaeffler Technologies AG &amp; Co. KG保留所有权利, 客户特殊要求, 使用内部放行标准. |;版权所有Schaeffler AG保留所有权利, 客户特殊要求, 使用内部放行标准. |;版权所有Schaeffler Automotive Buehl GmbH &amp; Co. KG保留所有权利, 客户特殊要求, 使用内部放行标准. |;版权所有 Schaeffler Global Services Europe Sp. z o.o. – 保留所有权利, 客户特殊要求，使用内部放行标准. |;版权所有Schaeffler Brasil Ltda.保留所有权利, 客户特殊要求，使用内部放行标准. |;版权所有Schaeffler AP,保留所有权利, 客户特殊要求，使用内部放行标准. |; 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Copyright;Insert the right Copyright for your organization"/>
  <p:tag name="MIO_USER_INPUT_LANGUAGE" val="en-GB"/>
  <p:tag name="MIO_USER_INPUT_OPTIONS" val="Copyright Schaeffler Technologies AG &amp; Co. KG, 2024 – All rights reserved. |;Copyright Schaeffler AG, 2024 – All rights reserved. |;Copyright Schaeffler Automotive Buehl GmbH &amp; Co. KG, 2024 – All rights reserved. |;Copyright Schaeffler Global Services Europe Sp. z o.o. – All rights reserved. |;Copyright Schaeffler Brasil Ltda., 2024 – All rights reserved. |;Copyright Schaeffler AP, 2024 – All rights reserved. |;Copyright Schaeffler Group USA, Inc., 2024 – All rights reserved. | ;Copyright Schaeffler Digital Solutions GmbH, 2024 – All rights reserved. |;Copyright Schaeffler Aerospace Germany GmbH &amp; Co. KG, 2024 – All rights reserved. |;Copyright Schaeffler Automotive Aftermarket GmbH &amp; Co. KG, 2024 – All rights reserved. |;Copyright Schaeffler ByWire Technologie GmbH &amp; Co. KG, 2024 – All rights reserved. |; 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Copyright;Insert the right Copyright for your organization"/>
  <p:tag name="MIO_USER_INPUT_LANGUAGE" val="zh-CN"/>
  <p:tag name="MIO_USER_INPUT_OPTIONS" val="Copyright Schaeffler Technologies AG &amp; Co. KG, 2024 – All rights reserved. |;Copyright Schaeffler AG, 2024 – All rights reserved. |;Copyright Schaeffler Automotive Buehl GmbH &amp; Co. KG, 2024 – All rights reserved. |;Copyright Schaeffler Global Services Europe Sp. z o.o. – All rights reserved. |;Copyright Schaeffler Brasil Ltda., 2024 – All rights reserved. |;Copyright Schaeffler AP, 2024 – All rights reserved. |;Copyright Schaeffler Group USA, Inc., 2024 – All rights reserved. | ;Copyright Schaeffler Digital Solutions GmbH, 2024 – All rights reserved. |;Copyright Schaeffler Aerospace Germany GmbH &amp; Co. KG, 2024 – All rights reserved. |;Copyright Schaeffler Automotive Aftermarket GmbH &amp; Co. KG, 2024 – All rights reserved. |;Copyright Schaeffler ByWire Technologie GmbH &amp; Co. KG, 2024 – All rights reserved. |; 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Copyright;Insert the right Copyright for your organization"/>
  <p:tag name="MIO_USER_INPUT_LANGUAGE" val="fr-FR"/>
  <p:tag name="MIO_USER_INPUT_OPTIONS" val="Copyright Schaeffler Technologies AG &amp; Co. KG, 2024 – All rights reserved. |;Copyright Schaeffler AG, 2024 – All rights reserved. |;Copyright Schaeffler Automotive Buehl GmbH &amp; Co. KG, 2024 – All rights reserved. |;Copyright Schaeffler Global Services Europe Sp. z o.o. – All rights reserved. |;Copyright Schaeffler Brasil Ltda., 2024 – All rights reserved. |;Copyright Schaeffler AP, 2024 – All rights reserved. |;Copyright Schaeffler Group USA, Inc., 2024 – All rights reserved. | ;Copyright Schaeffler Digital Solutions GmbH, 2024 – All rights reserved. |;Copyright Schaeffler Aerospace Germany GmbH &amp; Co. KG, 2024 – All rights reserved. |;Copyright Schaeffler Automotive Aftermarket GmbH &amp; Co. KG, 2024 – All rights reserved. |;Copyright Schaeffler ByWire Technologie GmbH &amp; Co. KG, 2024 – All rights reserved. |; 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Copyright;Insert the right Copyright for your organization"/>
  <p:tag name="MIO_USER_INPUT_LANGUAGE" val="ru-RU"/>
  <p:tag name="MIO_USER_INPUT_OPTIONS" val="Copyright Schaeffler Technologies AG &amp; Co. KG, 2024 – All rights reserved. |;Copyright Schaeffler AG, 2024 – All rights reserved. |;Copyright Schaeffler Automotive Buehl GmbH &amp; Co. KG, 2024 – All rights reserved. |;Copyright Schaeffler Global Services Europe Sp. z o.o. – All rights reserved. |;Copyright Schaeffler Brasil Ltda., 2024 – All rights reserved. |;Copyright Schaeffler AP, 2024 – All rights reserved. |;Copyright Schaeffler Group USA, Inc., 2024 – All rights reserved. | ;Copyright Schaeffler Digital Solutions GmbH, 2024 – All rights reserved. |;Copyright Schaeffler Aerospace Germany GmbH &amp; Co. KG, 2024 – All rights reserved. |;Copyright Schaeffler Automotive Aftermarket GmbH &amp; Co. KG, 2024 – All rights reserved. |;Copyright Schaeffler ByWire Technologie GmbH &amp; Co. KG, 2024 – All rights reserved. |; 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Copyright;Insert the right Copyright for your organization"/>
  <p:tag name="MIO_USER_INPUT_LANGUAGE" val="ja-JP"/>
  <p:tag name="MIO_USER_INPUT_OPTIONS" val="Copyright Schaeffler Technologies AG &amp; Co. KG, 2024 – All rights reserved. |;Copyright Schaeffler AG, 2024 – All rights reserved. |;Copyright Schaeffler Automotive Buehl GmbH &amp; Co. KG, 2024 – All rights reserved. |;Copyright Schaeffler Global Services Europe Sp. z o.o. – All rights reserved. |;Copyright Schaeffler Brasil Ltda., 2024 – All rights reserved. |;Copyright Schaeffler AP, 2024 – All rights reserved. |;Copyright Schaeffler Group USA, Inc., 2024 – All rights reserved. | ;Copyright Schaeffler Digital Solutions GmbH, 2024 – All rights reserved. |;Copyright Schaeffler Aerospace Germany GmbH &amp; Co. KG, 2024 – All rights reserved. |;Copyright Schaeffler Automotive Aftermarket GmbH &amp; Co. KG, 2024 – All rights reserved. |;Copyright Schaeffler ByWire Technologie GmbH &amp; Co. KG, 2024 – All rights reserved. |; 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Copyright;Insert the right Copyright for your organization"/>
  <p:tag name="MIO_USER_INPUT_LANGUAGE" val="es-ES"/>
  <p:tag name="MIO_USER_INPUT_OPTIONS" val="Copyright Schaeffler Technologies AG &amp; Co. KG, 2024 – All rights reserved. |;Copyright Schaeffler AG, 2024 – All rights reserved. |;Copyright Schaeffler Automotive Buehl GmbH &amp; Co. KG, 2024 – All rights reserved. |;Copyright Schaeffler Global Services Europe Sp. z o.o. – All rights reserved. |;Copyright Schaeffler Brasil Ltda., 2024 – All rights reserved. |;Copyright Schaeffler AP, 2024 – All rights reserved. |;Copyright Schaeffler Group USA, Inc., 2024 – All rights reserved. | ;Copyright Schaeffler Digital Solutions GmbH, 2024 – All rights reserved. |;Copyright Schaeffler Aerospace Germany GmbH &amp; Co. KG, 2024 – All rights reserved. |;Copyright Schaeffler Automotive Aftermarket GmbH &amp; Co. KG, 2024 – All rights reserved. |;Copyright Schaeffler ByWire Technologie GmbH &amp; Co. KG, 2024 – All rights reserved. |; 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HDS" val="True"/>
  <p:tag name="MIO_SKIPVERSION" val="01.01.0001 00:00:00"/>
  <p:tag name="MIO_UPDATE" val="True"/>
  <p:tag name="MIO_FALLBACK_LAYOUT" val="7"/>
  <p:tag name="MIO_SHOW_FOOTER" val="False"/>
  <p:tag name="MIO_AVOID_BLANK_LAYOUT" val="True"/>
  <p:tag name="MIO_CD_LAYOUT_VALID_AREA" val="False"/>
  <p:tag name="MIO_EMBED_FONT" val="False"/>
  <p:tag name="MIO_NUMBER_OF_VALID_LAYOUTS" val="21"/>
  <p:tag name="MIO_EKGUID" val="c6476605-5e77-479e-b465-e71c20aa6bf7"/>
  <p:tag name="MIO_DBID" val="E0259410-156D-4F1A-B326-E95E43C8DB51"/>
  <p:tag name="MIO_SHOW_DATE" val="True"/>
  <p:tag name="MIO_SHOW_PAGENUMBER" val="True"/>
  <p:tag name="MIO_MATCH_COLOR_SCHEME" val="True"/>
  <p:tag name="MIO_OBJECTNAME" val="240627_Schaeffler 2.0"/>
  <p:tag name="MIO_VERSION" val="27.06.2024 17:51:19"/>
  <p:tag name="MIO_LASTDOWNLOADED" val="29.06.2024 06:25:21.766"/>
  <p:tag name="MIO_CDID" val="94cc635b-7ecc-4deb-9b4b-78c085535d7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37895862-2c23-4a15-be2f-c3df40f4e5e2"/>
  <p:tag name="MIO_EKGUID" val="aa10d203-e752-4ae8-ac40-8e43270ae473"/>
  <p:tag name="MIO_UPDATE" val="True"/>
  <p:tag name="MIO_VERSION" val="27.06.2024 17:33:13"/>
  <p:tag name="MIO_DBID" val="E0259410-156D-4F1A-B326-E95E43C8DB51"/>
  <p:tag name="MIO_LASTDOWNLOADED" val="29.06.2024 05:35:00.978"/>
  <p:tag name="MIO_OBJECTNAME" val="a / 1c Big Type title horizontal / Forest 60/20"/>
  <p:tag name="MIO_LASTEDITORNAME" val="Tatjana Haensch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c546e354-2fb2-4c8c-ab7a-0a9454e748f1"/>
  <p:tag name="MIO_EKGUID" val="172ac437-d543-4457-9eab-d5970070991b"/>
  <p:tag name="MIO_UPDATE" val="True"/>
  <p:tag name="MIO_VERSION" val="27.06.2024 17:39:59"/>
  <p:tag name="MIO_DBID" val="E0259410-156D-4F1A-B326-E95E43C8DB51"/>
  <p:tag name="MIO_LASTDOWNLOADED" val="29.06.2024 05:34:23.887"/>
  <p:tag name="MIO_OBJECTNAME" val="b / Structuring content / Event introduction w/ image / Gray"/>
  <p:tag name="MIO_LASTEDITORNAME" val="Tatjana Haensch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c546e354-2fb2-4c8c-ab7a-0a9454e748f1"/>
  <p:tag name="MIO_EKGUID" val="172ac437-d543-4457-9eab-d5970070991b"/>
  <p:tag name="MIO_UPDATE" val="True"/>
  <p:tag name="MIO_VERSION" val="27.06.2024 17:39:59"/>
  <p:tag name="MIO_DBID" val="E0259410-156D-4F1A-B326-E95E43C8DB51"/>
  <p:tag name="MIO_LASTDOWNLOADED" val="29.06.2024 05:34:23.887"/>
  <p:tag name="MIO_OBJECTNAME" val="b / Structuring content / Event introduction w/ image / Gray"/>
  <p:tag name="MIO_LASTEDITORNAME" val="Tatjana Haensch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c546e354-2fb2-4c8c-ab7a-0a9454e748f1"/>
  <p:tag name="MIO_EKGUID" val="172ac437-d543-4457-9eab-d5970070991b"/>
  <p:tag name="MIO_UPDATE" val="True"/>
  <p:tag name="MIO_VERSION" val="27.06.2024 17:39:59"/>
  <p:tag name="MIO_DBID" val="E0259410-156D-4F1A-B326-E95E43C8DB51"/>
  <p:tag name="MIO_LASTDOWNLOADED" val="29.06.2024 05:34:23.887"/>
  <p:tag name="MIO_OBJECTNAME" val="b / Structuring content / Event introduction w/ image / Gray"/>
  <p:tag name="MIO_LASTEDITORNAME" val="Tatjana Haensch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f352338f-7fb9-4206-a0c7-fe55d8f18aa2"/>
  <p:tag name="MIO_EKGUID" val="2e46d914-fdbd-4e93-a7f1-1d175dcbe5fb"/>
  <p:tag name="MIO_UPDATE" val="True"/>
  <p:tag name="MIO_VERSION" val="08.03.2019 14:57:58"/>
  <p:tag name="MIO_DBID" val="E0259410-156D-4F1A-B326-E95E43C8DB51"/>
  <p:tag name="MIO_LASTDOWNLOADED" val="18.09.2023 09:54:52.305"/>
  <p:tag name="MIO_OBJECTNAME" val="Process"/>
  <p:tag name="MIO_LASTEDITORNAME" val="Carmen Sievers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c546e354-2fb2-4c8c-ab7a-0a9454e748f1"/>
  <p:tag name="MIO_EKGUID" val="172ac437-d543-4457-9eab-d5970070991b"/>
  <p:tag name="MIO_UPDATE" val="True"/>
  <p:tag name="MIO_VERSION" val="27.06.2024 17:39:59"/>
  <p:tag name="MIO_DBID" val="E0259410-156D-4F1A-B326-E95E43C8DB51"/>
  <p:tag name="MIO_LASTDOWNLOADED" val="29.06.2024 05:34:23.887"/>
  <p:tag name="MIO_OBJECTNAME" val="b / Structuring content / Event introduction w/ image / Gray"/>
  <p:tag name="MIO_LASTEDITORNAME" val="Tatjana Haensch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c546e354-2fb2-4c8c-ab7a-0a9454e748f1"/>
  <p:tag name="MIO_EKGUID" val="172ac437-d543-4457-9eab-d5970070991b"/>
  <p:tag name="MIO_UPDATE" val="True"/>
  <p:tag name="MIO_VERSION" val="27.06.2024 17:39:59"/>
  <p:tag name="MIO_DBID" val="E0259410-156D-4F1A-B326-E95E43C8DB51"/>
  <p:tag name="MIO_LASTDOWNLOADED" val="29.06.2024 05:34:23.887"/>
  <p:tag name="MIO_OBJECTNAME" val="b / Structuring content / Event introduction w/ image / Gray"/>
  <p:tag name="MIO_LASTEDITORNAME" val="Tatjana Haensch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5c8ecb2b-5915-4572-988a-05e4038b69f1"/>
  <p:tag name="MIO_EKGUID" val="cd7dd912-338e-4222-88ad-10a50cb616a7"/>
  <p:tag name="MIO_UPDATE" val="True"/>
  <p:tag name="MIO_VERSION" val="25.01.2024 07:36:00"/>
  <p:tag name="MIO_DBID" val="E0259410-156D-4F1A-B326-E95E43C8DB51"/>
  <p:tag name="MIO_LASTDOWNLOADED" val="15.02.2024 15:10:19.444"/>
  <p:tag name="MIO_OBJECTNAME" val="Basic text boxes / 1/4 page / right"/>
  <p:tag name="MIO_LASTEDITORNAME" val="Jezabel Brasch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d4460e40-a35f-4069-890c-24a5df810bdf"/>
  <p:tag name="MIO_EKGUID" val="cd7dd912-338e-4222-88ad-10a50cb616a7"/>
  <p:tag name="MIO_UPDATE" val="True"/>
  <p:tag name="MIO_VERSION" val="25.01.2024 07:36:00"/>
  <p:tag name="MIO_DBID" val="E0259410-156D-4F1A-B326-E95E43C8DB51"/>
  <p:tag name="MIO_LASTDOWNLOADED" val="15.02.2024 15:10:19.444"/>
  <p:tag name="MIO_OBJECTNAME" val="Basic text boxes / 1/4 page / right"/>
  <p:tag name="MIO_LASTEDITORNAME" val="Jezabel Brasch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5c8ecb2b-5915-4572-988a-05e4038b69f1"/>
  <p:tag name="MIO_EKGUID" val="cd7dd912-338e-4222-88ad-10a50cb616a7"/>
  <p:tag name="MIO_UPDATE" val="True"/>
  <p:tag name="MIO_VERSION" val="25.01.2024 07:36:00"/>
  <p:tag name="MIO_DBID" val="E0259410-156D-4F1A-B326-E95E43C8DB51"/>
  <p:tag name="MIO_LASTDOWNLOADED" val="15.02.2024 15:10:19.444"/>
  <p:tag name="MIO_OBJECTNAME" val="Basic text boxes / 1/4 page / right"/>
  <p:tag name="MIO_LASTEDITORNAME" val="Jezabel Brasch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d4460e40-a35f-4069-890c-24a5df810bdf"/>
  <p:tag name="MIO_EKGUID" val="cd7dd912-338e-4222-88ad-10a50cb616a7"/>
  <p:tag name="MIO_UPDATE" val="True"/>
  <p:tag name="MIO_VERSION" val="25.01.2024 07:36:00"/>
  <p:tag name="MIO_DBID" val="E0259410-156D-4F1A-B326-E95E43C8DB51"/>
  <p:tag name="MIO_LASTDOWNLOADED" val="15.02.2024 15:10:19.444"/>
  <p:tag name="MIO_OBJECTNAME" val="Basic text boxes / 1/4 page / right"/>
  <p:tag name="MIO_LASTEDITORNAME" val="Jezabel Brasch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c546e354-2fb2-4c8c-ab7a-0a9454e748f1"/>
  <p:tag name="MIO_EKGUID" val="172ac437-d543-4457-9eab-d5970070991b"/>
  <p:tag name="MIO_UPDATE" val="True"/>
  <p:tag name="MIO_VERSION" val="27.06.2024 17:39:59"/>
  <p:tag name="MIO_DBID" val="E0259410-156D-4F1A-B326-E95E43C8DB51"/>
  <p:tag name="MIO_LASTDOWNLOADED" val="29.06.2024 05:34:23.887"/>
  <p:tag name="MIO_OBJECTNAME" val="b / Structuring content / Event introduction w/ image / Gray"/>
  <p:tag name="MIO_LASTEDITORNAME" val="Tatjana Haensch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c546e354-2fb2-4c8c-ab7a-0a9454e748f1"/>
  <p:tag name="MIO_EKGUID" val="172ac437-d543-4457-9eab-d5970070991b"/>
  <p:tag name="MIO_UPDATE" val="True"/>
  <p:tag name="MIO_VERSION" val="27.06.2024 17:39:59"/>
  <p:tag name="MIO_DBID" val="E0259410-156D-4F1A-B326-E95E43C8DB51"/>
  <p:tag name="MIO_LASTDOWNLOADED" val="29.06.2024 05:34:23.887"/>
  <p:tag name="MIO_OBJECTNAME" val="b / Structuring content / Event introduction w/ image / Gray"/>
  <p:tag name="MIO_LASTEDITORNAME" val="Tatjana Haensch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f352338f-7fb9-4206-a0c7-fe55d8f18aa2"/>
  <p:tag name="MIO_EKGUID" val="2e46d914-fdbd-4e93-a7f1-1d175dcbe5fb"/>
  <p:tag name="MIO_UPDATE" val="True"/>
  <p:tag name="MIO_VERSION" val="08.03.2019 14:57:58"/>
  <p:tag name="MIO_DBID" val="E0259410-156D-4F1A-B326-E95E43C8DB51"/>
  <p:tag name="MIO_LASTDOWNLOADED" val="18.09.2023 09:54:52.305"/>
  <p:tag name="MIO_OBJECTNAME" val="Process"/>
  <p:tag name="MIO_LASTEDITORNAME" val="Carmen Sievers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c546e354-2fb2-4c8c-ab7a-0a9454e748f1"/>
  <p:tag name="MIO_EKGUID" val="172ac437-d543-4457-9eab-d5970070991b"/>
  <p:tag name="MIO_UPDATE" val="True"/>
  <p:tag name="MIO_VERSION" val="27.06.2024 17:39:59"/>
  <p:tag name="MIO_DBID" val="E0259410-156D-4F1A-B326-E95E43C8DB51"/>
  <p:tag name="MIO_LASTDOWNLOADED" val="29.06.2024 05:34:23.887"/>
  <p:tag name="MIO_OBJECTNAME" val="b / Structuring content / Event introduction w/ image / Gray"/>
  <p:tag name="MIO_LASTEDITORNAME" val="Tatjana Haensch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c546e354-2fb2-4c8c-ab7a-0a9454e748f1"/>
  <p:tag name="MIO_EKGUID" val="172ac437-d543-4457-9eab-d5970070991b"/>
  <p:tag name="MIO_UPDATE" val="True"/>
  <p:tag name="MIO_VERSION" val="27.06.2024 17:39:59"/>
  <p:tag name="MIO_DBID" val="E0259410-156D-4F1A-B326-E95E43C8DB51"/>
  <p:tag name="MIO_LASTDOWNLOADED" val="29.06.2024 05:34:23.887"/>
  <p:tag name="MIO_OBJECTNAME" val="b / Structuring content / Event introduction w/ image / Gray"/>
  <p:tag name="MIO_LASTEDITORNAME" val="Tatjana Haensch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c546e354-2fb2-4c8c-ab7a-0a9454e748f1"/>
  <p:tag name="MIO_EKGUID" val="172ac437-d543-4457-9eab-d5970070991b"/>
  <p:tag name="MIO_UPDATE" val="True"/>
  <p:tag name="MIO_VERSION" val="27.06.2024 17:39:59"/>
  <p:tag name="MIO_DBID" val="E0259410-156D-4F1A-B326-E95E43C8DB51"/>
  <p:tag name="MIO_LASTDOWNLOADED" val="29.06.2024 05:34:23.887"/>
  <p:tag name="MIO_OBJECTNAME" val="b / Structuring content / Event introduction w/ image / Gray"/>
  <p:tag name="MIO_LASTEDITORNAME" val="Tatjana Haensch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c546e354-2fb2-4c8c-ab7a-0a9454e748f1"/>
  <p:tag name="MIO_EKGUID" val="172ac437-d543-4457-9eab-d5970070991b"/>
  <p:tag name="MIO_UPDATE" val="True"/>
  <p:tag name="MIO_VERSION" val="27.06.2024 17:39:59"/>
  <p:tag name="MIO_DBID" val="E0259410-156D-4F1A-B326-E95E43C8DB51"/>
  <p:tag name="MIO_LASTDOWNLOADED" val="29.06.2024 05:34:23.887"/>
  <p:tag name="MIO_OBJECTNAME" val="b / Structuring content / Event introduction w/ image / Gray"/>
  <p:tag name="MIO_LASTEDITORNAME" val="Tatjana Haensch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c546e354-2fb2-4c8c-ab7a-0a9454e748f1"/>
  <p:tag name="MIO_EKGUID" val="172ac437-d543-4457-9eab-d5970070991b"/>
  <p:tag name="MIO_UPDATE" val="True"/>
  <p:tag name="MIO_VERSION" val="27.06.2024 17:39:59"/>
  <p:tag name="MIO_DBID" val="E0259410-156D-4F1A-B326-E95E43C8DB51"/>
  <p:tag name="MIO_LASTDOWNLOADED" val="29.06.2024 05:34:23.887"/>
  <p:tag name="MIO_OBJECTNAME" val="b / Structuring content / Event introduction w/ image / Gray"/>
  <p:tag name="MIO_LASTEDITORNAME" val="Tatjana Haensch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f352338f-7fb9-4206-a0c7-fe55d8f18aa2"/>
  <p:tag name="MIO_EKGUID" val="2e46d914-fdbd-4e93-a7f1-1d175dcbe5fb"/>
  <p:tag name="MIO_UPDATE" val="True"/>
  <p:tag name="MIO_VERSION" val="08.03.2019 14:57:58"/>
  <p:tag name="MIO_DBID" val="E0259410-156D-4F1A-B326-E95E43C8DB51"/>
  <p:tag name="MIO_LASTDOWNLOADED" val="18.09.2023 09:54:52.305"/>
  <p:tag name="MIO_OBJECTNAME" val="Process"/>
  <p:tag name="MIO_LASTEDITORNAME" val="Carmen Sievers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c546e354-2fb2-4c8c-ab7a-0a9454e748f1"/>
  <p:tag name="MIO_EKGUID" val="172ac437-d543-4457-9eab-d5970070991b"/>
  <p:tag name="MIO_UPDATE" val="True"/>
  <p:tag name="MIO_VERSION" val="27.06.2024 17:39:59"/>
  <p:tag name="MIO_DBID" val="E0259410-156D-4F1A-B326-E95E43C8DB51"/>
  <p:tag name="MIO_LASTDOWNLOADED" val="29.06.2024 05:34:23.887"/>
  <p:tag name="MIO_OBJECTNAME" val="b / Structuring content / Event introduction w/ image / Gray"/>
  <p:tag name="MIO_LASTEDITORNAME" val="Tatjana Haensch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5c8ecb2b-5915-4572-988a-05e4038b69f1"/>
  <p:tag name="MIO_EKGUID" val="cd7dd912-338e-4222-88ad-10a50cb616a7"/>
  <p:tag name="MIO_UPDATE" val="True"/>
  <p:tag name="MIO_VERSION" val="25.01.2024 07:36:00"/>
  <p:tag name="MIO_DBID" val="E0259410-156D-4F1A-B326-E95E43C8DB51"/>
  <p:tag name="MIO_LASTDOWNLOADED" val="15.02.2024 15:10:19.444"/>
  <p:tag name="MIO_OBJECTNAME" val="Basic text boxes / 1/4 page / right"/>
  <p:tag name="MIO_LASTEDITORNAME" val="Jezabel Brasch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d4460e40-a35f-4069-890c-24a5df810bdf"/>
  <p:tag name="MIO_EKGUID" val="cd7dd912-338e-4222-88ad-10a50cb616a7"/>
  <p:tag name="MIO_UPDATE" val="True"/>
  <p:tag name="MIO_VERSION" val="25.01.2024 07:36:00"/>
  <p:tag name="MIO_DBID" val="E0259410-156D-4F1A-B326-E95E43C8DB51"/>
  <p:tag name="MIO_LASTDOWNLOADED" val="15.02.2024 15:10:19.444"/>
  <p:tag name="MIO_OBJECTNAME" val="Basic text boxes / 1/4 page / right"/>
  <p:tag name="MIO_LASTEDITORNAME" val="Jezabel Brasch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c546e354-2fb2-4c8c-ab7a-0a9454e748f1"/>
  <p:tag name="MIO_EKGUID" val="172ac437-d543-4457-9eab-d5970070991b"/>
  <p:tag name="MIO_UPDATE" val="True"/>
  <p:tag name="MIO_VERSION" val="27.06.2024 17:39:59"/>
  <p:tag name="MIO_DBID" val="E0259410-156D-4F1A-B326-E95E43C8DB51"/>
  <p:tag name="MIO_LASTDOWNLOADED" val="29.06.2024 05:34:23.887"/>
  <p:tag name="MIO_OBJECTNAME" val="b / Structuring content / Event introduction w/ image / Gray"/>
  <p:tag name="MIO_LASTEDITORNAME" val="Tatjana Haensch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c546e354-2fb2-4c8c-ab7a-0a9454e748f1"/>
  <p:tag name="MIO_EKGUID" val="172ac437-d543-4457-9eab-d5970070991b"/>
  <p:tag name="MIO_UPDATE" val="True"/>
  <p:tag name="MIO_VERSION" val="27.06.2024 17:39:59"/>
  <p:tag name="MIO_DBID" val="E0259410-156D-4F1A-B326-E95E43C8DB51"/>
  <p:tag name="MIO_LASTDOWNLOADED" val="29.06.2024 05:34:23.887"/>
  <p:tag name="MIO_OBJECTNAME" val="b / Structuring content / Event introduction w/ image / Gray"/>
  <p:tag name="MIO_LASTEDITORNAME" val="Tatjana Haensch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c546e354-2fb2-4c8c-ab7a-0a9454e748f1"/>
  <p:tag name="MIO_EKGUID" val="172ac437-d543-4457-9eab-d5970070991b"/>
  <p:tag name="MIO_UPDATE" val="True"/>
  <p:tag name="MIO_VERSION" val="27.06.2024 17:39:59"/>
  <p:tag name="MIO_DBID" val="E0259410-156D-4F1A-B326-E95E43C8DB51"/>
  <p:tag name="MIO_LASTDOWNLOADED" val="29.06.2024 05:34:23.887"/>
  <p:tag name="MIO_OBJECTNAME" val="b / Structuring content / Event introduction w/ image / Gray"/>
  <p:tag name="MIO_LASTEDITORNAME" val="Tatjana Haensch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c546e354-2fb2-4c8c-ab7a-0a9454e748f1"/>
  <p:tag name="MIO_EKGUID" val="172ac437-d543-4457-9eab-d5970070991b"/>
  <p:tag name="MIO_UPDATE" val="True"/>
  <p:tag name="MIO_VERSION" val="27.06.2024 17:39:59"/>
  <p:tag name="MIO_DBID" val="E0259410-156D-4F1A-B326-E95E43C8DB51"/>
  <p:tag name="MIO_LASTDOWNLOADED" val="29.06.2024 05:34:23.887"/>
  <p:tag name="MIO_OBJECTNAME" val="b / Structuring content / Event introduction w/ image / Gray"/>
  <p:tag name="MIO_LASTEDITORNAME" val="Tatjana Haensch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c546e354-2fb2-4c8c-ab7a-0a9454e748f1"/>
  <p:tag name="MIO_EKGUID" val="172ac437-d543-4457-9eab-d5970070991b"/>
  <p:tag name="MIO_UPDATE" val="True"/>
  <p:tag name="MIO_VERSION" val="27.06.2024 17:39:59"/>
  <p:tag name="MIO_DBID" val="E0259410-156D-4F1A-B326-E95E43C8DB51"/>
  <p:tag name="MIO_LASTDOWNLOADED" val="29.06.2024 05:34:23.887"/>
  <p:tag name="MIO_OBJECTNAME" val="b / Structuring content / Event introduction w/ image / Gray"/>
  <p:tag name="MIO_LASTEDITORNAME" val="Tatjana Haensch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c546e354-2fb2-4c8c-ab7a-0a9454e748f1"/>
  <p:tag name="MIO_EKGUID" val="172ac437-d543-4457-9eab-d5970070991b"/>
  <p:tag name="MIO_UPDATE" val="True"/>
  <p:tag name="MIO_VERSION" val="27.06.2024 17:39:59"/>
  <p:tag name="MIO_DBID" val="E0259410-156D-4F1A-B326-E95E43C8DB51"/>
  <p:tag name="MIO_LASTDOWNLOADED" val="29.06.2024 05:34:23.887"/>
  <p:tag name="MIO_OBJECTNAME" val="b / Structuring content / Event introduction w/ image / Gray"/>
  <p:tag name="MIO_LASTEDITORNAME" val="Tatjana Haensch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c546e354-2fb2-4c8c-ab7a-0a9454e748f1"/>
  <p:tag name="MIO_EKGUID" val="172ac437-d543-4457-9eab-d5970070991b"/>
  <p:tag name="MIO_UPDATE" val="True"/>
  <p:tag name="MIO_VERSION" val="27.06.2024 17:39:59"/>
  <p:tag name="MIO_DBID" val="E0259410-156D-4F1A-B326-E95E43C8DB51"/>
  <p:tag name="MIO_LASTDOWNLOADED" val="29.06.2024 05:34:23.887"/>
  <p:tag name="MIO_OBJECTNAME" val="b / Structuring content / Event introduction w/ image / Gray"/>
  <p:tag name="MIO_LASTEDITORNAME" val="Tatjana Haensch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c546e354-2fb2-4c8c-ab7a-0a9454e748f1"/>
  <p:tag name="MIO_EKGUID" val="172ac437-d543-4457-9eab-d5970070991b"/>
  <p:tag name="MIO_UPDATE" val="True"/>
  <p:tag name="MIO_VERSION" val="27.06.2024 17:39:59"/>
  <p:tag name="MIO_DBID" val="E0259410-156D-4F1A-B326-E95E43C8DB51"/>
  <p:tag name="MIO_LASTDOWNLOADED" val="29.06.2024 05:34:23.887"/>
  <p:tag name="MIO_OBJECTNAME" val="b / Structuring content / Event introduction w/ image / Gray"/>
  <p:tag name="MIO_LASTEDITORNAME" val="Tatjana Haensch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c546e354-2fb2-4c8c-ab7a-0a9454e748f1"/>
  <p:tag name="MIO_EKGUID" val="172ac437-d543-4457-9eab-d5970070991b"/>
  <p:tag name="MIO_UPDATE" val="True"/>
  <p:tag name="MIO_VERSION" val="27.06.2024 17:39:59"/>
  <p:tag name="MIO_DBID" val="E0259410-156D-4F1A-B326-E95E43C8DB51"/>
  <p:tag name="MIO_LASTDOWNLOADED" val="29.06.2024 05:34:23.887"/>
  <p:tag name="MIO_OBJECTNAME" val="b / Structuring content / Event introduction w/ image / Gray"/>
  <p:tag name="MIO_LASTEDITORNAME" val="Tatjana Haensch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c546e354-2fb2-4c8c-ab7a-0a9454e748f1"/>
  <p:tag name="MIO_EKGUID" val="172ac437-d543-4457-9eab-d5970070991b"/>
  <p:tag name="MIO_UPDATE" val="True"/>
  <p:tag name="MIO_VERSION" val="27.06.2024 17:39:59"/>
  <p:tag name="MIO_DBID" val="E0259410-156D-4F1A-B326-E95E43C8DB51"/>
  <p:tag name="MIO_LASTDOWNLOADED" val="29.06.2024 05:34:23.887"/>
  <p:tag name="MIO_OBJECTNAME" val="b / Structuring content / Event introduction w/ image / Gray"/>
  <p:tag name="MIO_LASTEDITORNAME" val="Tatjana Haensch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19452ada-5b20-4df9-ba8a-1d878c8ac336"/>
  <p:tag name="MIO_EKGUID" val="ae388bbc-0cc9-42c5-a3f7-a17cceaa4c7c"/>
  <p:tag name="MIO_UPDATE" val="True"/>
  <p:tag name="MIO_VERSION" val="27.06.2024 17:40:45"/>
  <p:tag name="MIO_DBID" val="E0259410-156D-4F1A-B326-E95E43C8DB51"/>
  <p:tag name="MIO_LASTDOWNLOADED" val="29.06.2024 05:34:18.026"/>
  <p:tag name="MIO_OBJECTNAME" val="c / Conclution / Thank you w/ background image"/>
  <p:tag name="MIO_LASTEDITORNAME" val="Tatjana Haensch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4c17b4ce-ba24-413f-91a5-6c52b1e43a8b"/>
  <p:tag name="MIO_GUID" val="ea3c81d2-4282-4123-a686-42f2e0f1ebbf"/>
  <p:tag name="MIO_UPDATE" val="True"/>
  <p:tag name="MIO_VERSION" val="20.01.2021 13:33:01"/>
  <p:tag name="MIO_DBID" val="E0259410-156D-4F1A-B326-E95E43C8DB51"/>
  <p:tag name="MIO_LASTDOWNLOADED" val="13.09.2022 13:21:04.069"/>
  <p:tag name="MIO_OBJECTNAME" val="Aufnahme in Werkstatt_master"/>
  <p:tag name="MIO_LASTEDITORNAME" val="Kamil Karon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chaeffler 2.0">
  <a:themeElements>
    <a:clrScheme name="Schaeffler">
      <a:dk1>
        <a:srgbClr val="2C2C2C"/>
      </a:dk1>
      <a:lt1>
        <a:sysClr val="window" lastClr="FFFFFF"/>
      </a:lt1>
      <a:dk2>
        <a:srgbClr val="646464"/>
      </a:dk2>
      <a:lt2>
        <a:srgbClr val="EBEBEB"/>
      </a:lt2>
      <a:accent1>
        <a:srgbClr val="619685"/>
      </a:accent1>
      <a:accent2>
        <a:srgbClr val="AFC2C7"/>
      </a:accent2>
      <a:accent3>
        <a:srgbClr val="67898F"/>
      </a:accent3>
      <a:accent4>
        <a:srgbClr val="B5D384"/>
      </a:accent4>
      <a:accent5>
        <a:srgbClr val="20617C"/>
      </a:accent5>
      <a:accent6>
        <a:srgbClr val="94BF99"/>
      </a:accent6>
      <a:hlink>
        <a:srgbClr val="00893D"/>
      </a:hlink>
      <a:folHlink>
        <a:srgbClr val="00893D"/>
      </a:folHlink>
    </a:clrScheme>
    <a:fontScheme name="Schaeffler">
      <a:majorFont>
        <a:latin typeface="Noto Sans"/>
        <a:ea typeface=""/>
        <a:cs typeface=""/>
      </a:majorFont>
      <a:minorFont>
        <a:latin typeface="Noto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BEBEB"/>
        </a:solidFill>
        <a:ln>
          <a:noFill/>
        </a:ln>
      </a:spPr>
      <a:bodyPr lIns="54000" tIns="72000" rIns="54000" bIns="72000" rtlCol="0" anchor="ctr"/>
      <a:lstStyle>
        <a:defPPr algn="ctr">
          <a:lnSpc>
            <a:spcPct val="120000"/>
          </a:lnSpc>
          <a:spcBef>
            <a:spcPts val="600"/>
          </a:spcBef>
          <a:defRPr sz="1200" dirty="0">
            <a:solidFill>
              <a:schemeClr val="tx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rnd">
          <a:solidFill>
            <a:srgbClr val="878787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lnSpc>
            <a:spcPct val="120000"/>
          </a:lnSpc>
          <a:spcBef>
            <a:spcPts val="600"/>
          </a:spcBef>
          <a:defRPr sz="1200" dirty="0"/>
        </a:defPPr>
      </a:lstStyle>
    </a:txDef>
  </a:objectDefaults>
  <a:extraClrSchemeLst/>
  <a:custClrLst>
    <a:custClr name="Carbon 100 %">
      <a:srgbClr val="646464"/>
    </a:custClr>
    <a:custClr name="Forest 100 %">
      <a:srgbClr val="005E46"/>
    </a:custClr>
    <a:custClr name="Apple 100 %">
      <a:srgbClr val="A1C861"/>
    </a:custClr>
    <a:custClr name="Jade 100 %">
      <a:srgbClr val="73B281"/>
    </a:custClr>
    <a:custClr name="Navy 100 %">
      <a:srgbClr val="00445F"/>
    </a:custClr>
    <a:custClr name="Aqua 100 %">
      <a:srgbClr val="1C98B5"/>
    </a:custClr>
    <a:custClr name="Pigeon 100 %">
      <a:srgbClr val="476E75"/>
    </a:custClr>
    <a:custClr name="empty">
      <a:srgbClr val="FFFFFF"/>
    </a:custClr>
    <a:custClr name="Chili 100%">
      <a:srgbClr val="CB0B15"/>
    </a:custClr>
    <a:custClr name="Honey 100%">
      <a:srgbClr val="E9B300"/>
    </a:custClr>
    <a:custClr name="Carbon 80 %">
      <a:srgbClr val="878787"/>
    </a:custClr>
    <a:custClr name="Forest 80 %">
      <a:srgbClr val="237864"/>
    </a:custClr>
    <a:custClr name="Apple 80 %">
      <a:srgbClr val="B5D384"/>
    </a:custClr>
    <a:custClr name="Jade 80 %">
      <a:srgbClr val="94BF99"/>
    </a:custClr>
    <a:custClr name="Navy 80 %">
      <a:srgbClr val="20617C"/>
    </a:custClr>
    <a:custClr name="Aqua 80 %">
      <a:srgbClr val="60ABC4"/>
    </a:custClr>
    <a:custClr name="Pigeon 80 %">
      <a:srgbClr val="67898F"/>
    </a:custClr>
    <a:custClr name="empty">
      <a:srgbClr val="FFFFFF"/>
    </a:custClr>
    <a:custClr name="Chili 50%">
      <a:srgbClr val="E79278"/>
    </a:custClr>
    <a:custClr name="Honey 50%">
      <a:srgbClr val="F6D890"/>
    </a:custClr>
    <a:custClr name="Carbon 60 %">
      <a:srgbClr val="A8A8A8"/>
    </a:custClr>
    <a:custClr name="Forest 60 %">
      <a:srgbClr val="619685"/>
    </a:custClr>
    <a:custClr name="Apple 60 %">
      <a:srgbClr val="C9DEA5"/>
    </a:custClr>
    <a:custClr name="Jade 60 %">
      <a:srgbClr val="B2CFB3"/>
    </a:custClr>
    <a:custClr name="Navy 60 %">
      <a:srgbClr val="59839B"/>
    </a:custClr>
    <a:custClr name="Aqua 60 %">
      <a:srgbClr val="8CBFD3"/>
    </a:custClr>
    <a:custClr name="Pigeon 60 %">
      <a:srgbClr val="8BA6AB"/>
    </a:custClr>
    <a:custClr name="empty1">
      <a:srgbClr val="FFFFFF"/>
    </a:custClr>
    <a:custClr name="empty2">
      <a:srgbClr val="FFFFFF"/>
    </a:custClr>
    <a:custClr name="empty3">
      <a:srgbClr val="FFFFFF"/>
    </a:custClr>
    <a:custClr name="Carbon 40 %">
      <a:srgbClr val="C6C6C6"/>
    </a:custClr>
    <a:custClr name="Forest 40 %">
      <a:srgbClr val="95B7AB"/>
    </a:custClr>
    <a:custClr name="Apple 40 %">
      <a:srgbClr val="DCE9C5"/>
    </a:custClr>
    <a:custClr name="Jade 40 %">
      <a:srgbClr val="CDDFCD"/>
    </a:custClr>
    <a:custClr name="Navy 40 %">
      <a:srgbClr val="8DA8BC"/>
    </a:custClr>
    <a:custClr name="Aqua 40 %">
      <a:srgbClr val="B4D4E2"/>
    </a:custClr>
    <a:custClr name="Pigeon 40 %">
      <a:srgbClr val="AFC2C7"/>
    </a:custClr>
    <a:custClr name="Empty">
      <a:srgbClr val="FFFFFF"/>
    </a:custClr>
    <a:custClr name="Empty">
      <a:srgbClr val="FFFFFF"/>
    </a:custClr>
    <a:custClr name="Empty">
      <a:srgbClr val="FFFFFF"/>
    </a:custClr>
    <a:custClr name="Carbon 20 %">
      <a:srgbClr val="E3E3E3"/>
    </a:custClr>
    <a:custClr name="Forest 20 %">
      <a:srgbClr val="C9DAD4"/>
    </a:custClr>
    <a:custClr name="Apple 20 %">
      <a:srgbClr val="EDF4E3"/>
    </a:custClr>
    <a:custClr name="Jade 20 %">
      <a:srgbClr val="E7EFE6"/>
    </a:custClr>
    <a:custClr name="Navy 20 %">
      <a:srgbClr val="C4D1DD"/>
    </a:custClr>
    <a:custClr name="Aqua 20 %">
      <a:srgbClr val="D9E9F1"/>
    </a:custClr>
    <a:custClr name="Pigeon 20 %">
      <a:srgbClr val="D6E0E3"/>
    </a:custClr>
    <a:custClr name="Empty">
      <a:srgbClr val="FFFFFF"/>
    </a:custClr>
    <a:custClr name="Empty">
      <a:srgbClr val="FFFFFF"/>
    </a:custClr>
  </a:custClrLst>
  <a:extLst>
    <a:ext uri="{05A4C25C-085E-4340-85A3-A5531E510DB2}">
      <thm15:themeFamily xmlns:thm15="http://schemas.microsoft.com/office/thememl/2012/main" name="Default Theme.pptx" id="{78A2DC0C-7202-425F-80CE-13A5105907FD}" vid="{651B7F12-A4B3-4297-9752-71B493F754A8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39b77101-99b7-41c9-8d6a-7794b9d48476}" enabled="0" method="" siteId="{39b77101-99b7-41c9-8d6a-7794b9d4847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974</TotalTime>
  <Words>1129</Words>
  <Application>Microsoft Office PowerPoint</Application>
  <PresentationFormat>Widescreen</PresentationFormat>
  <Paragraphs>210</Paragraphs>
  <Slides>26</Slides>
  <Notes>26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4" baseType="lpstr">
      <vt:lpstr>Aptos</vt:lpstr>
      <vt:lpstr>Arial</vt:lpstr>
      <vt:lpstr>Noto Sans</vt:lpstr>
      <vt:lpstr>Noto Sans Black</vt:lpstr>
      <vt:lpstr>Symbol</vt:lpstr>
      <vt:lpstr>Office Theme</vt:lpstr>
      <vt:lpstr>Schaeffler 2.0</vt:lpstr>
      <vt:lpstr>think-cell Folie</vt:lpstr>
      <vt:lpstr>Introduction to E-BOX AETS</vt:lpstr>
      <vt:lpstr>Basic description of the system</vt:lpstr>
      <vt:lpstr>Why was the device developed?</vt:lpstr>
      <vt:lpstr>Brief description of how the system works</vt:lpstr>
      <vt:lpstr>Brief description of how the system works</vt:lpstr>
      <vt:lpstr>Connectors and interfaces</vt:lpstr>
      <vt:lpstr>Complete Assembly</vt:lpstr>
      <vt:lpstr>System configuration</vt:lpstr>
      <vt:lpstr>System configuration</vt:lpstr>
      <vt:lpstr>Basic navigation and modes</vt:lpstr>
      <vt:lpstr>Basic navigation and modes</vt:lpstr>
      <vt:lpstr>Post-test screens</vt:lpstr>
      <vt:lpstr>First time using remote mode</vt:lpstr>
      <vt:lpstr>Relay cycle counter managment </vt:lpstr>
      <vt:lpstr>Reading/editing relay cycles</vt:lpstr>
      <vt:lpstr>Maximum values and performance </vt:lpstr>
      <vt:lpstr>Relay voltage / ampere curve</vt:lpstr>
      <vt:lpstr>Relay response time test</vt:lpstr>
      <vt:lpstr>MOSFET inrush current test – peak current test</vt:lpstr>
      <vt:lpstr>MOSFET inrush current test – rise &amp; fall time</vt:lpstr>
      <vt:lpstr>Device disassembly &amp; service</vt:lpstr>
      <vt:lpstr>Device disassembly &amp; service</vt:lpstr>
      <vt:lpstr>Device disassembly &amp; service</vt:lpstr>
      <vt:lpstr>How can the system make work easier for test engineers?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AETS – stručné představení systému</dc:title>
  <dc:subject>AETS overview</dc:subject>
  <dc:creator>OpenAI</dc:creator>
  <cp:lastModifiedBy>Micek, Vojtech</cp:lastModifiedBy>
  <cp:revision>2</cp:revision>
  <dcterms:created xsi:type="dcterms:W3CDTF">2026-03-11T19:35:15Z</dcterms:created>
  <dcterms:modified xsi:type="dcterms:W3CDTF">2026-03-23T11:27:10Z</dcterms:modified>
</cp:coreProperties>
</file>